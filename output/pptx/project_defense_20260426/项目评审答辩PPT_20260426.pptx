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9853fcfa124c8e" /><Relationship Type="http://schemas.openxmlformats.org/officeDocument/2006/relationships/extended-properties" Target="/docProps/app.xml" Id="R0ba53d9290484efe" /><Relationship Type="http://schemas.openxmlformats.org/officeDocument/2006/relationships/officeDocument" Target="/ppt/presentation.xml" Id="R37396818f95d4928" /></Relationships>
</file>

<file path=ppt/presentation.xml><?xml version="1.0" encoding="utf-8"?>
<p:presentation xmlns:p="http://schemas.openxmlformats.org/presentationml/2006/main">
  <p:sldMasterIdLst>
    <p:sldMasterId xmlns:r="http://schemas.openxmlformats.org/officeDocument/2006/relationships" id="2147483648" r:id="R12108737e5cd4531"/>
  </p:sldMasterIdLst>
  <p:notesMasterIdLst>
    <p:notesMasterId xmlns:r="http://schemas.openxmlformats.org/officeDocument/2006/relationships" r:id="Rfa462e2c81b4455b"/>
  </p:notesMasterIdLst>
  <p:sldIdLst>
    <p:sldId xmlns:r="http://schemas.openxmlformats.org/officeDocument/2006/relationships" id="256" r:id="Rb1dd5fab6dee49d3"/>
    <p:sldId xmlns:r="http://schemas.openxmlformats.org/officeDocument/2006/relationships" id="257" r:id="Rf5f7bb09a155459d"/>
    <p:sldId xmlns:r="http://schemas.openxmlformats.org/officeDocument/2006/relationships" id="258" r:id="R5bb71a7d99e94353"/>
    <p:sldId xmlns:r="http://schemas.openxmlformats.org/officeDocument/2006/relationships" id="259" r:id="R6bfc7cde0e9f477e"/>
    <p:sldId xmlns:r="http://schemas.openxmlformats.org/officeDocument/2006/relationships" id="260" r:id="R9543ce0507be4af1"/>
    <p:sldId xmlns:r="http://schemas.openxmlformats.org/officeDocument/2006/relationships" id="261" r:id="R831f003ce6114135"/>
    <p:sldId xmlns:r="http://schemas.openxmlformats.org/officeDocument/2006/relationships" id="262" r:id="Rbae83d6397df434f"/>
    <p:sldId xmlns:r="http://schemas.openxmlformats.org/officeDocument/2006/relationships" id="263" r:id="Rfc1b00350e0b4c73"/>
    <p:sldId xmlns:r="http://schemas.openxmlformats.org/officeDocument/2006/relationships" id="264" r:id="R4493c7396c3444fa"/>
    <p:sldId xmlns:r="http://schemas.openxmlformats.org/officeDocument/2006/relationships" id="265" r:id="Rc3c1bb7948d44222"/>
    <p:sldId xmlns:r="http://schemas.openxmlformats.org/officeDocument/2006/relationships" id="266" r:id="R072ef6474c6b4343"/>
    <p:sldId xmlns:r="http://schemas.openxmlformats.org/officeDocument/2006/relationships" id="267" r:id="R8a2dbb6b837d4e3b"/>
    <p:sldId xmlns:r="http://schemas.openxmlformats.org/officeDocument/2006/relationships" id="268" r:id="R4c677ebd51504e0e"/>
    <p:sldId xmlns:r="http://schemas.openxmlformats.org/officeDocument/2006/relationships" id="269" r:id="R6e4c69b6dc7e4188"/>
    <p:sldId xmlns:r="http://schemas.openxmlformats.org/officeDocument/2006/relationships" id="270" r:id="R35372f76b9d84f9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12108737e5cd4531" /><Relationship Type="http://schemas.openxmlformats.org/officeDocument/2006/relationships/theme" Target="/ppt/theme/theme1.xml" Id="R6b648d34a3664b2c" /><Relationship Type="http://schemas.openxmlformats.org/officeDocument/2006/relationships/notesMaster" Target="/ppt/notesMasters/notesMaster1.xml" Id="Rfa462e2c81b4455b" /><Relationship Type="http://schemas.openxmlformats.org/officeDocument/2006/relationships/presProps" Target="/ppt/presProps.xml" Id="R4a839f9d321f4bfb" /><Relationship Type="http://schemas.openxmlformats.org/officeDocument/2006/relationships/viewProps" Target="/ppt/viewProps.xml" Id="Ra66f55b72dc7453e" /><Relationship Type="http://schemas.openxmlformats.org/officeDocument/2006/relationships/tableStyles" Target="/ppt/tableStyles.xml" Id="Re058529e1d544983" /><Relationship Type="http://schemas.openxmlformats.org/officeDocument/2006/relationships/slide" Target="/ppt/slides/slide1.xml" Id="Rb1dd5fab6dee49d3" /><Relationship Type="http://schemas.openxmlformats.org/officeDocument/2006/relationships/slide" Target="/ppt/slides/slide2.xml" Id="Rf5f7bb09a155459d" /><Relationship Type="http://schemas.openxmlformats.org/officeDocument/2006/relationships/slide" Target="/ppt/slides/slide3.xml" Id="R5bb71a7d99e94353" /><Relationship Type="http://schemas.openxmlformats.org/officeDocument/2006/relationships/slide" Target="/ppt/slides/slide4.xml" Id="R6bfc7cde0e9f477e" /><Relationship Type="http://schemas.openxmlformats.org/officeDocument/2006/relationships/slide" Target="/ppt/slides/slide5.xml" Id="R9543ce0507be4af1" /><Relationship Type="http://schemas.openxmlformats.org/officeDocument/2006/relationships/slide" Target="/ppt/slides/slide6.xml" Id="R831f003ce6114135" /><Relationship Type="http://schemas.openxmlformats.org/officeDocument/2006/relationships/slide" Target="/ppt/slides/slide7.xml" Id="Rbae83d6397df434f" /><Relationship Type="http://schemas.openxmlformats.org/officeDocument/2006/relationships/slide" Target="/ppt/slides/slide8.xml" Id="Rfc1b00350e0b4c73" /><Relationship Type="http://schemas.openxmlformats.org/officeDocument/2006/relationships/slide" Target="/ppt/slides/slide9.xml" Id="R4493c7396c3444fa" /><Relationship Type="http://schemas.openxmlformats.org/officeDocument/2006/relationships/slide" Target="/ppt/slides/slide10.xml" Id="Rc3c1bb7948d44222" /><Relationship Type="http://schemas.openxmlformats.org/officeDocument/2006/relationships/slide" Target="/ppt/slides/slide11.xml" Id="R072ef6474c6b4343" /><Relationship Type="http://schemas.openxmlformats.org/officeDocument/2006/relationships/slide" Target="/ppt/slides/slide12.xml" Id="R8a2dbb6b837d4e3b" /><Relationship Type="http://schemas.openxmlformats.org/officeDocument/2006/relationships/slide" Target="/ppt/slides/slide13.xml" Id="R4c677ebd51504e0e" /><Relationship Type="http://schemas.openxmlformats.org/officeDocument/2006/relationships/slide" Target="/ppt/slides/slide14.xml" Id="R6e4c69b6dc7e4188" /><Relationship Type="http://schemas.openxmlformats.org/officeDocument/2006/relationships/slide" Target="/ppt/slides/slide15.xml" Id="R35372f76b9d84f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6109d3f095aa47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8189f75a9f4a54" /><Relationship Type="http://schemas.openxmlformats.org/officeDocument/2006/relationships/notesMaster" Target="/ppt/notesMasters/notesMaster1.xml" Id="R8056efdf569446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970aeaa43e4918" /><Relationship Type="http://schemas.openxmlformats.org/officeDocument/2006/relationships/notesMaster" Target="/ppt/notesMasters/notesMaster1.xml" Id="Re66a0ae527de45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5909b13238466d" /><Relationship Type="http://schemas.openxmlformats.org/officeDocument/2006/relationships/notesMaster" Target="/ppt/notesMasters/notesMaster1.xml" Id="R878389ba477e44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010811a9f249cf" /><Relationship Type="http://schemas.openxmlformats.org/officeDocument/2006/relationships/notesMaster" Target="/ppt/notesMasters/notesMaster1.xml" Id="R84bb6a3c32584b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98ddc474f447af" /><Relationship Type="http://schemas.openxmlformats.org/officeDocument/2006/relationships/notesMaster" Target="/ppt/notesMasters/notesMaster1.xml" Id="Rb072c0a841cf42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4c1cc76c2b4462" /><Relationship Type="http://schemas.openxmlformats.org/officeDocument/2006/relationships/notesMaster" Target="/ppt/notesMasters/notesMaster1.xml" Id="R71def619c20745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f187d3bcc84dea" /><Relationship Type="http://schemas.openxmlformats.org/officeDocument/2006/relationships/notesMaster" Target="/ppt/notesMasters/notesMaster1.xml" Id="R905321b6cbae4b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299e814302467a" /><Relationship Type="http://schemas.openxmlformats.org/officeDocument/2006/relationships/notesMaster" Target="/ppt/notesMasters/notesMaster1.xml" Id="R6628c82ff9d44be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dd8eb44eb224997" /><Relationship Type="http://schemas.openxmlformats.org/officeDocument/2006/relationships/notesMaster" Target="/ppt/notesMasters/notesMaster1.xml" Id="Ra637073ad1a34a6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8de64036c904d4b" /><Relationship Type="http://schemas.openxmlformats.org/officeDocument/2006/relationships/notesMaster" Target="/ppt/notesMasters/notesMaster1.xml" Id="Re3232f21aa674f4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d3619cddf9400b" /><Relationship Type="http://schemas.openxmlformats.org/officeDocument/2006/relationships/notesMaster" Target="/ppt/notesMasters/notesMaster1.xml" Id="Rddc919b2f13842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7f117577ffa439c" /><Relationship Type="http://schemas.openxmlformats.org/officeDocument/2006/relationships/notesMaster" Target="/ppt/notesMasters/notesMaster1.xml" Id="R1998602d585a410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7342a277a1b4536" /><Relationship Type="http://schemas.openxmlformats.org/officeDocument/2006/relationships/notesMaster" Target="/ppt/notesMasters/notesMaster1.xml" Id="Rf20755a04f31429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11892b8097e4067" /><Relationship Type="http://schemas.openxmlformats.org/officeDocument/2006/relationships/notesMaster" Target="/ppt/notesMasters/notesMaster1.xml" Id="Rbc6001a6748843f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6f6eab5bf4d4957" /><Relationship Type="http://schemas.openxmlformats.org/officeDocument/2006/relationships/notesMaster" Target="/ppt/notesMasters/notesMaster1.xml" Id="R2c63ef4f02d347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ccea1b1e3cf4d6d"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6695985d5a5445bf" /><Relationship Type="http://schemas.openxmlformats.org/officeDocument/2006/relationships/slideLayout" Target="/ppt/slideLayouts/slideLayout2.xml" Id="Rd38b17a804f142f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8b17a804f142f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f09d9753513c4a87" /><Relationship Type="http://schemas.openxmlformats.org/officeDocument/2006/relationships/image" Target="/ppt/media/image.png" Id="R07c0c1394d1e4de4" /><Relationship Type="http://schemas.openxmlformats.org/officeDocument/2006/relationships/notesSlide" Target="/ppt/notesSlides/notesSlide1.xml" Id="R4d2ea4ac601f43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9bed5e80c6eb48ae" /><Relationship Type="http://schemas.openxmlformats.org/officeDocument/2006/relationships/image" Target="/ppt/media/image2.png" Id="R451242921e67419c" /><Relationship Type="http://schemas.openxmlformats.org/officeDocument/2006/relationships/notesSlide" Target="/ppt/notesSlides/notesSlide2.xml" Id="R351c782bfcc046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8bbd3c199174b99" /><Relationship Type="http://schemas.openxmlformats.org/officeDocument/2006/relationships/image" Target="/ppt/media/image3.png" Id="Rb1fbae1b175643f4" /><Relationship Type="http://schemas.openxmlformats.org/officeDocument/2006/relationships/notesSlide" Target="/ppt/notesSlides/notesSlide3.xml" Id="R42e00defdef746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5141e8a093414880" /><Relationship Type="http://schemas.openxmlformats.org/officeDocument/2006/relationships/image" Target="/ppt/media/image4.png" Id="R8b32208c27924a7c" /><Relationship Type="http://schemas.openxmlformats.org/officeDocument/2006/relationships/notesSlide" Target="/ppt/notesSlides/notesSlide4.xml" Id="R8cc946e99b9347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75c94b0a1aa48ce" /><Relationship Type="http://schemas.openxmlformats.org/officeDocument/2006/relationships/image" Target="/ppt/media/image5.png" Id="Rcbf9ae53e7f5487f" /><Relationship Type="http://schemas.openxmlformats.org/officeDocument/2006/relationships/image" Target="/ppt/media/image6.png" Id="R85ab70d8d4e64738" /><Relationship Type="http://schemas.openxmlformats.org/officeDocument/2006/relationships/notesSlide" Target="/ppt/notesSlides/notesSlide5.xml" Id="R0cabf6e57d4145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927f390106fc45dc" /><Relationship Type="http://schemas.openxmlformats.org/officeDocument/2006/relationships/image" Target="/ppt/media/image7.png" Id="R133bb93fc2694a05" /><Relationship Type="http://schemas.openxmlformats.org/officeDocument/2006/relationships/notesSlide" Target="/ppt/notesSlides/notesSlide6.xml" Id="R275bcdcb202744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ffb5d1cf739e4090" /><Relationship Type="http://schemas.openxmlformats.org/officeDocument/2006/relationships/image" Target="/ppt/media/image8.png" Id="Re631fd5426044ab0" /><Relationship Type="http://schemas.openxmlformats.org/officeDocument/2006/relationships/image" Target="/ppt/media/image9.png" Id="R6a3acf16b9344e17" /><Relationship Type="http://schemas.openxmlformats.org/officeDocument/2006/relationships/notesSlide" Target="/ppt/notesSlides/notesSlide7.xml" Id="R8b63952f983945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f1199a1fd7db42b1" /><Relationship Type="http://schemas.openxmlformats.org/officeDocument/2006/relationships/image" Target="/ppt/media/image10.png" Id="Rce99277d82b24351" /><Relationship Type="http://schemas.openxmlformats.org/officeDocument/2006/relationships/notesSlide" Target="/ppt/notesSlides/notesSlide8.xml" Id="Ra759f987d8dd4a14"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8118afed66a54ac5" /><Relationship Type="http://schemas.openxmlformats.org/officeDocument/2006/relationships/image" Target="/ppt/media/image11.png" Id="R7f1c79744f844b59" /><Relationship Type="http://schemas.openxmlformats.org/officeDocument/2006/relationships/notesSlide" Target="/ppt/notesSlides/notesSlide9.xml" Id="Re7cc176d4bb74c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b08c2fb5fde042b1" /><Relationship Type="http://schemas.openxmlformats.org/officeDocument/2006/relationships/image" Target="/ppt/media/image12.png" Id="R91c50f77ea2f4a71" /><Relationship Type="http://schemas.openxmlformats.org/officeDocument/2006/relationships/notesSlide" Target="/ppt/notesSlides/notesSlide10.xml" Id="R6c8dda3415164b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68ad34db4c7b45a4" /><Relationship Type="http://schemas.openxmlformats.org/officeDocument/2006/relationships/image" Target="/ppt/media/image13.png" Id="R94cbdfe57c5e49ba" /><Relationship Type="http://schemas.openxmlformats.org/officeDocument/2006/relationships/notesSlide" Target="/ppt/notesSlides/notesSlide11.xml" Id="Re0c6f24cc58a45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db0394f5ef8d4f6e" /><Relationship Type="http://schemas.openxmlformats.org/officeDocument/2006/relationships/image" Target="/ppt/media/image14.png" Id="R40e7084015dd4b50" /><Relationship Type="http://schemas.openxmlformats.org/officeDocument/2006/relationships/notesSlide" Target="/ppt/notesSlides/notesSlide12.xml" Id="Ra5992161cd2e4a1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30a899ca326d4de7" /><Relationship Type="http://schemas.openxmlformats.org/officeDocument/2006/relationships/image" Target="/ppt/media/image15.png" Id="R1d5232b8b570420b" /><Relationship Type="http://schemas.openxmlformats.org/officeDocument/2006/relationships/notesSlide" Target="/ppt/notesSlides/notesSlide13.xml" Id="R698c2e90b79941b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3359476d85b84d1a" /><Relationship Type="http://schemas.openxmlformats.org/officeDocument/2006/relationships/image" Target="/ppt/media/image16.png" Id="R5b3dbacea8294cc7" /><Relationship Type="http://schemas.openxmlformats.org/officeDocument/2006/relationships/notesSlide" Target="/ppt/notesSlides/notesSlide14.xml" Id="R88d3c66616c143c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a93004fdb83e4090" /><Relationship Type="http://schemas.openxmlformats.org/officeDocument/2006/relationships/image" Target="/ppt/media/image17.png" Id="R6a09f27287ef4a61" /><Relationship Type="http://schemas.openxmlformats.org/officeDocument/2006/relationships/notesSlide" Target="/ppt/notesSlides/notesSlide15.xml" Id="Rdcd7094743c743d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07c0c1394d1e4de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1B78F24-6A01-465E-AEF8-9A8E13744162}"/>
              </a:ext>
            </a:extLst>
          </p:cNvPr>
          <p:cNvSpPr>
            <a:spLocks xmlns:a="http://schemas.openxmlformats.org/drawingml/2006/main" noGrp="1"/>
          </p:cNvSpPr>
          <p:nvPr/>
        </p:nvSpPr>
        <p:spPr>
          <a:xfrm xmlns:a="http://schemas.openxmlformats.org/drawingml/2006/main">
            <a:off x="10782300" y="276225"/>
            <a:ext cx="9144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00" b="1">
                <a:solidFill>
                  <a:srgbClr val="FFFFFF"/>
                </a:solidFill>
              </a:defRPr>
            </a:pPr>
            <a:r>
              <a:rPr sz="1800" b="1">
                <a:solidFill>
                  <a:srgbClr val="FFFFFF"/>
                </a:solidFill>
              </a:rPr>
              <a:t>CNNIC</a:t>
            </a:r>
          </a:p>
        </p:txBody>
      </p:sp>
      <p:sp>
        <p:nvSpPr>
          <p:cNvPr id="3" name="">
            <a:extLst xmlns:a="http://schemas.openxmlformats.org/drawingml/2006/main">
              <a:ext uri="{FF2B5EF4-FFF2-40B4-BE49-F238E27FC236}">
                <a16:creationId xmlns:a16="http://schemas.microsoft.com/office/drawing/2014/main" id="{9FA78ACD-EFE6-4111-A6FE-2C9952891513}"/>
              </a:ext>
            </a:extLst>
          </p:cNvPr>
          <p:cNvSpPr>
            <a:spLocks xmlns:a="http://schemas.openxmlformats.org/drawingml/2006/main" noGrp="1"/>
          </p:cNvSpPr>
          <p:nvPr/>
        </p:nvSpPr>
        <p:spPr>
          <a:xfrm xmlns:a="http://schemas.openxmlformats.org/drawingml/2006/main">
            <a:off x="9906000" y="533400"/>
            <a:ext cx="17907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88" b="0">
                <a:solidFill>
                  <a:srgbClr val="D7E8FF"/>
                </a:solidFill>
              </a:defRPr>
            </a:pPr>
            <a:r>
              <a:rPr sz="788" b="0">
                <a:solidFill>
                  <a:srgbClr val="D7E8FF"/>
                </a:solidFill>
              </a:rPr>
              <a:t>中国互联网络信息中心</a:t>
            </a:r>
          </a:p>
        </p:txBody>
      </p:sp>
      <p:sp>
        <p:nvSpPr>
          <p:cNvPr id="4" name="">
            <a:extLst xmlns:a="http://schemas.openxmlformats.org/drawingml/2006/main">
              <a:ext uri="{FF2B5EF4-FFF2-40B4-BE49-F238E27FC236}">
                <a16:creationId xmlns:a16="http://schemas.microsoft.com/office/drawing/2014/main" id="{84717268-8C02-499D-81F4-080B48BF05BD}"/>
              </a:ext>
            </a:extLst>
          </p:cNvPr>
          <p:cNvSpPr>
            <a:spLocks xmlns:a="http://schemas.openxmlformats.org/drawingml/2006/main" noGrp="1"/>
          </p:cNvSpPr>
          <p:nvPr/>
        </p:nvSpPr>
        <p:spPr>
          <a:xfrm xmlns:a="http://schemas.openxmlformats.org/drawingml/2006/main">
            <a:off x="723900" y="790575"/>
            <a:ext cx="17145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27B4FF"/>
                </a:solidFill>
              </a:defRPr>
            </a:pPr>
            <a:r>
              <a:rPr sz="1350" b="1">
                <a:solidFill>
                  <a:srgbClr val="27B4FF"/>
                </a:solidFill>
              </a:rPr>
              <a:t>项目评审答辩</a:t>
            </a:r>
          </a:p>
        </p:txBody>
      </p:sp>
      <p:sp>
        <p:nvSpPr>
          <p:cNvPr id="5" name="">
            <a:extLst xmlns:a="http://schemas.openxmlformats.org/drawingml/2006/main">
              <a:ext uri="{FF2B5EF4-FFF2-40B4-BE49-F238E27FC236}">
                <a16:creationId xmlns:a16="http://schemas.microsoft.com/office/drawing/2014/main" id="{F116463D-1121-4594-9344-7FE9CA6FFE76}"/>
              </a:ext>
            </a:extLst>
          </p:cNvPr>
          <p:cNvSpPr>
            <a:spLocks xmlns:a="http://schemas.openxmlformats.org/drawingml/2006/main" noGrp="1"/>
          </p:cNvSpPr>
          <p:nvPr/>
        </p:nvSpPr>
        <p:spPr>
          <a:xfrm xmlns:a="http://schemas.openxmlformats.org/drawingml/2006/main">
            <a:off x="723900" y="1162050"/>
            <a:ext cx="1162050" cy="38100"/>
          </a:xfrm>
          <a:prstGeom xmlns:a="http://schemas.openxmlformats.org/drawingml/2006/main" prst="rect">
            <a:avLst/>
          </a:prstGeom>
          <a:solidFill xmlns:a="http://schemas.openxmlformats.org/drawingml/2006/main">
            <a:srgbClr val="27B4FF"/>
          </a:solidFill>
          <a:ln xmlns:a="http://schemas.openxmlformats.org/drawingml/2006/main" w="0">
            <a:solidFill>
              <a:srgbClr val="27B4FF"/>
            </a:solidFill>
          </a:ln>
        </p:spPr>
      </p:sp>
      <p:sp>
        <p:nvSpPr>
          <p:cNvPr id="6" name="">
            <a:extLst xmlns:a="http://schemas.openxmlformats.org/drawingml/2006/main">
              <a:ext uri="{FF2B5EF4-FFF2-40B4-BE49-F238E27FC236}">
                <a16:creationId xmlns:a16="http://schemas.microsoft.com/office/drawing/2014/main" id="{A43825C0-E4B6-492D-BE40-0AE7628C78A6}"/>
              </a:ext>
            </a:extLst>
          </p:cNvPr>
          <p:cNvSpPr>
            <a:spLocks xmlns:a="http://schemas.openxmlformats.org/drawingml/2006/main" noGrp="1"/>
          </p:cNvSpPr>
          <p:nvPr/>
        </p:nvSpPr>
        <p:spPr>
          <a:xfrm xmlns:a="http://schemas.openxmlformats.org/drawingml/2006/main">
            <a:off x="704850" y="1571625"/>
            <a:ext cx="6858000" cy="12001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FFFFFF"/>
                </a:solidFill>
              </a:defRPr>
            </a:pPr>
            <a:r>
              <a:rPr sz="2625" b="1">
                <a:solidFill>
                  <a:srgbClr val="FFFFFF"/>
                </a:solidFill>
              </a:rPr>
              <a:t>面向互联网基础资源的大模型多智能体协作与可信认知标识技术研究</a:t>
            </a:r>
          </a:p>
        </p:txBody>
      </p:sp>
      <p:sp>
        <p:nvSpPr>
          <p:cNvPr id="7" name="">
            <a:extLst xmlns:a="http://schemas.openxmlformats.org/drawingml/2006/main">
              <a:ext uri="{FF2B5EF4-FFF2-40B4-BE49-F238E27FC236}">
                <a16:creationId xmlns:a16="http://schemas.microsoft.com/office/drawing/2014/main" id="{39518C98-EE88-414B-B710-F9D75DF3F366}"/>
              </a:ext>
            </a:extLst>
          </p:cNvPr>
          <p:cNvSpPr>
            <a:spLocks xmlns:a="http://schemas.openxmlformats.org/drawingml/2006/main" noGrp="1"/>
          </p:cNvSpPr>
          <p:nvPr/>
        </p:nvSpPr>
        <p:spPr>
          <a:xfrm xmlns:a="http://schemas.openxmlformats.org/drawingml/2006/main">
            <a:off x="742950" y="3000375"/>
            <a:ext cx="581025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CFE4FF"/>
                </a:solidFill>
              </a:defRPr>
            </a:pPr>
            <a:r>
              <a:rPr sz="1275" b="0">
                <a:solidFill>
                  <a:srgbClr val="CFE4FF"/>
                </a:solidFill>
              </a:rPr>
              <a:t>自立科研重点项目 · 2025年5月-2026年4月</a:t>
            </a:r>
          </a:p>
        </p:txBody>
      </p:sp>
      <p:sp>
        <p:nvSpPr>
          <p:cNvPr id="8" name="">
            <a:extLst xmlns:a="http://schemas.openxmlformats.org/drawingml/2006/main">
              <a:ext uri="{FF2B5EF4-FFF2-40B4-BE49-F238E27FC236}">
                <a16:creationId xmlns:a16="http://schemas.microsoft.com/office/drawing/2014/main" id="{080CA817-8C99-4DE7-89D4-D0AE2BF974A0}"/>
              </a:ext>
            </a:extLst>
          </p:cNvPr>
          <p:cNvSpPr>
            <a:spLocks xmlns:a="http://schemas.openxmlformats.org/drawingml/2006/main" noGrp="1"/>
          </p:cNvSpPr>
          <p:nvPr/>
        </p:nvSpPr>
        <p:spPr>
          <a:xfrm xmlns:a="http://schemas.openxmlformats.org/drawingml/2006/main">
            <a:off x="742950" y="3752850"/>
            <a:ext cx="1028700" cy="285750"/>
          </a:xfrm>
          <a:prstGeom xmlns:a="http://schemas.openxmlformats.org/drawingml/2006/main" prst="roundRect">
            <a:avLst>
              <a:gd name="adj" fmla="val 50000"/>
            </a:avLst>
          </a:prstGeom>
          <a:solidFill xmlns:a="http://schemas.openxmlformats.org/drawingml/2006/main">
            <a:srgbClr val="1A4C8C">
              <a:alpha val="80000"/>
            </a:srgbClr>
          </a:solidFill>
          <a:ln xmlns:a="http://schemas.openxmlformats.org/drawingml/2006/main" w="9525">
            <a:solidFill>
              <a:srgbClr val="4C96E8"/>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DCEEFF"/>
                </a:solidFill>
              </a:defRPr>
            </a:pPr>
            <a:r>
              <a:rPr sz="975" b="1">
                <a:solidFill>
                  <a:srgbClr val="DCEEFF"/>
                </a:solidFill>
              </a:rPr>
              <a:t>能力命名</a:t>
            </a:r>
          </a:p>
        </p:txBody>
      </p:sp>
      <p:sp>
        <p:nvSpPr>
          <p:cNvPr id="9" name="">
            <a:extLst xmlns:a="http://schemas.openxmlformats.org/drawingml/2006/main">
              <a:ext uri="{FF2B5EF4-FFF2-40B4-BE49-F238E27FC236}">
                <a16:creationId xmlns:a16="http://schemas.microsoft.com/office/drawing/2014/main" id="{A8497F88-210D-4202-8749-1C55B2CFC412}"/>
              </a:ext>
            </a:extLst>
          </p:cNvPr>
          <p:cNvSpPr>
            <a:spLocks xmlns:a="http://schemas.openxmlformats.org/drawingml/2006/main" noGrp="1"/>
          </p:cNvSpPr>
          <p:nvPr/>
        </p:nvSpPr>
        <p:spPr>
          <a:xfrm xmlns:a="http://schemas.openxmlformats.org/drawingml/2006/main">
            <a:off x="2000250" y="3752850"/>
            <a:ext cx="1028700" cy="285750"/>
          </a:xfrm>
          <a:prstGeom xmlns:a="http://schemas.openxmlformats.org/drawingml/2006/main" prst="roundRect">
            <a:avLst>
              <a:gd name="adj" fmla="val 50000"/>
            </a:avLst>
          </a:prstGeom>
          <a:solidFill xmlns:a="http://schemas.openxmlformats.org/drawingml/2006/main">
            <a:srgbClr val="1A4C8C">
              <a:alpha val="80000"/>
            </a:srgbClr>
          </a:solidFill>
          <a:ln xmlns:a="http://schemas.openxmlformats.org/drawingml/2006/main" w="9525">
            <a:solidFill>
              <a:srgbClr val="4C96E8"/>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DCEEFF"/>
                </a:solidFill>
              </a:defRPr>
            </a:pPr>
            <a:r>
              <a:rPr sz="975" b="1">
                <a:solidFill>
                  <a:srgbClr val="DCEEFF"/>
                </a:solidFill>
              </a:rPr>
              <a:t>语义路由</a:t>
            </a:r>
          </a:p>
        </p:txBody>
      </p:sp>
      <p:sp>
        <p:nvSpPr>
          <p:cNvPr id="10" name="">
            <a:extLst xmlns:a="http://schemas.openxmlformats.org/drawingml/2006/main">
              <a:ext uri="{FF2B5EF4-FFF2-40B4-BE49-F238E27FC236}">
                <a16:creationId xmlns:a16="http://schemas.microsoft.com/office/drawing/2014/main" id="{93BD7A7C-7707-48A9-AD79-19AD36524A24}"/>
              </a:ext>
            </a:extLst>
          </p:cNvPr>
          <p:cNvSpPr>
            <a:spLocks xmlns:a="http://schemas.openxmlformats.org/drawingml/2006/main" noGrp="1"/>
          </p:cNvSpPr>
          <p:nvPr/>
        </p:nvSpPr>
        <p:spPr>
          <a:xfrm xmlns:a="http://schemas.openxmlformats.org/drawingml/2006/main">
            <a:off x="3257550" y="3752850"/>
            <a:ext cx="1028700" cy="285750"/>
          </a:xfrm>
          <a:prstGeom xmlns:a="http://schemas.openxmlformats.org/drawingml/2006/main" prst="roundRect">
            <a:avLst>
              <a:gd name="adj" fmla="val 50000"/>
            </a:avLst>
          </a:prstGeom>
          <a:solidFill xmlns:a="http://schemas.openxmlformats.org/drawingml/2006/main">
            <a:srgbClr val="1A4C8C">
              <a:alpha val="80000"/>
            </a:srgbClr>
          </a:solidFill>
          <a:ln xmlns:a="http://schemas.openxmlformats.org/drawingml/2006/main" w="9525">
            <a:solidFill>
              <a:srgbClr val="4C96E8"/>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DCEEFF"/>
                </a:solidFill>
              </a:defRPr>
            </a:pPr>
            <a:r>
              <a:rPr sz="975" b="1">
                <a:solidFill>
                  <a:srgbClr val="DCEEFF"/>
                </a:solidFill>
              </a:rPr>
              <a:t>职责化复核</a:t>
            </a:r>
          </a:p>
        </p:txBody>
      </p:sp>
      <p:sp>
        <p:nvSpPr>
          <p:cNvPr id="11" name="">
            <a:extLst xmlns:a="http://schemas.openxmlformats.org/drawingml/2006/main">
              <a:ext uri="{FF2B5EF4-FFF2-40B4-BE49-F238E27FC236}">
                <a16:creationId xmlns:a16="http://schemas.microsoft.com/office/drawing/2014/main" id="{B15D31F9-5023-44B4-A7D2-5867A99DDFE7}"/>
              </a:ext>
            </a:extLst>
          </p:cNvPr>
          <p:cNvSpPr>
            <a:spLocks xmlns:a="http://schemas.openxmlformats.org/drawingml/2006/main" noGrp="1"/>
          </p:cNvSpPr>
          <p:nvPr/>
        </p:nvSpPr>
        <p:spPr>
          <a:xfrm xmlns:a="http://schemas.openxmlformats.org/drawingml/2006/main">
            <a:off x="4514850" y="3752850"/>
            <a:ext cx="1028700" cy="285750"/>
          </a:xfrm>
          <a:prstGeom xmlns:a="http://schemas.openxmlformats.org/drawingml/2006/main" prst="roundRect">
            <a:avLst>
              <a:gd name="adj" fmla="val 50000"/>
            </a:avLst>
          </a:prstGeom>
          <a:solidFill xmlns:a="http://schemas.openxmlformats.org/drawingml/2006/main">
            <a:srgbClr val="1A4C8C">
              <a:alpha val="80000"/>
            </a:srgbClr>
          </a:solidFill>
          <a:ln xmlns:a="http://schemas.openxmlformats.org/drawingml/2006/main" w="9525">
            <a:solidFill>
              <a:srgbClr val="4C96E8"/>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DCEEFF"/>
                </a:solidFill>
              </a:defRPr>
            </a:pPr>
            <a:r>
              <a:rPr sz="975" b="1">
                <a:solidFill>
                  <a:srgbClr val="DCEEFF"/>
                </a:solidFill>
              </a:rPr>
              <a:t>可信轨迹</a:t>
            </a:r>
          </a:p>
        </p:txBody>
      </p:sp>
      <p:sp>
        <p:nvSpPr>
          <p:cNvPr id="12" name="">
            <a:extLst xmlns:a="http://schemas.openxmlformats.org/drawingml/2006/main">
              <a:ext uri="{FF2B5EF4-FFF2-40B4-BE49-F238E27FC236}">
                <a16:creationId xmlns:a16="http://schemas.microsoft.com/office/drawing/2014/main" id="{7FC40546-64F7-4E9F-9854-DBED31666AE6}"/>
              </a:ext>
            </a:extLst>
          </p:cNvPr>
          <p:cNvSpPr>
            <a:spLocks xmlns:a="http://schemas.openxmlformats.org/drawingml/2006/main" noGrp="1"/>
          </p:cNvSpPr>
          <p:nvPr/>
        </p:nvSpPr>
        <p:spPr>
          <a:xfrm xmlns:a="http://schemas.openxmlformats.org/drawingml/2006/main">
            <a:off x="742950" y="6076950"/>
            <a:ext cx="6191250"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D3E7FF"/>
                </a:solidFill>
              </a:defRPr>
            </a:pPr>
            <a:r>
              <a:rPr sz="938" b="0">
                <a:solidFill>
                  <a:srgbClr val="D3E7FF"/>
                </a:solidFill>
              </a:rPr>
              <a:t>承研处所：技术发展所    项目负责人：邓斯宇    项目经费：10万元</a:t>
            </a:r>
          </a:p>
        </p:txBody>
      </p:sp>
    </p:spTree>
    <p:extLst>
      <p:ext uri="{BB962C8B-B14F-4D97-AF65-F5344CB8AC3E}">
        <p14:creationId xmlns:p14="http://schemas.microsoft.com/office/powerpoint/2010/main" val="96028084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451242921e67419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21D474F-6943-4559-BBD2-BA955DFD4850}"/>
              </a:ext>
            </a:extLst>
          </p:cNvPr>
          <p:cNvSpPr>
            <a:spLocks xmlns:a="http://schemas.openxmlformats.org/drawingml/2006/main" noGrp="1"/>
          </p:cNvSpPr>
          <p:nvPr/>
        </p:nvSpPr>
        <p:spPr>
          <a:xfrm xmlns:a="http://schemas.openxmlformats.org/drawingml/2006/main">
            <a:off x="10782300" y="276225"/>
            <a:ext cx="9144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00" b="1">
                <a:solidFill>
                  <a:srgbClr val="FFFFFF"/>
                </a:solidFill>
              </a:defRPr>
            </a:pPr>
            <a:r>
              <a:rPr sz="1800" b="1">
                <a:solidFill>
                  <a:srgbClr val="FFFFFF"/>
                </a:solidFill>
              </a:rPr>
              <a:t>CNNIC</a:t>
            </a:r>
          </a:p>
        </p:txBody>
      </p:sp>
      <p:sp>
        <p:nvSpPr>
          <p:cNvPr id="3" name="">
            <a:extLst xmlns:a="http://schemas.openxmlformats.org/drawingml/2006/main">
              <a:ext uri="{FF2B5EF4-FFF2-40B4-BE49-F238E27FC236}">
                <a16:creationId xmlns:a16="http://schemas.microsoft.com/office/drawing/2014/main" id="{5A60362E-4142-44D7-8069-3EB315102B41}"/>
              </a:ext>
            </a:extLst>
          </p:cNvPr>
          <p:cNvSpPr>
            <a:spLocks xmlns:a="http://schemas.openxmlformats.org/drawingml/2006/main" noGrp="1"/>
          </p:cNvSpPr>
          <p:nvPr/>
        </p:nvSpPr>
        <p:spPr>
          <a:xfrm xmlns:a="http://schemas.openxmlformats.org/drawingml/2006/main">
            <a:off x="9906000" y="533400"/>
            <a:ext cx="17907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88" b="0">
                <a:solidFill>
                  <a:srgbClr val="D7E8FF"/>
                </a:solidFill>
              </a:defRPr>
            </a:pPr>
            <a:r>
              <a:rPr sz="788" b="0">
                <a:solidFill>
                  <a:srgbClr val="D7E8FF"/>
                </a:solidFill>
              </a:rPr>
              <a:t>中国互联网络信息中心</a:t>
            </a:r>
          </a:p>
        </p:txBody>
      </p:sp>
      <p:sp>
        <p:nvSpPr>
          <p:cNvPr id="4" name="">
            <a:extLst xmlns:a="http://schemas.openxmlformats.org/drawingml/2006/main">
              <a:ext uri="{FF2B5EF4-FFF2-40B4-BE49-F238E27FC236}">
                <a16:creationId xmlns:a16="http://schemas.microsoft.com/office/drawing/2014/main" id="{A29B6A56-FB73-44D1-8C09-DE580C2ED527}"/>
              </a:ext>
            </a:extLst>
          </p:cNvPr>
          <p:cNvSpPr>
            <a:spLocks xmlns:a="http://schemas.openxmlformats.org/drawingml/2006/main" noGrp="1"/>
          </p:cNvSpPr>
          <p:nvPr/>
        </p:nvSpPr>
        <p:spPr>
          <a:xfrm xmlns:a="http://schemas.openxmlformats.org/drawingml/2006/main">
            <a:off x="685800" y="1028700"/>
            <a:ext cx="857250" cy="552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27B4FF"/>
                </a:solidFill>
              </a:defRPr>
            </a:pPr>
            <a:r>
              <a:rPr sz="3225" b="1">
                <a:solidFill>
                  <a:srgbClr val="27B4FF"/>
                </a:solidFill>
              </a:rPr>
              <a:t>00</a:t>
            </a:r>
          </a:p>
        </p:txBody>
      </p:sp>
      <p:sp>
        <p:nvSpPr>
          <p:cNvPr id="5" name="">
            <a:extLst xmlns:a="http://schemas.openxmlformats.org/drawingml/2006/main">
              <a:ext uri="{FF2B5EF4-FFF2-40B4-BE49-F238E27FC236}">
                <a16:creationId xmlns:a16="http://schemas.microsoft.com/office/drawing/2014/main" id="{D5B6450B-0113-4612-996C-CF6888DD2AB6}"/>
              </a:ext>
            </a:extLst>
          </p:cNvPr>
          <p:cNvSpPr>
            <a:spLocks xmlns:a="http://schemas.openxmlformats.org/drawingml/2006/main" noGrp="1"/>
          </p:cNvSpPr>
          <p:nvPr/>
        </p:nvSpPr>
        <p:spPr>
          <a:xfrm xmlns:a="http://schemas.openxmlformats.org/drawingml/2006/main">
            <a:off x="704850" y="1638300"/>
            <a:ext cx="1143000" cy="38100"/>
          </a:xfrm>
          <a:prstGeom xmlns:a="http://schemas.openxmlformats.org/drawingml/2006/main" prst="rect">
            <a:avLst/>
          </a:prstGeom>
          <a:solidFill xmlns:a="http://schemas.openxmlformats.org/drawingml/2006/main">
            <a:srgbClr val="27B4FF"/>
          </a:solidFill>
          <a:ln xmlns:a="http://schemas.openxmlformats.org/drawingml/2006/main" w="0">
            <a:solidFill>
              <a:srgbClr val="27B4FF"/>
            </a:solidFill>
          </a:ln>
        </p:spPr>
      </p:sp>
      <p:sp>
        <p:nvSpPr>
          <p:cNvPr id="6" name="">
            <a:extLst xmlns:a="http://schemas.openxmlformats.org/drawingml/2006/main">
              <a:ext uri="{FF2B5EF4-FFF2-40B4-BE49-F238E27FC236}">
                <a16:creationId xmlns:a16="http://schemas.microsoft.com/office/drawing/2014/main" id="{B766B9DC-1FA0-4C03-8F2C-7EB7ABC3A030}"/>
              </a:ext>
            </a:extLst>
          </p:cNvPr>
          <p:cNvSpPr>
            <a:spLocks xmlns:a="http://schemas.openxmlformats.org/drawingml/2006/main" noGrp="1"/>
          </p:cNvSpPr>
          <p:nvPr/>
        </p:nvSpPr>
        <p:spPr>
          <a:xfrm xmlns:a="http://schemas.openxmlformats.org/drawingml/2006/main">
            <a:off x="685800" y="2000250"/>
            <a:ext cx="7334250" cy="552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a:solidFill>
                  <a:srgbClr val="FFFFFF"/>
                </a:solidFill>
              </a:defRPr>
            </a:pPr>
            <a:r>
              <a:rPr sz="2550" b="1">
                <a:solidFill>
                  <a:srgbClr val="FFFFFF"/>
                </a:solidFill>
              </a:rPr>
              <a:t>答辩提纲</a:t>
            </a:r>
          </a:p>
        </p:txBody>
      </p:sp>
      <p:sp>
        <p:nvSpPr>
          <p:cNvPr id="7" name="">
            <a:extLst xmlns:a="http://schemas.openxmlformats.org/drawingml/2006/main">
              <a:ext uri="{FF2B5EF4-FFF2-40B4-BE49-F238E27FC236}">
                <a16:creationId xmlns:a16="http://schemas.microsoft.com/office/drawing/2014/main" id="{B53284CC-8841-4006-BEC9-4977A71775F3}"/>
              </a:ext>
            </a:extLst>
          </p:cNvPr>
          <p:cNvSpPr>
            <a:spLocks xmlns:a="http://schemas.openxmlformats.org/drawingml/2006/main" noGrp="1"/>
          </p:cNvSpPr>
          <p:nvPr/>
        </p:nvSpPr>
        <p:spPr>
          <a:xfrm xmlns:a="http://schemas.openxmlformats.org/drawingml/2006/main">
            <a:off x="714375" y="2686050"/>
            <a:ext cx="762000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CFE5FF"/>
                </a:solidFill>
              </a:defRPr>
            </a:pPr>
            <a:r>
              <a:rPr sz="1275" b="0">
                <a:solidFill>
                  <a:srgbClr val="CFE5FF"/>
                </a:solidFill>
              </a:rPr>
              <a:t>按评审最关心的四件事展开：任务是否完成、路线是否可信、原型是否落地、成果是否可复用。</a:t>
            </a:r>
          </a:p>
        </p:txBody>
      </p:sp>
      <p:sp>
        <p:nvSpPr>
          <p:cNvPr id="8" name="">
            <a:extLst xmlns:a="http://schemas.openxmlformats.org/drawingml/2006/main">
              <a:ext uri="{FF2B5EF4-FFF2-40B4-BE49-F238E27FC236}">
                <a16:creationId xmlns:a16="http://schemas.microsoft.com/office/drawing/2014/main" id="{B9434681-FD4C-4873-9AF7-6414DF1F1788}"/>
              </a:ext>
            </a:extLst>
          </p:cNvPr>
          <p:cNvSpPr>
            <a:spLocks xmlns:a="http://schemas.openxmlformats.org/drawingml/2006/main" noGrp="1"/>
          </p:cNvSpPr>
          <p:nvPr/>
        </p:nvSpPr>
        <p:spPr>
          <a:xfrm xmlns:a="http://schemas.openxmlformats.org/drawingml/2006/main">
            <a:off x="704850" y="5524500"/>
            <a:ext cx="1257300" cy="285750"/>
          </a:xfrm>
          <a:prstGeom xmlns:a="http://schemas.openxmlformats.org/drawingml/2006/main" prst="roundRect">
            <a:avLst>
              <a:gd name="adj" fmla="val 50000"/>
            </a:avLst>
          </a:prstGeom>
          <a:solidFill xmlns:a="http://schemas.openxmlformats.org/drawingml/2006/main">
            <a:srgbClr val="0F3C7A">
              <a:alpha val="80000"/>
            </a:srgbClr>
          </a:solidFill>
          <a:ln xmlns:a="http://schemas.openxmlformats.org/drawingml/2006/main" w="9525">
            <a:solidFill>
              <a:srgbClr val="3F85D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38" b="0">
                <a:solidFill>
                  <a:srgbClr val="D8ECFF"/>
                </a:solidFill>
              </a:defRPr>
            </a:pPr>
            <a:r>
              <a:rPr sz="938" b="0">
                <a:solidFill>
                  <a:srgbClr val="D8ECFF"/>
                </a:solidFill>
              </a:rPr>
              <a:t>项目定位</a:t>
            </a:r>
          </a:p>
        </p:txBody>
      </p:sp>
      <p:sp>
        <p:nvSpPr>
          <p:cNvPr id="9" name="">
            <a:extLst xmlns:a="http://schemas.openxmlformats.org/drawingml/2006/main">
              <a:ext uri="{FF2B5EF4-FFF2-40B4-BE49-F238E27FC236}">
                <a16:creationId xmlns:a16="http://schemas.microsoft.com/office/drawing/2014/main" id="{76BD1A3D-A2B7-4283-9438-DA260E3318EA}"/>
              </a:ext>
            </a:extLst>
          </p:cNvPr>
          <p:cNvSpPr>
            <a:spLocks xmlns:a="http://schemas.openxmlformats.org/drawingml/2006/main" noGrp="1"/>
          </p:cNvSpPr>
          <p:nvPr/>
        </p:nvSpPr>
        <p:spPr>
          <a:xfrm xmlns:a="http://schemas.openxmlformats.org/drawingml/2006/main">
            <a:off x="2190750" y="5524500"/>
            <a:ext cx="1257300" cy="285750"/>
          </a:xfrm>
          <a:prstGeom xmlns:a="http://schemas.openxmlformats.org/drawingml/2006/main" prst="roundRect">
            <a:avLst>
              <a:gd name="adj" fmla="val 50000"/>
            </a:avLst>
          </a:prstGeom>
          <a:solidFill xmlns:a="http://schemas.openxmlformats.org/drawingml/2006/main">
            <a:srgbClr val="0F3C7A">
              <a:alpha val="80000"/>
            </a:srgbClr>
          </a:solidFill>
          <a:ln xmlns:a="http://schemas.openxmlformats.org/drawingml/2006/main" w="9525">
            <a:solidFill>
              <a:srgbClr val="3F85D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38" b="0">
                <a:solidFill>
                  <a:srgbClr val="D8ECFF"/>
                </a:solidFill>
              </a:defRPr>
            </a:pPr>
            <a:r>
              <a:rPr sz="938" b="0">
                <a:solidFill>
                  <a:srgbClr val="D8ECFF"/>
                </a:solidFill>
              </a:rPr>
              <a:t>技术路线</a:t>
            </a:r>
          </a:p>
        </p:txBody>
      </p:sp>
      <p:sp>
        <p:nvSpPr>
          <p:cNvPr id="10" name="">
            <a:extLst xmlns:a="http://schemas.openxmlformats.org/drawingml/2006/main">
              <a:ext uri="{FF2B5EF4-FFF2-40B4-BE49-F238E27FC236}">
                <a16:creationId xmlns:a16="http://schemas.microsoft.com/office/drawing/2014/main" id="{D2A28181-BAE0-4264-A3EB-078D578EE595}"/>
              </a:ext>
            </a:extLst>
          </p:cNvPr>
          <p:cNvSpPr>
            <a:spLocks xmlns:a="http://schemas.openxmlformats.org/drawingml/2006/main" noGrp="1"/>
          </p:cNvSpPr>
          <p:nvPr/>
        </p:nvSpPr>
        <p:spPr>
          <a:xfrm xmlns:a="http://schemas.openxmlformats.org/drawingml/2006/main">
            <a:off x="3676650" y="5524500"/>
            <a:ext cx="1257300" cy="285750"/>
          </a:xfrm>
          <a:prstGeom xmlns:a="http://schemas.openxmlformats.org/drawingml/2006/main" prst="roundRect">
            <a:avLst>
              <a:gd name="adj" fmla="val 50000"/>
            </a:avLst>
          </a:prstGeom>
          <a:solidFill xmlns:a="http://schemas.openxmlformats.org/drawingml/2006/main">
            <a:srgbClr val="0F3C7A">
              <a:alpha val="80000"/>
            </a:srgbClr>
          </a:solidFill>
          <a:ln xmlns:a="http://schemas.openxmlformats.org/drawingml/2006/main" w="9525">
            <a:solidFill>
              <a:srgbClr val="3F85D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38" b="0">
                <a:solidFill>
                  <a:srgbClr val="D8ECFF"/>
                </a:solidFill>
              </a:defRPr>
            </a:pPr>
            <a:r>
              <a:rPr sz="938" b="0">
                <a:solidFill>
                  <a:srgbClr val="D8ECFF"/>
                </a:solidFill>
              </a:rPr>
              <a:t>原型实现</a:t>
            </a:r>
          </a:p>
        </p:txBody>
      </p:sp>
      <p:sp>
        <p:nvSpPr>
          <p:cNvPr id="11" name="">
            <a:extLst xmlns:a="http://schemas.openxmlformats.org/drawingml/2006/main">
              <a:ext uri="{FF2B5EF4-FFF2-40B4-BE49-F238E27FC236}">
                <a16:creationId xmlns:a16="http://schemas.microsoft.com/office/drawing/2014/main" id="{E7443299-084B-4478-B3F9-23ADEB9E47D8}"/>
              </a:ext>
            </a:extLst>
          </p:cNvPr>
          <p:cNvSpPr>
            <a:spLocks xmlns:a="http://schemas.openxmlformats.org/drawingml/2006/main" noGrp="1"/>
          </p:cNvSpPr>
          <p:nvPr/>
        </p:nvSpPr>
        <p:spPr>
          <a:xfrm xmlns:a="http://schemas.openxmlformats.org/drawingml/2006/main">
            <a:off x="5162550" y="5524500"/>
            <a:ext cx="1257300" cy="285750"/>
          </a:xfrm>
          <a:prstGeom xmlns:a="http://schemas.openxmlformats.org/drawingml/2006/main" prst="roundRect">
            <a:avLst>
              <a:gd name="adj" fmla="val 50000"/>
            </a:avLst>
          </a:prstGeom>
          <a:solidFill xmlns:a="http://schemas.openxmlformats.org/drawingml/2006/main">
            <a:srgbClr val="0F3C7A">
              <a:alpha val="80000"/>
            </a:srgbClr>
          </a:solidFill>
          <a:ln xmlns:a="http://schemas.openxmlformats.org/drawingml/2006/main" w="9525">
            <a:solidFill>
              <a:srgbClr val="3F85D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38" b="0">
                <a:solidFill>
                  <a:srgbClr val="D8ECFF"/>
                </a:solidFill>
              </a:defRPr>
            </a:pPr>
            <a:r>
              <a:rPr sz="938" b="0">
                <a:solidFill>
                  <a:srgbClr val="D8ECFF"/>
                </a:solidFill>
              </a:rPr>
              <a:t>实验验证</a:t>
            </a:r>
          </a:p>
        </p:txBody>
      </p:sp>
      <p:sp>
        <p:nvSpPr>
          <p:cNvPr id="12" name="">
            <a:extLst xmlns:a="http://schemas.openxmlformats.org/drawingml/2006/main">
              <a:ext uri="{FF2B5EF4-FFF2-40B4-BE49-F238E27FC236}">
                <a16:creationId xmlns:a16="http://schemas.microsoft.com/office/drawing/2014/main" id="{30005AFE-6702-478B-8D4C-5758E16F8DA5}"/>
              </a:ext>
            </a:extLst>
          </p:cNvPr>
          <p:cNvSpPr>
            <a:spLocks xmlns:a="http://schemas.openxmlformats.org/drawingml/2006/main" noGrp="1"/>
          </p:cNvSpPr>
          <p:nvPr/>
        </p:nvSpPr>
        <p:spPr>
          <a:xfrm xmlns:a="http://schemas.openxmlformats.org/drawingml/2006/main">
            <a:off x="6648450" y="5524500"/>
            <a:ext cx="1257300" cy="285750"/>
          </a:xfrm>
          <a:prstGeom xmlns:a="http://schemas.openxmlformats.org/drawingml/2006/main" prst="roundRect">
            <a:avLst>
              <a:gd name="adj" fmla="val 50000"/>
            </a:avLst>
          </a:prstGeom>
          <a:solidFill xmlns:a="http://schemas.openxmlformats.org/drawingml/2006/main">
            <a:srgbClr val="0F3C7A">
              <a:alpha val="80000"/>
            </a:srgbClr>
          </a:solidFill>
          <a:ln xmlns:a="http://schemas.openxmlformats.org/drawingml/2006/main" w="9525">
            <a:solidFill>
              <a:srgbClr val="3F85D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38" b="0">
                <a:solidFill>
                  <a:srgbClr val="D8ECFF"/>
                </a:solidFill>
              </a:defRPr>
            </a:pPr>
            <a:r>
              <a:rPr sz="938" b="0">
                <a:solidFill>
                  <a:srgbClr val="D8ECFF"/>
                </a:solidFill>
              </a:rPr>
              <a:t>成果计划</a:t>
            </a:r>
          </a:p>
        </p:txBody>
      </p:sp>
      <p:sp>
        <p:nvSpPr>
          <p:cNvPr id="13" name="">
            <a:extLst xmlns:a="http://schemas.openxmlformats.org/drawingml/2006/main">
              <a:ext uri="{FF2B5EF4-FFF2-40B4-BE49-F238E27FC236}">
                <a16:creationId xmlns:a16="http://schemas.microsoft.com/office/drawing/2014/main" id="{549AEE4B-AD32-4FA4-8994-2DFB954CBE0A}"/>
              </a:ext>
            </a:extLst>
          </p:cNvPr>
          <p:cNvSpPr>
            <a:spLocks xmlns:a="http://schemas.openxmlformats.org/drawingml/2006/main" noGrp="1"/>
          </p:cNvSpPr>
          <p:nvPr/>
        </p:nvSpPr>
        <p:spPr>
          <a:xfrm xmlns:a="http://schemas.openxmlformats.org/drawingml/2006/main">
            <a:off x="7962900" y="1009650"/>
            <a:ext cx="381000" cy="381000"/>
          </a:xfrm>
          <a:prstGeom xmlns:a="http://schemas.openxmlformats.org/drawingml/2006/main" prst="ellipse">
            <a:avLst/>
          </a:prstGeom>
          <a:solidFill xmlns:a="http://schemas.openxmlformats.org/drawingml/2006/main">
            <a:srgbClr val="F4B000"/>
          </a:solidFill>
          <a:ln xmlns:a="http://schemas.openxmlformats.org/drawingml/2006/main" w="0">
            <a:solidFill>
              <a:srgbClr val="F4B000"/>
            </a:solidFill>
          </a:ln>
        </p:spPr>
      </p:sp>
      <p:sp>
        <p:nvSpPr>
          <p:cNvPr id="14" name="">
            <a:extLst xmlns:a="http://schemas.openxmlformats.org/drawingml/2006/main">
              <a:ext uri="{FF2B5EF4-FFF2-40B4-BE49-F238E27FC236}">
                <a16:creationId xmlns:a16="http://schemas.microsoft.com/office/drawing/2014/main" id="{52E4F14D-5327-444C-84D2-A8FA1875729A}"/>
              </a:ext>
            </a:extLst>
          </p:cNvPr>
          <p:cNvSpPr>
            <a:spLocks xmlns:a="http://schemas.openxmlformats.org/drawingml/2006/main" noGrp="1"/>
          </p:cNvSpPr>
          <p:nvPr/>
        </p:nvSpPr>
        <p:spPr>
          <a:xfrm xmlns:a="http://schemas.openxmlformats.org/drawingml/2006/main">
            <a:off x="7953375" y="1085850"/>
            <a:ext cx="4000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FFFFF"/>
                </a:solidFill>
              </a:defRPr>
            </a:pPr>
            <a:r>
              <a:rPr sz="975" b="1">
                <a:solidFill>
                  <a:srgbClr val="FFFFFF"/>
                </a:solidFill>
              </a:rPr>
              <a:t>01</a:t>
            </a:r>
          </a:p>
        </p:txBody>
      </p:sp>
      <p:sp>
        <p:nvSpPr>
          <p:cNvPr id="15" name="">
            <a:extLst xmlns:a="http://schemas.openxmlformats.org/drawingml/2006/main">
              <a:ext uri="{FF2B5EF4-FFF2-40B4-BE49-F238E27FC236}">
                <a16:creationId xmlns:a16="http://schemas.microsoft.com/office/drawing/2014/main" id="{299D5FD8-1208-49E0-9FBA-C8F7C38545CA}"/>
              </a:ext>
            </a:extLst>
          </p:cNvPr>
          <p:cNvSpPr>
            <a:spLocks xmlns:a="http://schemas.openxmlformats.org/drawingml/2006/main" noGrp="1"/>
          </p:cNvSpPr>
          <p:nvPr/>
        </p:nvSpPr>
        <p:spPr>
          <a:xfrm xmlns:a="http://schemas.openxmlformats.org/drawingml/2006/main">
            <a:off x="8572500" y="1028700"/>
            <a:ext cx="24765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FFFFFF"/>
                </a:solidFill>
              </a:defRPr>
            </a:pPr>
            <a:r>
              <a:rPr sz="1275" b="1">
                <a:solidFill>
                  <a:srgbClr val="FFFFFF"/>
                </a:solidFill>
              </a:rPr>
              <a:t>项目定位与完成情况</a:t>
            </a:r>
          </a:p>
        </p:txBody>
      </p:sp>
      <p:sp>
        <p:nvSpPr>
          <p:cNvPr id="16" name="">
            <a:extLst xmlns:a="http://schemas.openxmlformats.org/drawingml/2006/main">
              <a:ext uri="{FF2B5EF4-FFF2-40B4-BE49-F238E27FC236}">
                <a16:creationId xmlns:a16="http://schemas.microsoft.com/office/drawing/2014/main" id="{E3E990FB-8756-416F-B054-673239A34E02}"/>
              </a:ext>
            </a:extLst>
          </p:cNvPr>
          <p:cNvSpPr>
            <a:spLocks xmlns:a="http://schemas.openxmlformats.org/drawingml/2006/main" noGrp="1"/>
          </p:cNvSpPr>
          <p:nvPr/>
        </p:nvSpPr>
        <p:spPr>
          <a:xfrm xmlns:a="http://schemas.openxmlformats.org/drawingml/2006/main">
            <a:off x="8572500" y="1323975"/>
            <a:ext cx="28575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63" b="0">
                <a:solidFill>
                  <a:srgbClr val="C8DDF8"/>
                </a:solidFill>
              </a:defRPr>
            </a:pPr>
            <a:r>
              <a:rPr sz="863" b="0">
                <a:solidFill>
                  <a:srgbClr val="C8DDF8"/>
                </a:solidFill>
              </a:rPr>
              <a:t>对照任务书说明目标、周期、指标和交付物。</a:t>
            </a:r>
          </a:p>
        </p:txBody>
      </p:sp>
      <p:sp>
        <p:nvSpPr>
          <p:cNvPr id="17" name="">
            <a:extLst xmlns:a="http://schemas.openxmlformats.org/drawingml/2006/main">
              <a:ext uri="{FF2B5EF4-FFF2-40B4-BE49-F238E27FC236}">
                <a16:creationId xmlns:a16="http://schemas.microsoft.com/office/drawing/2014/main" id="{5F41716E-FC8A-484C-A709-01EA6EA61C05}"/>
              </a:ext>
            </a:extLst>
          </p:cNvPr>
          <p:cNvSpPr>
            <a:spLocks xmlns:a="http://schemas.openxmlformats.org/drawingml/2006/main" noGrp="1"/>
          </p:cNvSpPr>
          <p:nvPr/>
        </p:nvSpPr>
        <p:spPr>
          <a:xfrm xmlns:a="http://schemas.openxmlformats.org/drawingml/2006/main">
            <a:off x="7962900" y="1828800"/>
            <a:ext cx="381000" cy="381000"/>
          </a:xfrm>
          <a:prstGeom xmlns:a="http://schemas.openxmlformats.org/drawingml/2006/main" prst="ellipse">
            <a:avLst/>
          </a:prstGeom>
          <a:solidFill xmlns:a="http://schemas.openxmlformats.org/drawingml/2006/main">
            <a:srgbClr val="1E70CB"/>
          </a:solidFill>
          <a:ln xmlns:a="http://schemas.openxmlformats.org/drawingml/2006/main" w="0">
            <a:solidFill>
              <a:srgbClr val="1E70CB"/>
            </a:solidFill>
          </a:ln>
        </p:spPr>
      </p:sp>
      <p:sp>
        <p:nvSpPr>
          <p:cNvPr id="18" name="">
            <a:extLst xmlns:a="http://schemas.openxmlformats.org/drawingml/2006/main">
              <a:ext uri="{FF2B5EF4-FFF2-40B4-BE49-F238E27FC236}">
                <a16:creationId xmlns:a16="http://schemas.microsoft.com/office/drawing/2014/main" id="{B6E55E33-C270-439B-A4E0-735CD7BE1593}"/>
              </a:ext>
            </a:extLst>
          </p:cNvPr>
          <p:cNvSpPr>
            <a:spLocks xmlns:a="http://schemas.openxmlformats.org/drawingml/2006/main" noGrp="1"/>
          </p:cNvSpPr>
          <p:nvPr/>
        </p:nvSpPr>
        <p:spPr>
          <a:xfrm xmlns:a="http://schemas.openxmlformats.org/drawingml/2006/main">
            <a:off x="7953375" y="1905000"/>
            <a:ext cx="4000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FFFFF"/>
                </a:solidFill>
              </a:defRPr>
            </a:pPr>
            <a:r>
              <a:rPr sz="975" b="1">
                <a:solidFill>
                  <a:srgbClr val="FFFFFF"/>
                </a:solidFill>
              </a:rPr>
              <a:t>02</a:t>
            </a:r>
          </a:p>
        </p:txBody>
      </p:sp>
      <p:sp>
        <p:nvSpPr>
          <p:cNvPr id="19" name="">
            <a:extLst xmlns:a="http://schemas.openxmlformats.org/drawingml/2006/main">
              <a:ext uri="{FF2B5EF4-FFF2-40B4-BE49-F238E27FC236}">
                <a16:creationId xmlns:a16="http://schemas.microsoft.com/office/drawing/2014/main" id="{EC7E512D-0C65-46D5-BC13-834E2E5E3DD1}"/>
              </a:ext>
            </a:extLst>
          </p:cNvPr>
          <p:cNvSpPr>
            <a:spLocks xmlns:a="http://schemas.openxmlformats.org/drawingml/2006/main" noGrp="1"/>
          </p:cNvSpPr>
          <p:nvPr/>
        </p:nvSpPr>
        <p:spPr>
          <a:xfrm xmlns:a="http://schemas.openxmlformats.org/drawingml/2006/main">
            <a:off x="8572500" y="1847850"/>
            <a:ext cx="24765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FFFFFF"/>
                </a:solidFill>
              </a:defRPr>
            </a:pPr>
            <a:r>
              <a:rPr sz="1275" b="1">
                <a:solidFill>
                  <a:srgbClr val="FFFFFF"/>
                </a:solidFill>
              </a:rPr>
              <a:t>关键问题与技术路线</a:t>
            </a:r>
          </a:p>
        </p:txBody>
      </p:sp>
      <p:sp>
        <p:nvSpPr>
          <p:cNvPr id="20" name="">
            <a:extLst xmlns:a="http://schemas.openxmlformats.org/drawingml/2006/main">
              <a:ext uri="{FF2B5EF4-FFF2-40B4-BE49-F238E27FC236}">
                <a16:creationId xmlns:a16="http://schemas.microsoft.com/office/drawing/2014/main" id="{5F1FBFBC-21C4-48AC-AD41-59E469EA7F9C}"/>
              </a:ext>
            </a:extLst>
          </p:cNvPr>
          <p:cNvSpPr>
            <a:spLocks xmlns:a="http://schemas.openxmlformats.org/drawingml/2006/main" noGrp="1"/>
          </p:cNvSpPr>
          <p:nvPr/>
        </p:nvSpPr>
        <p:spPr>
          <a:xfrm xmlns:a="http://schemas.openxmlformats.org/drawingml/2006/main">
            <a:off x="8572500" y="2143125"/>
            <a:ext cx="28575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63" b="0">
                <a:solidFill>
                  <a:srgbClr val="C8DDF8"/>
                </a:solidFill>
              </a:defRPr>
            </a:pPr>
            <a:r>
              <a:rPr sz="863" b="0">
                <a:solidFill>
                  <a:srgbClr val="C8DDF8"/>
                </a:solidFill>
              </a:rPr>
              <a:t>用能力命名空间、语义路由、职责化复核串起主线。</a:t>
            </a:r>
          </a:p>
        </p:txBody>
      </p:sp>
      <p:sp>
        <p:nvSpPr>
          <p:cNvPr id="21" name="">
            <a:extLst xmlns:a="http://schemas.openxmlformats.org/drawingml/2006/main">
              <a:ext uri="{FF2B5EF4-FFF2-40B4-BE49-F238E27FC236}">
                <a16:creationId xmlns:a16="http://schemas.microsoft.com/office/drawing/2014/main" id="{D6B39BE8-E196-4203-8580-675C775AEBA6}"/>
              </a:ext>
            </a:extLst>
          </p:cNvPr>
          <p:cNvSpPr>
            <a:spLocks xmlns:a="http://schemas.openxmlformats.org/drawingml/2006/main" noGrp="1"/>
          </p:cNvSpPr>
          <p:nvPr/>
        </p:nvSpPr>
        <p:spPr>
          <a:xfrm xmlns:a="http://schemas.openxmlformats.org/drawingml/2006/main">
            <a:off x="7962900" y="2647950"/>
            <a:ext cx="381000" cy="381000"/>
          </a:xfrm>
          <a:prstGeom xmlns:a="http://schemas.openxmlformats.org/drawingml/2006/main" prst="ellipse">
            <a:avLst/>
          </a:prstGeom>
          <a:solidFill xmlns:a="http://schemas.openxmlformats.org/drawingml/2006/main">
            <a:srgbClr val="1E70CB"/>
          </a:solidFill>
          <a:ln xmlns:a="http://schemas.openxmlformats.org/drawingml/2006/main" w="0">
            <a:solidFill>
              <a:srgbClr val="1E70CB"/>
            </a:solidFill>
          </a:ln>
        </p:spPr>
      </p:sp>
      <p:sp>
        <p:nvSpPr>
          <p:cNvPr id="22" name="">
            <a:extLst xmlns:a="http://schemas.openxmlformats.org/drawingml/2006/main">
              <a:ext uri="{FF2B5EF4-FFF2-40B4-BE49-F238E27FC236}">
                <a16:creationId xmlns:a16="http://schemas.microsoft.com/office/drawing/2014/main" id="{C3F2C15D-860E-4ED6-9251-84183D23BD1B}"/>
              </a:ext>
            </a:extLst>
          </p:cNvPr>
          <p:cNvSpPr>
            <a:spLocks xmlns:a="http://schemas.openxmlformats.org/drawingml/2006/main" noGrp="1"/>
          </p:cNvSpPr>
          <p:nvPr/>
        </p:nvSpPr>
        <p:spPr>
          <a:xfrm xmlns:a="http://schemas.openxmlformats.org/drawingml/2006/main">
            <a:off x="7953375" y="2724150"/>
            <a:ext cx="4000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FFFFF"/>
                </a:solidFill>
              </a:defRPr>
            </a:pPr>
            <a:r>
              <a:rPr sz="975" b="1">
                <a:solidFill>
                  <a:srgbClr val="FFFFFF"/>
                </a:solidFill>
              </a:rPr>
              <a:t>03</a:t>
            </a:r>
          </a:p>
        </p:txBody>
      </p:sp>
      <p:sp>
        <p:nvSpPr>
          <p:cNvPr id="23" name="">
            <a:extLst xmlns:a="http://schemas.openxmlformats.org/drawingml/2006/main">
              <a:ext uri="{FF2B5EF4-FFF2-40B4-BE49-F238E27FC236}">
                <a16:creationId xmlns:a16="http://schemas.microsoft.com/office/drawing/2014/main" id="{5E0BACD9-6B89-4534-A645-2CC113E4ADC3}"/>
              </a:ext>
            </a:extLst>
          </p:cNvPr>
          <p:cNvSpPr>
            <a:spLocks xmlns:a="http://schemas.openxmlformats.org/drawingml/2006/main" noGrp="1"/>
          </p:cNvSpPr>
          <p:nvPr/>
        </p:nvSpPr>
        <p:spPr>
          <a:xfrm xmlns:a="http://schemas.openxmlformats.org/drawingml/2006/main">
            <a:off x="8572500" y="2667000"/>
            <a:ext cx="24765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FFFFFF"/>
                </a:solidFill>
              </a:defRPr>
            </a:pPr>
            <a:r>
              <a:rPr sz="1275" b="1">
                <a:solidFill>
                  <a:srgbClr val="FFFFFF"/>
                </a:solidFill>
              </a:rPr>
              <a:t>原型系统与工程实现</a:t>
            </a:r>
          </a:p>
        </p:txBody>
      </p:sp>
      <p:sp>
        <p:nvSpPr>
          <p:cNvPr id="24" name="">
            <a:extLst xmlns:a="http://schemas.openxmlformats.org/drawingml/2006/main">
              <a:ext uri="{FF2B5EF4-FFF2-40B4-BE49-F238E27FC236}">
                <a16:creationId xmlns:a16="http://schemas.microsoft.com/office/drawing/2014/main" id="{8A53B481-0FCE-42F7-907F-4F06D152189B}"/>
              </a:ext>
            </a:extLst>
          </p:cNvPr>
          <p:cNvSpPr>
            <a:spLocks xmlns:a="http://schemas.openxmlformats.org/drawingml/2006/main" noGrp="1"/>
          </p:cNvSpPr>
          <p:nvPr/>
        </p:nvSpPr>
        <p:spPr>
          <a:xfrm xmlns:a="http://schemas.openxmlformats.org/drawingml/2006/main">
            <a:off x="8572500" y="2962275"/>
            <a:ext cx="28575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63" b="0">
                <a:solidFill>
                  <a:srgbClr val="C8DDF8"/>
                </a:solidFill>
              </a:defRPr>
            </a:pPr>
            <a:r>
              <a:rPr sz="863" b="0">
                <a:solidFill>
                  <a:srgbClr val="C8DDF8"/>
                </a:solidFill>
              </a:rPr>
              <a:t>展示代码模块、运行链路、过程记录和执行落点。</a:t>
            </a:r>
          </a:p>
        </p:txBody>
      </p:sp>
      <p:sp>
        <p:nvSpPr>
          <p:cNvPr id="25" name="">
            <a:extLst xmlns:a="http://schemas.openxmlformats.org/drawingml/2006/main">
              <a:ext uri="{FF2B5EF4-FFF2-40B4-BE49-F238E27FC236}">
                <a16:creationId xmlns:a16="http://schemas.microsoft.com/office/drawing/2014/main" id="{15F88724-AE26-4229-B4F3-83E6A78CEA1D}"/>
              </a:ext>
            </a:extLst>
          </p:cNvPr>
          <p:cNvSpPr>
            <a:spLocks xmlns:a="http://schemas.openxmlformats.org/drawingml/2006/main" noGrp="1"/>
          </p:cNvSpPr>
          <p:nvPr/>
        </p:nvSpPr>
        <p:spPr>
          <a:xfrm xmlns:a="http://schemas.openxmlformats.org/drawingml/2006/main">
            <a:off x="7962900" y="3467100"/>
            <a:ext cx="381000" cy="381000"/>
          </a:xfrm>
          <a:prstGeom xmlns:a="http://schemas.openxmlformats.org/drawingml/2006/main" prst="ellipse">
            <a:avLst/>
          </a:prstGeom>
          <a:solidFill xmlns:a="http://schemas.openxmlformats.org/drawingml/2006/main">
            <a:srgbClr val="1E70CB"/>
          </a:solidFill>
          <a:ln xmlns:a="http://schemas.openxmlformats.org/drawingml/2006/main" w="0">
            <a:solidFill>
              <a:srgbClr val="1E70CB"/>
            </a:solidFill>
          </a:ln>
        </p:spPr>
      </p:sp>
      <p:sp>
        <p:nvSpPr>
          <p:cNvPr id="26" name="">
            <a:extLst xmlns:a="http://schemas.openxmlformats.org/drawingml/2006/main">
              <a:ext uri="{FF2B5EF4-FFF2-40B4-BE49-F238E27FC236}">
                <a16:creationId xmlns:a16="http://schemas.microsoft.com/office/drawing/2014/main" id="{55EB100D-7E0F-4198-BAF4-851AFA28BE52}"/>
              </a:ext>
            </a:extLst>
          </p:cNvPr>
          <p:cNvSpPr>
            <a:spLocks xmlns:a="http://schemas.openxmlformats.org/drawingml/2006/main" noGrp="1"/>
          </p:cNvSpPr>
          <p:nvPr/>
        </p:nvSpPr>
        <p:spPr>
          <a:xfrm xmlns:a="http://schemas.openxmlformats.org/drawingml/2006/main">
            <a:off x="7953375" y="3543300"/>
            <a:ext cx="4000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FFFFF"/>
                </a:solidFill>
              </a:defRPr>
            </a:pPr>
            <a:r>
              <a:rPr sz="975" b="1">
                <a:solidFill>
                  <a:srgbClr val="FFFFFF"/>
                </a:solidFill>
              </a:rPr>
              <a:t>04</a:t>
            </a:r>
          </a:p>
        </p:txBody>
      </p:sp>
      <p:sp>
        <p:nvSpPr>
          <p:cNvPr id="27" name="">
            <a:extLst xmlns:a="http://schemas.openxmlformats.org/drawingml/2006/main">
              <a:ext uri="{FF2B5EF4-FFF2-40B4-BE49-F238E27FC236}">
                <a16:creationId xmlns:a16="http://schemas.microsoft.com/office/drawing/2014/main" id="{5CD45E55-8424-4CC6-9A5E-8B098566E555}"/>
              </a:ext>
            </a:extLst>
          </p:cNvPr>
          <p:cNvSpPr>
            <a:spLocks xmlns:a="http://schemas.openxmlformats.org/drawingml/2006/main" noGrp="1"/>
          </p:cNvSpPr>
          <p:nvPr/>
        </p:nvSpPr>
        <p:spPr>
          <a:xfrm xmlns:a="http://schemas.openxmlformats.org/drawingml/2006/main">
            <a:off x="8572500" y="3486150"/>
            <a:ext cx="24765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FFFFFF"/>
                </a:solidFill>
              </a:defRPr>
            </a:pPr>
            <a:r>
              <a:rPr sz="1275" b="1">
                <a:solidFill>
                  <a:srgbClr val="FFFFFF"/>
                </a:solidFill>
              </a:rPr>
              <a:t>数据实验与量化结果</a:t>
            </a:r>
          </a:p>
        </p:txBody>
      </p:sp>
      <p:sp>
        <p:nvSpPr>
          <p:cNvPr id="28" name="">
            <a:extLst xmlns:a="http://schemas.openxmlformats.org/drawingml/2006/main">
              <a:ext uri="{FF2B5EF4-FFF2-40B4-BE49-F238E27FC236}">
                <a16:creationId xmlns:a16="http://schemas.microsoft.com/office/drawing/2014/main" id="{CEC77B89-99E9-4618-A3ED-1C83A46B9AD3}"/>
              </a:ext>
            </a:extLst>
          </p:cNvPr>
          <p:cNvSpPr>
            <a:spLocks xmlns:a="http://schemas.openxmlformats.org/drawingml/2006/main" noGrp="1"/>
          </p:cNvSpPr>
          <p:nvPr/>
        </p:nvSpPr>
        <p:spPr>
          <a:xfrm xmlns:a="http://schemas.openxmlformats.org/drawingml/2006/main">
            <a:off x="8572500" y="3781425"/>
            <a:ext cx="28575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63" b="0">
                <a:solidFill>
                  <a:srgbClr val="C8DDF8"/>
                </a:solidFill>
              </a:defRPr>
            </a:pPr>
            <a:r>
              <a:rPr sz="863" b="0">
                <a:solidFill>
                  <a:srgbClr val="C8DDF8"/>
                </a:solidFill>
              </a:rPr>
              <a:t>汇报 563 条冻结样本、主指标、消融和配置结果。</a:t>
            </a:r>
          </a:p>
        </p:txBody>
      </p:sp>
      <p:sp>
        <p:nvSpPr>
          <p:cNvPr id="29" name="">
            <a:extLst xmlns:a="http://schemas.openxmlformats.org/drawingml/2006/main">
              <a:ext uri="{FF2B5EF4-FFF2-40B4-BE49-F238E27FC236}">
                <a16:creationId xmlns:a16="http://schemas.microsoft.com/office/drawing/2014/main" id="{6871E02F-B1CE-44A5-805E-6B3C81B4E896}"/>
              </a:ext>
            </a:extLst>
          </p:cNvPr>
          <p:cNvSpPr>
            <a:spLocks xmlns:a="http://schemas.openxmlformats.org/drawingml/2006/main" noGrp="1"/>
          </p:cNvSpPr>
          <p:nvPr/>
        </p:nvSpPr>
        <p:spPr>
          <a:xfrm xmlns:a="http://schemas.openxmlformats.org/drawingml/2006/main">
            <a:off x="7962900" y="4286250"/>
            <a:ext cx="381000" cy="381000"/>
          </a:xfrm>
          <a:prstGeom xmlns:a="http://schemas.openxmlformats.org/drawingml/2006/main" prst="ellipse">
            <a:avLst/>
          </a:prstGeom>
          <a:solidFill xmlns:a="http://schemas.openxmlformats.org/drawingml/2006/main">
            <a:srgbClr val="1E70CB"/>
          </a:solidFill>
          <a:ln xmlns:a="http://schemas.openxmlformats.org/drawingml/2006/main" w="0">
            <a:solidFill>
              <a:srgbClr val="1E70CB"/>
            </a:solidFill>
          </a:ln>
        </p:spPr>
      </p:sp>
      <p:sp>
        <p:nvSpPr>
          <p:cNvPr id="30" name="">
            <a:extLst xmlns:a="http://schemas.openxmlformats.org/drawingml/2006/main">
              <a:ext uri="{FF2B5EF4-FFF2-40B4-BE49-F238E27FC236}">
                <a16:creationId xmlns:a16="http://schemas.microsoft.com/office/drawing/2014/main" id="{88F01939-3902-4633-9AFB-A117D2B5F465}"/>
              </a:ext>
            </a:extLst>
          </p:cNvPr>
          <p:cNvSpPr>
            <a:spLocks xmlns:a="http://schemas.openxmlformats.org/drawingml/2006/main" noGrp="1"/>
          </p:cNvSpPr>
          <p:nvPr/>
        </p:nvSpPr>
        <p:spPr>
          <a:xfrm xmlns:a="http://schemas.openxmlformats.org/drawingml/2006/main">
            <a:off x="7953375" y="4362450"/>
            <a:ext cx="4000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FFFFF"/>
                </a:solidFill>
              </a:defRPr>
            </a:pPr>
            <a:r>
              <a:rPr sz="975" b="1">
                <a:solidFill>
                  <a:srgbClr val="FFFFFF"/>
                </a:solidFill>
              </a:rPr>
              <a:t>05</a:t>
            </a:r>
          </a:p>
        </p:txBody>
      </p:sp>
      <p:sp>
        <p:nvSpPr>
          <p:cNvPr id="31" name="">
            <a:extLst xmlns:a="http://schemas.openxmlformats.org/drawingml/2006/main">
              <a:ext uri="{FF2B5EF4-FFF2-40B4-BE49-F238E27FC236}">
                <a16:creationId xmlns:a16="http://schemas.microsoft.com/office/drawing/2014/main" id="{7877D39C-6001-4180-94DE-4F99439DFC56}"/>
              </a:ext>
            </a:extLst>
          </p:cNvPr>
          <p:cNvSpPr>
            <a:spLocks xmlns:a="http://schemas.openxmlformats.org/drawingml/2006/main" noGrp="1"/>
          </p:cNvSpPr>
          <p:nvPr/>
        </p:nvSpPr>
        <p:spPr>
          <a:xfrm xmlns:a="http://schemas.openxmlformats.org/drawingml/2006/main">
            <a:off x="8572500" y="4305300"/>
            <a:ext cx="24765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FFFFFF"/>
                </a:solidFill>
              </a:defRPr>
            </a:pPr>
            <a:r>
              <a:rPr sz="1275" b="1">
                <a:solidFill>
                  <a:srgbClr val="FFFFFF"/>
                </a:solidFill>
              </a:rPr>
              <a:t>成果凝练与下一步</a:t>
            </a:r>
          </a:p>
        </p:txBody>
      </p:sp>
      <p:sp>
        <p:nvSpPr>
          <p:cNvPr id="32" name="">
            <a:extLst xmlns:a="http://schemas.openxmlformats.org/drawingml/2006/main">
              <a:ext uri="{FF2B5EF4-FFF2-40B4-BE49-F238E27FC236}">
                <a16:creationId xmlns:a16="http://schemas.microsoft.com/office/drawing/2014/main" id="{3DBDF350-5B98-43B7-8B07-7F980F6D386C}"/>
              </a:ext>
            </a:extLst>
          </p:cNvPr>
          <p:cNvSpPr>
            <a:spLocks xmlns:a="http://schemas.openxmlformats.org/drawingml/2006/main" noGrp="1"/>
          </p:cNvSpPr>
          <p:nvPr/>
        </p:nvSpPr>
        <p:spPr>
          <a:xfrm xmlns:a="http://schemas.openxmlformats.org/drawingml/2006/main">
            <a:off x="8572500" y="4600575"/>
            <a:ext cx="28575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63" b="0">
                <a:solidFill>
                  <a:srgbClr val="C8DDF8"/>
                </a:solidFill>
              </a:defRPr>
            </a:pPr>
            <a:r>
              <a:rPr sz="863" b="0">
                <a:solidFill>
                  <a:srgbClr val="C8DDF8"/>
                </a:solidFill>
              </a:rPr>
              <a:t>报告、论文、专利、宣传材料和后续演示联调。</a:t>
            </a:r>
          </a:p>
        </p:txBody>
      </p:sp>
    </p:spTree>
    <p:extLst>
      <p:ext uri="{BB962C8B-B14F-4D97-AF65-F5344CB8AC3E}">
        <p14:creationId xmlns:p14="http://schemas.microsoft.com/office/powerpoint/2010/main" val="19137522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b1fbae1b175643f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BC65D94-4DBB-44D2-A8FF-947B49243537}"/>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082B6D"/>
          </a:solidFill>
          <a:ln xmlns:a="http://schemas.openxmlformats.org/drawingml/2006/main" w="0">
            <a:solidFill>
              <a:srgbClr val="082B6D"/>
            </a:solidFill>
          </a:ln>
        </p:spPr>
      </p:sp>
      <p:sp>
        <p:nvSpPr>
          <p:cNvPr id="3" name="">
            <a:extLst xmlns:a="http://schemas.openxmlformats.org/drawingml/2006/main">
              <a:ext uri="{FF2B5EF4-FFF2-40B4-BE49-F238E27FC236}">
                <a16:creationId xmlns:a16="http://schemas.microsoft.com/office/drawing/2014/main" id="{1FEEDA23-FDCB-4411-BF91-3D59468CFDF7}"/>
              </a:ext>
            </a:extLst>
          </p:cNvPr>
          <p:cNvSpPr>
            <a:spLocks xmlns:a="http://schemas.openxmlformats.org/drawingml/2006/main" noGrp="1"/>
          </p:cNvSpPr>
          <p:nvPr/>
        </p:nvSpPr>
        <p:spPr>
          <a:xfrm xmlns:a="http://schemas.openxmlformats.org/drawingml/2006/main">
            <a:off x="0" y="104775"/>
            <a:ext cx="12192000" cy="28575"/>
          </a:xfrm>
          <a:prstGeom xmlns:a="http://schemas.openxmlformats.org/drawingml/2006/main" prst="rect">
            <a:avLst/>
          </a:prstGeom>
          <a:solidFill xmlns:a="http://schemas.openxmlformats.org/drawingml/2006/main">
            <a:srgbClr val="1E83E6"/>
          </a:solidFill>
          <a:ln xmlns:a="http://schemas.openxmlformats.org/drawingml/2006/main" w="0">
            <a:solidFill>
              <a:srgbClr val="1E83E6"/>
            </a:solidFill>
          </a:ln>
        </p:spPr>
      </p:sp>
      <p:sp>
        <p:nvSpPr>
          <p:cNvPr id="4" name="">
            <a:extLst xmlns:a="http://schemas.openxmlformats.org/drawingml/2006/main">
              <a:ext uri="{FF2B5EF4-FFF2-40B4-BE49-F238E27FC236}">
                <a16:creationId xmlns:a16="http://schemas.microsoft.com/office/drawing/2014/main" id="{38A12B18-ABF5-429D-932F-ED9DA7330038}"/>
              </a:ext>
            </a:extLst>
          </p:cNvPr>
          <p:cNvSpPr>
            <a:spLocks xmlns:a="http://schemas.openxmlformats.org/drawingml/2006/main" noGrp="1"/>
          </p:cNvSpPr>
          <p:nvPr/>
        </p:nvSpPr>
        <p:spPr>
          <a:xfrm xmlns:a="http://schemas.openxmlformats.org/drawingml/2006/main">
            <a:off x="476250" y="285750"/>
            <a:ext cx="666750" cy="228600"/>
          </a:xfrm>
          <a:prstGeom xmlns:a="http://schemas.openxmlformats.org/drawingml/2006/main" prst="roundRect">
            <a:avLst>
              <a:gd name="adj" fmla="val 45000"/>
            </a:avLst>
          </a:prstGeom>
          <a:solidFill xmlns:a="http://schemas.openxmlformats.org/drawingml/2006/main">
            <a:srgbClr val="E8F2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0B63CE"/>
                </a:solidFill>
              </a:defRPr>
            </a:pPr>
            <a:r>
              <a:rPr sz="1050" b="1">
                <a:solidFill>
                  <a:srgbClr val="0B63CE"/>
                </a:solidFill>
              </a:rPr>
              <a:t>01</a:t>
            </a:r>
          </a:p>
        </p:txBody>
      </p:sp>
      <p:sp>
        <p:nvSpPr>
          <p:cNvPr id="5" name="">
            <a:extLst xmlns:a="http://schemas.openxmlformats.org/drawingml/2006/main">
              <a:ext uri="{FF2B5EF4-FFF2-40B4-BE49-F238E27FC236}">
                <a16:creationId xmlns:a16="http://schemas.microsoft.com/office/drawing/2014/main" id="{4B6F7089-78A7-45BB-BC3D-92981E925209}"/>
              </a:ext>
            </a:extLst>
          </p:cNvPr>
          <p:cNvSpPr>
            <a:spLocks xmlns:a="http://schemas.openxmlformats.org/drawingml/2006/main" noGrp="1"/>
          </p:cNvSpPr>
          <p:nvPr/>
        </p:nvSpPr>
        <p:spPr>
          <a:xfrm xmlns:a="http://schemas.openxmlformats.org/drawingml/2006/main">
            <a:off x="1285875" y="276225"/>
            <a:ext cx="80962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02033"/>
                </a:solidFill>
              </a:defRPr>
            </a:pPr>
            <a:r>
              <a:rPr sz="1800" b="1">
                <a:solidFill>
                  <a:srgbClr val="102033"/>
                </a:solidFill>
              </a:rPr>
              <a:t>一页讲清项目完成情况</a:t>
            </a:r>
          </a:p>
        </p:txBody>
      </p:sp>
      <p:sp>
        <p:nvSpPr>
          <p:cNvPr id="6" name="">
            <a:extLst xmlns:a="http://schemas.openxmlformats.org/drawingml/2006/main">
              <a:ext uri="{FF2B5EF4-FFF2-40B4-BE49-F238E27FC236}">
                <a16:creationId xmlns:a16="http://schemas.microsoft.com/office/drawing/2014/main" id="{163D71B1-28DD-40C9-9E4C-0B9C35C134CB}"/>
              </a:ext>
            </a:extLst>
          </p:cNvPr>
          <p:cNvSpPr>
            <a:spLocks xmlns:a="http://schemas.openxmlformats.org/drawingml/2006/main" noGrp="1"/>
          </p:cNvSpPr>
          <p:nvPr/>
        </p:nvSpPr>
        <p:spPr>
          <a:xfrm xmlns:a="http://schemas.openxmlformats.org/drawingml/2006/main">
            <a:off x="1285875" y="609600"/>
            <a:ext cx="80010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53657A"/>
                </a:solidFill>
              </a:defRPr>
            </a:pPr>
            <a:r>
              <a:rPr sz="938" b="0">
                <a:solidFill>
                  <a:srgbClr val="53657A"/>
                </a:solidFill>
              </a:rPr>
              <a:t>项目已形成从能力命名、语义路由、协作复核到可信轨迹的完整研究与原型链路。</a:t>
            </a:r>
          </a:p>
        </p:txBody>
      </p:sp>
      <p:sp>
        <p:nvSpPr>
          <p:cNvPr id="7" name="">
            <a:extLst xmlns:a="http://schemas.openxmlformats.org/drawingml/2006/main">
              <a:ext uri="{FF2B5EF4-FFF2-40B4-BE49-F238E27FC236}">
                <a16:creationId xmlns:a16="http://schemas.microsoft.com/office/drawing/2014/main" id="{EEB0B719-3607-4DAE-AD75-9EBC8107C70B}"/>
              </a:ext>
            </a:extLst>
          </p:cNvPr>
          <p:cNvSpPr>
            <a:spLocks xmlns:a="http://schemas.openxmlformats.org/drawingml/2006/main" noGrp="1"/>
          </p:cNvSpPr>
          <p:nvPr/>
        </p:nvSpPr>
        <p:spPr>
          <a:xfrm xmlns:a="http://schemas.openxmlformats.org/drawingml/2006/main">
            <a:off x="10782300" y="276225"/>
            <a:ext cx="9144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00" b="1">
                <a:solidFill>
                  <a:srgbClr val="0B63CE"/>
                </a:solidFill>
              </a:defRPr>
            </a:pPr>
            <a:r>
              <a:rPr sz="1800" b="1">
                <a:solidFill>
                  <a:srgbClr val="0B63CE"/>
                </a:solidFill>
              </a:rPr>
              <a:t>CNNIC</a:t>
            </a:r>
          </a:p>
        </p:txBody>
      </p:sp>
      <p:sp>
        <p:nvSpPr>
          <p:cNvPr id="8" name="">
            <a:extLst xmlns:a="http://schemas.openxmlformats.org/drawingml/2006/main">
              <a:ext uri="{FF2B5EF4-FFF2-40B4-BE49-F238E27FC236}">
                <a16:creationId xmlns:a16="http://schemas.microsoft.com/office/drawing/2014/main" id="{EB0D1834-0175-478D-858E-511E321AC655}"/>
              </a:ext>
            </a:extLst>
          </p:cNvPr>
          <p:cNvSpPr>
            <a:spLocks xmlns:a="http://schemas.openxmlformats.org/drawingml/2006/main" noGrp="1"/>
          </p:cNvSpPr>
          <p:nvPr/>
        </p:nvSpPr>
        <p:spPr>
          <a:xfrm xmlns:a="http://schemas.openxmlformats.org/drawingml/2006/main">
            <a:off x="9906000" y="533400"/>
            <a:ext cx="17907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88" b="0">
                <a:solidFill>
                  <a:srgbClr val="53657A"/>
                </a:solidFill>
              </a:defRPr>
            </a:pPr>
            <a:r>
              <a:rPr sz="788" b="0">
                <a:solidFill>
                  <a:srgbClr val="53657A"/>
                </a:solidFill>
              </a:rPr>
              <a:t>中国互联网络信息中心</a:t>
            </a:r>
          </a:p>
        </p:txBody>
      </p:sp>
      <p:sp>
        <p:nvSpPr>
          <p:cNvPr id="9" name="">
            <a:extLst xmlns:a="http://schemas.openxmlformats.org/drawingml/2006/main">
              <a:ext uri="{FF2B5EF4-FFF2-40B4-BE49-F238E27FC236}">
                <a16:creationId xmlns:a16="http://schemas.microsoft.com/office/drawing/2014/main" id="{E76D0DF0-629F-4447-B1FE-259E189E2C1E}"/>
              </a:ext>
            </a:extLst>
          </p:cNvPr>
          <p:cNvSpPr>
            <a:spLocks xmlns:a="http://schemas.openxmlformats.org/drawingml/2006/main" noGrp="1"/>
          </p:cNvSpPr>
          <p:nvPr/>
        </p:nvSpPr>
        <p:spPr>
          <a:xfrm xmlns:a="http://schemas.openxmlformats.org/drawingml/2006/main">
            <a:off x="552450" y="1123950"/>
            <a:ext cx="3762375" cy="438150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10478">
            <a:solidFill>
              <a:srgbClr val="C9DDF3"/>
            </a:solidFill>
          </a:ln>
        </p:spPr>
      </p:sp>
      <p:sp>
        <p:nvSpPr>
          <p:cNvPr id="10" name="">
            <a:extLst xmlns:a="http://schemas.openxmlformats.org/drawingml/2006/main">
              <a:ext uri="{FF2B5EF4-FFF2-40B4-BE49-F238E27FC236}">
                <a16:creationId xmlns:a16="http://schemas.microsoft.com/office/drawing/2014/main" id="{CB77C4D3-0026-4A30-8B49-3432ABB2ABAD}"/>
              </a:ext>
            </a:extLst>
          </p:cNvPr>
          <p:cNvSpPr>
            <a:spLocks xmlns:a="http://schemas.openxmlformats.org/drawingml/2006/main" noGrp="1"/>
          </p:cNvSpPr>
          <p:nvPr/>
        </p:nvSpPr>
        <p:spPr>
          <a:xfrm xmlns:a="http://schemas.openxmlformats.org/drawingml/2006/main">
            <a:off x="781050" y="1352550"/>
            <a:ext cx="19050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02033"/>
                </a:solidFill>
              </a:defRPr>
            </a:pPr>
            <a:r>
              <a:rPr sz="1500" b="1">
                <a:solidFill>
                  <a:srgbClr val="102033"/>
                </a:solidFill>
              </a:rPr>
              <a:t>项目基本信息</a:t>
            </a:r>
          </a:p>
        </p:txBody>
      </p:sp>
      <p:sp>
        <p:nvSpPr>
          <p:cNvPr id="11" name="">
            <a:extLst xmlns:a="http://schemas.openxmlformats.org/drawingml/2006/main">
              <a:ext uri="{FF2B5EF4-FFF2-40B4-BE49-F238E27FC236}">
                <a16:creationId xmlns:a16="http://schemas.microsoft.com/office/drawing/2014/main" id="{0E5B4EF0-26B4-4D36-A1EB-E1A2F9E4E789}"/>
              </a:ext>
            </a:extLst>
          </p:cNvPr>
          <p:cNvSpPr>
            <a:spLocks xmlns:a="http://schemas.openxmlformats.org/drawingml/2006/main" noGrp="1"/>
          </p:cNvSpPr>
          <p:nvPr/>
        </p:nvSpPr>
        <p:spPr>
          <a:xfrm xmlns:a="http://schemas.openxmlformats.org/drawingml/2006/main">
            <a:off x="781050" y="1866900"/>
            <a:ext cx="8001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0B63CE"/>
                </a:solidFill>
              </a:defRPr>
            </a:pPr>
            <a:r>
              <a:rPr sz="900" b="1">
                <a:solidFill>
                  <a:srgbClr val="0B63CE"/>
                </a:solidFill>
              </a:rPr>
              <a:t>项目名称</a:t>
            </a:r>
          </a:p>
        </p:txBody>
      </p:sp>
      <p:sp>
        <p:nvSpPr>
          <p:cNvPr id="12" name="">
            <a:extLst xmlns:a="http://schemas.openxmlformats.org/drawingml/2006/main">
              <a:ext uri="{FF2B5EF4-FFF2-40B4-BE49-F238E27FC236}">
                <a16:creationId xmlns:a16="http://schemas.microsoft.com/office/drawing/2014/main" id="{66C774A8-D709-49EF-9A3E-CB71BFC32B45}"/>
              </a:ext>
            </a:extLst>
          </p:cNvPr>
          <p:cNvSpPr>
            <a:spLocks xmlns:a="http://schemas.openxmlformats.org/drawingml/2006/main" noGrp="1"/>
          </p:cNvSpPr>
          <p:nvPr/>
        </p:nvSpPr>
        <p:spPr>
          <a:xfrm xmlns:a="http://schemas.openxmlformats.org/drawingml/2006/main">
            <a:off x="1676400" y="1847850"/>
            <a:ext cx="2209800" cy="3810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0" b="0">
                <a:solidFill>
                  <a:srgbClr val="102033"/>
                </a:solidFill>
              </a:defRPr>
            </a:pPr>
            <a:r>
              <a:rPr sz="930" b="0">
                <a:solidFill>
                  <a:srgbClr val="102033"/>
                </a:solidFill>
              </a:rPr>
              <a:t>面向互联网基础资源的大模型多智能体协作与可信认知标识技术研究</a:t>
            </a:r>
          </a:p>
        </p:txBody>
      </p:sp>
      <p:sp>
        <p:nvSpPr>
          <p:cNvPr id="13" name="">
            <a:extLst xmlns:a="http://schemas.openxmlformats.org/drawingml/2006/main">
              <a:ext uri="{FF2B5EF4-FFF2-40B4-BE49-F238E27FC236}">
                <a16:creationId xmlns:a16="http://schemas.microsoft.com/office/drawing/2014/main" id="{90C1972B-9415-45F9-8452-B4F62096C740}"/>
              </a:ext>
            </a:extLst>
          </p:cNvPr>
          <p:cNvSpPr>
            <a:spLocks xmlns:a="http://schemas.openxmlformats.org/drawingml/2006/main" noGrp="1"/>
          </p:cNvSpPr>
          <p:nvPr/>
        </p:nvSpPr>
        <p:spPr>
          <a:xfrm xmlns:a="http://schemas.openxmlformats.org/drawingml/2006/main">
            <a:off x="781050" y="2305050"/>
            <a:ext cx="3048000" cy="9525"/>
          </a:xfrm>
          <a:prstGeom xmlns:a="http://schemas.openxmlformats.org/drawingml/2006/main" prst="rect">
            <a:avLst/>
          </a:prstGeom>
          <a:solidFill xmlns:a="http://schemas.openxmlformats.org/drawingml/2006/main">
            <a:srgbClr val="E8F0FA"/>
          </a:solidFill>
          <a:ln xmlns:a="http://schemas.openxmlformats.org/drawingml/2006/main" w="0">
            <a:solidFill>
              <a:srgbClr val="E8F0FA"/>
            </a:solidFill>
          </a:ln>
        </p:spPr>
      </p:sp>
      <p:sp>
        <p:nvSpPr>
          <p:cNvPr id="14" name="">
            <a:extLst xmlns:a="http://schemas.openxmlformats.org/drawingml/2006/main">
              <a:ext uri="{FF2B5EF4-FFF2-40B4-BE49-F238E27FC236}">
                <a16:creationId xmlns:a16="http://schemas.microsoft.com/office/drawing/2014/main" id="{DF807945-CBF8-47C8-9000-D7CDDBD381E3}"/>
              </a:ext>
            </a:extLst>
          </p:cNvPr>
          <p:cNvSpPr>
            <a:spLocks xmlns:a="http://schemas.openxmlformats.org/drawingml/2006/main" noGrp="1"/>
          </p:cNvSpPr>
          <p:nvPr/>
        </p:nvSpPr>
        <p:spPr>
          <a:xfrm xmlns:a="http://schemas.openxmlformats.org/drawingml/2006/main">
            <a:off x="781050" y="2457450"/>
            <a:ext cx="8001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0B63CE"/>
                </a:solidFill>
              </a:defRPr>
            </a:pPr>
            <a:r>
              <a:rPr sz="900" b="1">
                <a:solidFill>
                  <a:srgbClr val="0B63CE"/>
                </a:solidFill>
              </a:rPr>
              <a:t>项目类型</a:t>
            </a:r>
          </a:p>
        </p:txBody>
      </p:sp>
      <p:sp>
        <p:nvSpPr>
          <p:cNvPr id="15" name="">
            <a:extLst xmlns:a="http://schemas.openxmlformats.org/drawingml/2006/main">
              <a:ext uri="{FF2B5EF4-FFF2-40B4-BE49-F238E27FC236}">
                <a16:creationId xmlns:a16="http://schemas.microsoft.com/office/drawing/2014/main" id="{5B512D9C-570F-4847-ACFB-B317AEFD5502}"/>
              </a:ext>
            </a:extLst>
          </p:cNvPr>
          <p:cNvSpPr>
            <a:spLocks xmlns:a="http://schemas.openxmlformats.org/drawingml/2006/main" noGrp="1"/>
          </p:cNvSpPr>
          <p:nvPr/>
        </p:nvSpPr>
        <p:spPr>
          <a:xfrm xmlns:a="http://schemas.openxmlformats.org/drawingml/2006/main">
            <a:off x="1676400" y="2438400"/>
            <a:ext cx="2209800" cy="3810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102033"/>
                </a:solidFill>
              </a:defRPr>
            </a:pPr>
            <a:r>
              <a:rPr sz="975" b="0">
                <a:solidFill>
                  <a:srgbClr val="102033"/>
                </a:solidFill>
              </a:rPr>
              <a:t>自立科研重点项目</a:t>
            </a:r>
          </a:p>
        </p:txBody>
      </p:sp>
      <p:sp>
        <p:nvSpPr>
          <p:cNvPr id="16" name="">
            <a:extLst xmlns:a="http://schemas.openxmlformats.org/drawingml/2006/main">
              <a:ext uri="{FF2B5EF4-FFF2-40B4-BE49-F238E27FC236}">
                <a16:creationId xmlns:a16="http://schemas.microsoft.com/office/drawing/2014/main" id="{85FDA13B-7E2E-4F35-B539-7EFD85EB1D53}"/>
              </a:ext>
            </a:extLst>
          </p:cNvPr>
          <p:cNvSpPr>
            <a:spLocks xmlns:a="http://schemas.openxmlformats.org/drawingml/2006/main" noGrp="1"/>
          </p:cNvSpPr>
          <p:nvPr/>
        </p:nvSpPr>
        <p:spPr>
          <a:xfrm xmlns:a="http://schemas.openxmlformats.org/drawingml/2006/main">
            <a:off x="781050" y="2895600"/>
            <a:ext cx="3048000" cy="9525"/>
          </a:xfrm>
          <a:prstGeom xmlns:a="http://schemas.openxmlformats.org/drawingml/2006/main" prst="rect">
            <a:avLst/>
          </a:prstGeom>
          <a:solidFill xmlns:a="http://schemas.openxmlformats.org/drawingml/2006/main">
            <a:srgbClr val="E8F0FA"/>
          </a:solidFill>
          <a:ln xmlns:a="http://schemas.openxmlformats.org/drawingml/2006/main" w="0">
            <a:solidFill>
              <a:srgbClr val="E8F0FA"/>
            </a:solidFill>
          </a:ln>
        </p:spPr>
      </p:sp>
      <p:sp>
        <p:nvSpPr>
          <p:cNvPr id="17" name="">
            <a:extLst xmlns:a="http://schemas.openxmlformats.org/drawingml/2006/main">
              <a:ext uri="{FF2B5EF4-FFF2-40B4-BE49-F238E27FC236}">
                <a16:creationId xmlns:a16="http://schemas.microsoft.com/office/drawing/2014/main" id="{682A93EE-B3E0-4ED1-B469-BA260262E7C8}"/>
              </a:ext>
            </a:extLst>
          </p:cNvPr>
          <p:cNvSpPr>
            <a:spLocks xmlns:a="http://schemas.openxmlformats.org/drawingml/2006/main" noGrp="1"/>
          </p:cNvSpPr>
          <p:nvPr/>
        </p:nvSpPr>
        <p:spPr>
          <a:xfrm xmlns:a="http://schemas.openxmlformats.org/drawingml/2006/main">
            <a:off x="781050" y="3048000"/>
            <a:ext cx="8001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0B63CE"/>
                </a:solidFill>
              </a:defRPr>
            </a:pPr>
            <a:r>
              <a:rPr sz="900" b="1">
                <a:solidFill>
                  <a:srgbClr val="0B63CE"/>
                </a:solidFill>
              </a:rPr>
              <a:t>实施周期</a:t>
            </a:r>
          </a:p>
        </p:txBody>
      </p:sp>
      <p:sp>
        <p:nvSpPr>
          <p:cNvPr id="18" name="">
            <a:extLst xmlns:a="http://schemas.openxmlformats.org/drawingml/2006/main">
              <a:ext uri="{FF2B5EF4-FFF2-40B4-BE49-F238E27FC236}">
                <a16:creationId xmlns:a16="http://schemas.microsoft.com/office/drawing/2014/main" id="{1C57B73F-6B38-498A-9F61-5087DDF968ED}"/>
              </a:ext>
            </a:extLst>
          </p:cNvPr>
          <p:cNvSpPr>
            <a:spLocks xmlns:a="http://schemas.openxmlformats.org/drawingml/2006/main" noGrp="1"/>
          </p:cNvSpPr>
          <p:nvPr/>
        </p:nvSpPr>
        <p:spPr>
          <a:xfrm xmlns:a="http://schemas.openxmlformats.org/drawingml/2006/main">
            <a:off x="1676400" y="3028950"/>
            <a:ext cx="2209800" cy="3810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102033"/>
                </a:solidFill>
              </a:defRPr>
            </a:pPr>
            <a:r>
              <a:rPr sz="975" b="0">
                <a:solidFill>
                  <a:srgbClr val="102033"/>
                </a:solidFill>
              </a:rPr>
              <a:t>2025年5月-2026年4月</a:t>
            </a:r>
          </a:p>
        </p:txBody>
      </p:sp>
      <p:sp>
        <p:nvSpPr>
          <p:cNvPr id="19" name="">
            <a:extLst xmlns:a="http://schemas.openxmlformats.org/drawingml/2006/main">
              <a:ext uri="{FF2B5EF4-FFF2-40B4-BE49-F238E27FC236}">
                <a16:creationId xmlns:a16="http://schemas.microsoft.com/office/drawing/2014/main" id="{B72AE050-1A67-4B85-852A-9CC9EA46403A}"/>
              </a:ext>
            </a:extLst>
          </p:cNvPr>
          <p:cNvSpPr>
            <a:spLocks xmlns:a="http://schemas.openxmlformats.org/drawingml/2006/main" noGrp="1"/>
          </p:cNvSpPr>
          <p:nvPr/>
        </p:nvSpPr>
        <p:spPr>
          <a:xfrm xmlns:a="http://schemas.openxmlformats.org/drawingml/2006/main">
            <a:off x="781050" y="3486150"/>
            <a:ext cx="3048000" cy="9525"/>
          </a:xfrm>
          <a:prstGeom xmlns:a="http://schemas.openxmlformats.org/drawingml/2006/main" prst="rect">
            <a:avLst/>
          </a:prstGeom>
          <a:solidFill xmlns:a="http://schemas.openxmlformats.org/drawingml/2006/main">
            <a:srgbClr val="E8F0FA"/>
          </a:solidFill>
          <a:ln xmlns:a="http://schemas.openxmlformats.org/drawingml/2006/main" w="0">
            <a:solidFill>
              <a:srgbClr val="E8F0FA"/>
            </a:solidFill>
          </a:ln>
        </p:spPr>
      </p:sp>
      <p:sp>
        <p:nvSpPr>
          <p:cNvPr id="20" name="">
            <a:extLst xmlns:a="http://schemas.openxmlformats.org/drawingml/2006/main">
              <a:ext uri="{FF2B5EF4-FFF2-40B4-BE49-F238E27FC236}">
                <a16:creationId xmlns:a16="http://schemas.microsoft.com/office/drawing/2014/main" id="{57A60877-ED06-40BD-9096-410AACA1EBAD}"/>
              </a:ext>
            </a:extLst>
          </p:cNvPr>
          <p:cNvSpPr>
            <a:spLocks xmlns:a="http://schemas.openxmlformats.org/drawingml/2006/main" noGrp="1"/>
          </p:cNvSpPr>
          <p:nvPr/>
        </p:nvSpPr>
        <p:spPr>
          <a:xfrm xmlns:a="http://schemas.openxmlformats.org/drawingml/2006/main">
            <a:off x="781050" y="3638550"/>
            <a:ext cx="8001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0B63CE"/>
                </a:solidFill>
              </a:defRPr>
            </a:pPr>
            <a:r>
              <a:rPr sz="900" b="1">
                <a:solidFill>
                  <a:srgbClr val="0B63CE"/>
                </a:solidFill>
              </a:rPr>
              <a:t>承研处所</a:t>
            </a:r>
          </a:p>
        </p:txBody>
      </p:sp>
      <p:sp>
        <p:nvSpPr>
          <p:cNvPr id="21" name="">
            <a:extLst xmlns:a="http://schemas.openxmlformats.org/drawingml/2006/main">
              <a:ext uri="{FF2B5EF4-FFF2-40B4-BE49-F238E27FC236}">
                <a16:creationId xmlns:a16="http://schemas.microsoft.com/office/drawing/2014/main" id="{77173F55-851F-4C58-A57C-30097A1FA850}"/>
              </a:ext>
            </a:extLst>
          </p:cNvPr>
          <p:cNvSpPr>
            <a:spLocks xmlns:a="http://schemas.openxmlformats.org/drawingml/2006/main" noGrp="1"/>
          </p:cNvSpPr>
          <p:nvPr/>
        </p:nvSpPr>
        <p:spPr>
          <a:xfrm xmlns:a="http://schemas.openxmlformats.org/drawingml/2006/main">
            <a:off x="1676400" y="3619500"/>
            <a:ext cx="2209800" cy="3810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102033"/>
                </a:solidFill>
              </a:defRPr>
            </a:pPr>
            <a:r>
              <a:rPr sz="975" b="0">
                <a:solidFill>
                  <a:srgbClr val="102033"/>
                </a:solidFill>
              </a:rPr>
              <a:t>技术发展所</a:t>
            </a:r>
          </a:p>
        </p:txBody>
      </p:sp>
      <p:sp>
        <p:nvSpPr>
          <p:cNvPr id="22" name="">
            <a:extLst xmlns:a="http://schemas.openxmlformats.org/drawingml/2006/main">
              <a:ext uri="{FF2B5EF4-FFF2-40B4-BE49-F238E27FC236}">
                <a16:creationId xmlns:a16="http://schemas.microsoft.com/office/drawing/2014/main" id="{EFE8207E-B123-4477-9978-B40B3717E261}"/>
              </a:ext>
            </a:extLst>
          </p:cNvPr>
          <p:cNvSpPr>
            <a:spLocks xmlns:a="http://schemas.openxmlformats.org/drawingml/2006/main" noGrp="1"/>
          </p:cNvSpPr>
          <p:nvPr/>
        </p:nvSpPr>
        <p:spPr>
          <a:xfrm xmlns:a="http://schemas.openxmlformats.org/drawingml/2006/main">
            <a:off x="781050" y="4076700"/>
            <a:ext cx="3048000" cy="9525"/>
          </a:xfrm>
          <a:prstGeom xmlns:a="http://schemas.openxmlformats.org/drawingml/2006/main" prst="rect">
            <a:avLst/>
          </a:prstGeom>
          <a:solidFill xmlns:a="http://schemas.openxmlformats.org/drawingml/2006/main">
            <a:srgbClr val="E8F0FA"/>
          </a:solidFill>
          <a:ln xmlns:a="http://schemas.openxmlformats.org/drawingml/2006/main" w="0">
            <a:solidFill>
              <a:srgbClr val="E8F0FA"/>
            </a:solidFill>
          </a:ln>
        </p:spPr>
      </p:sp>
      <p:sp>
        <p:nvSpPr>
          <p:cNvPr id="23" name="">
            <a:extLst xmlns:a="http://schemas.openxmlformats.org/drawingml/2006/main">
              <a:ext uri="{FF2B5EF4-FFF2-40B4-BE49-F238E27FC236}">
                <a16:creationId xmlns:a16="http://schemas.microsoft.com/office/drawing/2014/main" id="{D5DB0C65-886B-466E-8904-46423A74BFCC}"/>
              </a:ext>
            </a:extLst>
          </p:cNvPr>
          <p:cNvSpPr>
            <a:spLocks xmlns:a="http://schemas.openxmlformats.org/drawingml/2006/main" noGrp="1"/>
          </p:cNvSpPr>
          <p:nvPr/>
        </p:nvSpPr>
        <p:spPr>
          <a:xfrm xmlns:a="http://schemas.openxmlformats.org/drawingml/2006/main">
            <a:off x="781050" y="4229100"/>
            <a:ext cx="8001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0B63CE"/>
                </a:solidFill>
              </a:defRPr>
            </a:pPr>
            <a:r>
              <a:rPr sz="900" b="1">
                <a:solidFill>
                  <a:srgbClr val="0B63CE"/>
                </a:solidFill>
              </a:rPr>
              <a:t>负责人</a:t>
            </a:r>
          </a:p>
        </p:txBody>
      </p:sp>
      <p:sp>
        <p:nvSpPr>
          <p:cNvPr id="24" name="">
            <a:extLst xmlns:a="http://schemas.openxmlformats.org/drawingml/2006/main">
              <a:ext uri="{FF2B5EF4-FFF2-40B4-BE49-F238E27FC236}">
                <a16:creationId xmlns:a16="http://schemas.microsoft.com/office/drawing/2014/main" id="{D9C7478E-DE39-459B-8587-AA1BFE02DB85}"/>
              </a:ext>
            </a:extLst>
          </p:cNvPr>
          <p:cNvSpPr>
            <a:spLocks xmlns:a="http://schemas.openxmlformats.org/drawingml/2006/main" noGrp="1"/>
          </p:cNvSpPr>
          <p:nvPr/>
        </p:nvSpPr>
        <p:spPr>
          <a:xfrm xmlns:a="http://schemas.openxmlformats.org/drawingml/2006/main">
            <a:off x="1676400" y="4210050"/>
            <a:ext cx="2209800" cy="3810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102033"/>
                </a:solidFill>
              </a:defRPr>
            </a:pPr>
            <a:r>
              <a:rPr sz="975" b="0">
                <a:solidFill>
                  <a:srgbClr val="102033"/>
                </a:solidFill>
              </a:rPr>
              <a:t>邓斯宇</a:t>
            </a:r>
          </a:p>
        </p:txBody>
      </p:sp>
      <p:sp>
        <p:nvSpPr>
          <p:cNvPr id="25" name="">
            <a:extLst xmlns:a="http://schemas.openxmlformats.org/drawingml/2006/main">
              <a:ext uri="{FF2B5EF4-FFF2-40B4-BE49-F238E27FC236}">
                <a16:creationId xmlns:a16="http://schemas.microsoft.com/office/drawing/2014/main" id="{0305E5CF-9F3B-4E85-BEF4-FBF43652F355}"/>
              </a:ext>
            </a:extLst>
          </p:cNvPr>
          <p:cNvSpPr>
            <a:spLocks xmlns:a="http://schemas.openxmlformats.org/drawingml/2006/main" noGrp="1"/>
          </p:cNvSpPr>
          <p:nvPr/>
        </p:nvSpPr>
        <p:spPr>
          <a:xfrm xmlns:a="http://schemas.openxmlformats.org/drawingml/2006/main">
            <a:off x="781050" y="4667250"/>
            <a:ext cx="3048000" cy="9525"/>
          </a:xfrm>
          <a:prstGeom xmlns:a="http://schemas.openxmlformats.org/drawingml/2006/main" prst="rect">
            <a:avLst/>
          </a:prstGeom>
          <a:solidFill xmlns:a="http://schemas.openxmlformats.org/drawingml/2006/main">
            <a:srgbClr val="E8F0FA"/>
          </a:solidFill>
          <a:ln xmlns:a="http://schemas.openxmlformats.org/drawingml/2006/main" w="0">
            <a:solidFill>
              <a:srgbClr val="E8F0FA"/>
            </a:solidFill>
          </a:ln>
        </p:spPr>
      </p:sp>
      <p:sp>
        <p:nvSpPr>
          <p:cNvPr id="26" name="">
            <a:extLst xmlns:a="http://schemas.openxmlformats.org/drawingml/2006/main">
              <a:ext uri="{FF2B5EF4-FFF2-40B4-BE49-F238E27FC236}">
                <a16:creationId xmlns:a16="http://schemas.microsoft.com/office/drawing/2014/main" id="{B34D476B-E7D6-4EE5-9237-11343F03041B}"/>
              </a:ext>
            </a:extLst>
          </p:cNvPr>
          <p:cNvSpPr>
            <a:spLocks xmlns:a="http://schemas.openxmlformats.org/drawingml/2006/main" noGrp="1"/>
          </p:cNvSpPr>
          <p:nvPr/>
        </p:nvSpPr>
        <p:spPr>
          <a:xfrm xmlns:a="http://schemas.openxmlformats.org/drawingml/2006/main">
            <a:off x="4800600" y="1181100"/>
            <a:ext cx="2667000" cy="3048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02033"/>
                </a:solidFill>
              </a:defRPr>
            </a:pPr>
            <a:r>
              <a:rPr sz="1650" b="1">
                <a:solidFill>
                  <a:srgbClr val="102033"/>
                </a:solidFill>
              </a:rPr>
              <a:t>任务书指标对照</a:t>
            </a:r>
          </a:p>
        </p:txBody>
      </p:sp>
      <p:sp>
        <p:nvSpPr>
          <p:cNvPr id="27" name="">
            <a:extLst xmlns:a="http://schemas.openxmlformats.org/drawingml/2006/main">
              <a:ext uri="{FF2B5EF4-FFF2-40B4-BE49-F238E27FC236}">
                <a16:creationId xmlns:a16="http://schemas.microsoft.com/office/drawing/2014/main" id="{7C849996-9E8A-4475-9B1D-97BA20138CB2}"/>
              </a:ext>
            </a:extLst>
          </p:cNvPr>
          <p:cNvSpPr>
            <a:spLocks xmlns:a="http://schemas.openxmlformats.org/drawingml/2006/main" noGrp="1"/>
          </p:cNvSpPr>
          <p:nvPr/>
        </p:nvSpPr>
        <p:spPr>
          <a:xfrm xmlns:a="http://schemas.openxmlformats.org/drawingml/2006/main">
            <a:off x="4838700" y="1657350"/>
            <a:ext cx="2952750" cy="1123950"/>
          </a:xfrm>
          <a:prstGeom xmlns:a="http://schemas.openxmlformats.org/drawingml/2006/main" prst="roundRect">
            <a:avLst>
              <a:gd name="adj" fmla="val 11000"/>
            </a:avLst>
          </a:prstGeom>
          <a:solidFill xmlns:a="http://schemas.openxmlformats.org/drawingml/2006/main">
            <a:srgbClr val="E8F2FF"/>
          </a:solidFill>
          <a:ln xmlns:a="http://schemas.openxmlformats.org/drawingml/2006/main" w="11430">
            <a:solidFill>
              <a:srgbClr val="1E83E6"/>
            </a:solidFill>
          </a:ln>
        </p:spPr>
      </p:sp>
      <p:sp>
        <p:nvSpPr>
          <p:cNvPr id="28" name="">
            <a:extLst xmlns:a="http://schemas.openxmlformats.org/drawingml/2006/main">
              <a:ext uri="{FF2B5EF4-FFF2-40B4-BE49-F238E27FC236}">
                <a16:creationId xmlns:a16="http://schemas.microsoft.com/office/drawing/2014/main" id="{66F4D20F-1D16-4875-A730-C3F01BE24365}"/>
              </a:ext>
            </a:extLst>
          </p:cNvPr>
          <p:cNvSpPr>
            <a:spLocks xmlns:a="http://schemas.openxmlformats.org/drawingml/2006/main" noGrp="1"/>
          </p:cNvSpPr>
          <p:nvPr/>
        </p:nvSpPr>
        <p:spPr>
          <a:xfrm xmlns:a="http://schemas.openxmlformats.org/drawingml/2006/main">
            <a:off x="4962525" y="1800225"/>
            <a:ext cx="323850" cy="323850"/>
          </a:xfrm>
          <a:prstGeom xmlns:a="http://schemas.openxmlformats.org/drawingml/2006/main" prst="ellipse">
            <a:avLst/>
          </a:prstGeom>
          <a:solidFill xmlns:a="http://schemas.openxmlformats.org/drawingml/2006/main">
            <a:srgbClr val="0B63CE"/>
          </a:solidFill>
          <a:ln xmlns:a="http://schemas.openxmlformats.org/drawingml/2006/main" w="0">
            <a:solidFill>
              <a:srgbClr val="0B63CE"/>
            </a:solidFill>
          </a:ln>
        </p:spPr>
      </p:sp>
      <p:sp>
        <p:nvSpPr>
          <p:cNvPr id="29" name="">
            <a:extLst xmlns:a="http://schemas.openxmlformats.org/drawingml/2006/main">
              <a:ext uri="{FF2B5EF4-FFF2-40B4-BE49-F238E27FC236}">
                <a16:creationId xmlns:a16="http://schemas.microsoft.com/office/drawing/2014/main" id="{98A7BE36-1D54-47E9-AFDB-214D86A0E6F3}"/>
              </a:ext>
            </a:extLst>
          </p:cNvPr>
          <p:cNvSpPr>
            <a:spLocks xmlns:a="http://schemas.openxmlformats.org/drawingml/2006/main" noGrp="1"/>
          </p:cNvSpPr>
          <p:nvPr/>
        </p:nvSpPr>
        <p:spPr>
          <a:xfrm xmlns:a="http://schemas.openxmlformats.org/drawingml/2006/main">
            <a:off x="5010150" y="1819275"/>
            <a:ext cx="2286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30" name="">
            <a:extLst xmlns:a="http://schemas.openxmlformats.org/drawingml/2006/main">
              <a:ext uri="{FF2B5EF4-FFF2-40B4-BE49-F238E27FC236}">
                <a16:creationId xmlns:a16="http://schemas.microsoft.com/office/drawing/2014/main" id="{244F3E71-55EA-4D12-BA93-6F80E19B14FE}"/>
              </a:ext>
            </a:extLst>
          </p:cNvPr>
          <p:cNvSpPr>
            <a:spLocks xmlns:a="http://schemas.openxmlformats.org/drawingml/2006/main" noGrp="1"/>
          </p:cNvSpPr>
          <p:nvPr/>
        </p:nvSpPr>
        <p:spPr>
          <a:xfrm xmlns:a="http://schemas.openxmlformats.org/drawingml/2006/main">
            <a:off x="5391150" y="1866900"/>
            <a:ext cx="19050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02033"/>
                </a:solidFill>
              </a:defRPr>
            </a:pPr>
            <a:r>
              <a:rPr sz="1275" b="1">
                <a:solidFill>
                  <a:srgbClr val="102033"/>
                </a:solidFill>
              </a:rPr>
              <a:t>原型框架</a:t>
            </a:r>
          </a:p>
        </p:txBody>
      </p:sp>
      <p:sp>
        <p:nvSpPr>
          <p:cNvPr id="31" name="">
            <a:extLst xmlns:a="http://schemas.openxmlformats.org/drawingml/2006/main">
              <a:ext uri="{FF2B5EF4-FFF2-40B4-BE49-F238E27FC236}">
                <a16:creationId xmlns:a16="http://schemas.microsoft.com/office/drawing/2014/main" id="{29DAE33F-1C45-4CF5-8D0E-87B5605412E0}"/>
              </a:ext>
            </a:extLst>
          </p:cNvPr>
          <p:cNvSpPr>
            <a:spLocks xmlns:a="http://schemas.openxmlformats.org/drawingml/2006/main" noGrp="1"/>
          </p:cNvSpPr>
          <p:nvPr/>
        </p:nvSpPr>
        <p:spPr>
          <a:xfrm xmlns:a="http://schemas.openxmlformats.org/drawingml/2006/main">
            <a:off x="5391150" y="2152650"/>
            <a:ext cx="2095500" cy="4381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63" b="0">
                <a:solidFill>
                  <a:srgbClr val="53657A"/>
                </a:solidFill>
              </a:defRPr>
            </a:pPr>
            <a:r>
              <a:rPr sz="863" b="0">
                <a:solidFill>
                  <a:srgbClr val="53657A"/>
                </a:solidFill>
              </a:rPr>
              <a:t>已形成能力命名、候选召回、结构化裁决、协作复核、过程记录和执行落点模块。</a:t>
            </a:r>
          </a:p>
        </p:txBody>
      </p:sp>
      <p:sp>
        <p:nvSpPr>
          <p:cNvPr id="32" name="">
            <a:extLst xmlns:a="http://schemas.openxmlformats.org/drawingml/2006/main">
              <a:ext uri="{FF2B5EF4-FFF2-40B4-BE49-F238E27FC236}">
                <a16:creationId xmlns:a16="http://schemas.microsoft.com/office/drawing/2014/main" id="{D84275A3-AB04-4C3D-8F42-88E743DF3BA0}"/>
              </a:ext>
            </a:extLst>
          </p:cNvPr>
          <p:cNvSpPr>
            <a:spLocks xmlns:a="http://schemas.openxmlformats.org/drawingml/2006/main" noGrp="1"/>
          </p:cNvSpPr>
          <p:nvPr/>
        </p:nvSpPr>
        <p:spPr>
          <a:xfrm xmlns:a="http://schemas.openxmlformats.org/drawingml/2006/main">
            <a:off x="8124825" y="1657350"/>
            <a:ext cx="2952750" cy="112395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11430">
            <a:solidFill>
              <a:srgbClr val="C9DDF3"/>
            </a:solidFill>
          </a:ln>
        </p:spPr>
      </p:sp>
      <p:sp>
        <p:nvSpPr>
          <p:cNvPr id="33" name="">
            <a:extLst xmlns:a="http://schemas.openxmlformats.org/drawingml/2006/main">
              <a:ext uri="{FF2B5EF4-FFF2-40B4-BE49-F238E27FC236}">
                <a16:creationId xmlns:a16="http://schemas.microsoft.com/office/drawing/2014/main" id="{FF159A34-1955-4378-9F3D-A81C201E7475}"/>
              </a:ext>
            </a:extLst>
          </p:cNvPr>
          <p:cNvSpPr>
            <a:spLocks xmlns:a="http://schemas.openxmlformats.org/drawingml/2006/main" noGrp="1"/>
          </p:cNvSpPr>
          <p:nvPr/>
        </p:nvSpPr>
        <p:spPr>
          <a:xfrm xmlns:a="http://schemas.openxmlformats.org/drawingml/2006/main">
            <a:off x="8248650" y="1800225"/>
            <a:ext cx="323850" cy="323850"/>
          </a:xfrm>
          <a:prstGeom xmlns:a="http://schemas.openxmlformats.org/drawingml/2006/main" prst="ellipse">
            <a:avLst/>
          </a:prstGeom>
          <a:solidFill xmlns:a="http://schemas.openxmlformats.org/drawingml/2006/main">
            <a:srgbClr val="0E8A57"/>
          </a:solidFill>
          <a:ln xmlns:a="http://schemas.openxmlformats.org/drawingml/2006/main" w="0">
            <a:solidFill>
              <a:srgbClr val="0E8A57"/>
            </a:solidFill>
          </a:ln>
        </p:spPr>
      </p:sp>
      <p:sp>
        <p:nvSpPr>
          <p:cNvPr id="34" name="">
            <a:extLst xmlns:a="http://schemas.openxmlformats.org/drawingml/2006/main">
              <a:ext uri="{FF2B5EF4-FFF2-40B4-BE49-F238E27FC236}">
                <a16:creationId xmlns:a16="http://schemas.microsoft.com/office/drawing/2014/main" id="{EA96C6B7-464B-4035-84CF-364FF54C95BB}"/>
              </a:ext>
            </a:extLst>
          </p:cNvPr>
          <p:cNvSpPr>
            <a:spLocks xmlns:a="http://schemas.openxmlformats.org/drawingml/2006/main" noGrp="1"/>
          </p:cNvSpPr>
          <p:nvPr/>
        </p:nvSpPr>
        <p:spPr>
          <a:xfrm xmlns:a="http://schemas.openxmlformats.org/drawingml/2006/main">
            <a:off x="8296275" y="1819275"/>
            <a:ext cx="2286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35" name="">
            <a:extLst xmlns:a="http://schemas.openxmlformats.org/drawingml/2006/main">
              <a:ext uri="{FF2B5EF4-FFF2-40B4-BE49-F238E27FC236}">
                <a16:creationId xmlns:a16="http://schemas.microsoft.com/office/drawing/2014/main" id="{484ECAB2-AB20-415C-9A65-574DCC6C61FF}"/>
              </a:ext>
            </a:extLst>
          </p:cNvPr>
          <p:cNvSpPr>
            <a:spLocks xmlns:a="http://schemas.openxmlformats.org/drawingml/2006/main" noGrp="1"/>
          </p:cNvSpPr>
          <p:nvPr/>
        </p:nvSpPr>
        <p:spPr>
          <a:xfrm xmlns:a="http://schemas.openxmlformats.org/drawingml/2006/main">
            <a:off x="8677275" y="1866900"/>
            <a:ext cx="19050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02033"/>
                </a:solidFill>
              </a:defRPr>
            </a:pPr>
            <a:r>
              <a:rPr sz="1275" b="1">
                <a:solidFill>
                  <a:srgbClr val="102033"/>
                </a:solidFill>
              </a:rPr>
              <a:t>研究报告/论文</a:t>
            </a:r>
          </a:p>
        </p:txBody>
      </p:sp>
      <p:sp>
        <p:nvSpPr>
          <p:cNvPr id="36" name="">
            <a:extLst xmlns:a="http://schemas.openxmlformats.org/drawingml/2006/main">
              <a:ext uri="{FF2B5EF4-FFF2-40B4-BE49-F238E27FC236}">
                <a16:creationId xmlns:a16="http://schemas.microsoft.com/office/drawing/2014/main" id="{EF7226C3-811C-4728-A95B-22F9B6F3839D}"/>
              </a:ext>
            </a:extLst>
          </p:cNvPr>
          <p:cNvSpPr>
            <a:spLocks xmlns:a="http://schemas.openxmlformats.org/drawingml/2006/main" noGrp="1"/>
          </p:cNvSpPr>
          <p:nvPr/>
        </p:nvSpPr>
        <p:spPr>
          <a:xfrm xmlns:a="http://schemas.openxmlformats.org/drawingml/2006/main">
            <a:off x="8677275" y="2152650"/>
            <a:ext cx="2095500" cy="4381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63" b="0">
                <a:solidFill>
                  <a:srgbClr val="53657A"/>
                </a:solidFill>
              </a:defRPr>
            </a:pPr>
            <a:r>
              <a:rPr sz="863" b="0">
                <a:solidFill>
                  <a:srgbClr val="53657A"/>
                </a:solidFill>
              </a:rPr>
              <a:t>已形成技术研究报告、论文稿和成果汇编材料，覆盖方法、实验与分析。</a:t>
            </a:r>
          </a:p>
        </p:txBody>
      </p:sp>
      <p:sp>
        <p:nvSpPr>
          <p:cNvPr id="37" name="">
            <a:extLst xmlns:a="http://schemas.openxmlformats.org/drawingml/2006/main">
              <a:ext uri="{FF2B5EF4-FFF2-40B4-BE49-F238E27FC236}">
                <a16:creationId xmlns:a16="http://schemas.microsoft.com/office/drawing/2014/main" id="{5D7F0005-7AC5-4DAD-9109-95F2535D6605}"/>
              </a:ext>
            </a:extLst>
          </p:cNvPr>
          <p:cNvSpPr>
            <a:spLocks xmlns:a="http://schemas.openxmlformats.org/drawingml/2006/main" noGrp="1"/>
          </p:cNvSpPr>
          <p:nvPr/>
        </p:nvSpPr>
        <p:spPr>
          <a:xfrm xmlns:a="http://schemas.openxmlformats.org/drawingml/2006/main">
            <a:off x="4838700" y="3152775"/>
            <a:ext cx="2952750" cy="112395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11430">
            <a:solidFill>
              <a:srgbClr val="C9DDF3"/>
            </a:solidFill>
          </a:ln>
        </p:spPr>
      </p:sp>
      <p:sp>
        <p:nvSpPr>
          <p:cNvPr id="38" name="">
            <a:extLst xmlns:a="http://schemas.openxmlformats.org/drawingml/2006/main">
              <a:ext uri="{FF2B5EF4-FFF2-40B4-BE49-F238E27FC236}">
                <a16:creationId xmlns:a16="http://schemas.microsoft.com/office/drawing/2014/main" id="{DDCBC992-6191-47DD-994A-5A2B5A19E9D9}"/>
              </a:ext>
            </a:extLst>
          </p:cNvPr>
          <p:cNvSpPr>
            <a:spLocks xmlns:a="http://schemas.openxmlformats.org/drawingml/2006/main" noGrp="1"/>
          </p:cNvSpPr>
          <p:nvPr/>
        </p:nvSpPr>
        <p:spPr>
          <a:xfrm xmlns:a="http://schemas.openxmlformats.org/drawingml/2006/main">
            <a:off x="4962525" y="3295650"/>
            <a:ext cx="323850" cy="323850"/>
          </a:xfrm>
          <a:prstGeom xmlns:a="http://schemas.openxmlformats.org/drawingml/2006/main" prst="ellipse">
            <a:avLst/>
          </a:prstGeom>
          <a:solidFill xmlns:a="http://schemas.openxmlformats.org/drawingml/2006/main">
            <a:srgbClr val="E97132"/>
          </a:solidFill>
          <a:ln xmlns:a="http://schemas.openxmlformats.org/drawingml/2006/main" w="0">
            <a:solidFill>
              <a:srgbClr val="E97132"/>
            </a:solidFill>
          </a:ln>
        </p:spPr>
      </p:sp>
      <p:sp>
        <p:nvSpPr>
          <p:cNvPr id="39" name="">
            <a:extLst xmlns:a="http://schemas.openxmlformats.org/drawingml/2006/main">
              <a:ext uri="{FF2B5EF4-FFF2-40B4-BE49-F238E27FC236}">
                <a16:creationId xmlns:a16="http://schemas.microsoft.com/office/drawing/2014/main" id="{BA56180C-BFB2-4C77-AC67-9F1418AB274E}"/>
              </a:ext>
            </a:extLst>
          </p:cNvPr>
          <p:cNvSpPr>
            <a:spLocks xmlns:a="http://schemas.openxmlformats.org/drawingml/2006/main" noGrp="1"/>
          </p:cNvSpPr>
          <p:nvPr/>
        </p:nvSpPr>
        <p:spPr>
          <a:xfrm xmlns:a="http://schemas.openxmlformats.org/drawingml/2006/main">
            <a:off x="5010150" y="3314700"/>
            <a:ext cx="2286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40" name="">
            <a:extLst xmlns:a="http://schemas.openxmlformats.org/drawingml/2006/main">
              <a:ext uri="{FF2B5EF4-FFF2-40B4-BE49-F238E27FC236}">
                <a16:creationId xmlns:a16="http://schemas.microsoft.com/office/drawing/2014/main" id="{05DE4C42-3E7C-44FD-8F27-A9B4BC035EEE}"/>
              </a:ext>
            </a:extLst>
          </p:cNvPr>
          <p:cNvSpPr>
            <a:spLocks xmlns:a="http://schemas.openxmlformats.org/drawingml/2006/main" noGrp="1"/>
          </p:cNvSpPr>
          <p:nvPr/>
        </p:nvSpPr>
        <p:spPr>
          <a:xfrm xmlns:a="http://schemas.openxmlformats.org/drawingml/2006/main">
            <a:off x="5391150" y="3362325"/>
            <a:ext cx="19050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02033"/>
                </a:solidFill>
              </a:defRPr>
            </a:pPr>
            <a:r>
              <a:rPr sz="1275" b="1">
                <a:solidFill>
                  <a:srgbClr val="102033"/>
                </a:solidFill>
              </a:rPr>
              <a:t>专利材料</a:t>
            </a:r>
          </a:p>
        </p:txBody>
      </p:sp>
      <p:sp>
        <p:nvSpPr>
          <p:cNvPr id="41" name="">
            <a:extLst xmlns:a="http://schemas.openxmlformats.org/drawingml/2006/main">
              <a:ext uri="{FF2B5EF4-FFF2-40B4-BE49-F238E27FC236}">
                <a16:creationId xmlns:a16="http://schemas.microsoft.com/office/drawing/2014/main" id="{549FC027-5973-40F2-919D-7F17DC451C8A}"/>
              </a:ext>
            </a:extLst>
          </p:cNvPr>
          <p:cNvSpPr>
            <a:spLocks xmlns:a="http://schemas.openxmlformats.org/drawingml/2006/main" noGrp="1"/>
          </p:cNvSpPr>
          <p:nvPr/>
        </p:nvSpPr>
        <p:spPr>
          <a:xfrm xmlns:a="http://schemas.openxmlformats.org/drawingml/2006/main">
            <a:off x="5391150" y="3648075"/>
            <a:ext cx="2095500" cy="4381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63" b="0">
                <a:solidFill>
                  <a:srgbClr val="53657A"/>
                </a:solidFill>
              </a:defRPr>
            </a:pPr>
            <a:r>
              <a:rPr sz="863" b="0">
                <a:solidFill>
                  <a:srgbClr val="53657A"/>
                </a:solidFill>
              </a:rPr>
              <a:t>已形成技术交底书、权利要求书、说明书摘要和附图材料。</a:t>
            </a:r>
          </a:p>
        </p:txBody>
      </p:sp>
      <p:sp>
        <p:nvSpPr>
          <p:cNvPr id="42" name="">
            <a:extLst xmlns:a="http://schemas.openxmlformats.org/drawingml/2006/main">
              <a:ext uri="{FF2B5EF4-FFF2-40B4-BE49-F238E27FC236}">
                <a16:creationId xmlns:a16="http://schemas.microsoft.com/office/drawing/2014/main" id="{5660E610-2D26-47F0-8F2C-7FE742CBE6FE}"/>
              </a:ext>
            </a:extLst>
          </p:cNvPr>
          <p:cNvSpPr>
            <a:spLocks xmlns:a="http://schemas.openxmlformats.org/drawingml/2006/main" noGrp="1"/>
          </p:cNvSpPr>
          <p:nvPr/>
        </p:nvSpPr>
        <p:spPr>
          <a:xfrm xmlns:a="http://schemas.openxmlformats.org/drawingml/2006/main">
            <a:off x="8124825" y="3152775"/>
            <a:ext cx="2952750" cy="112395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11430">
            <a:solidFill>
              <a:srgbClr val="C9DDF3"/>
            </a:solidFill>
          </a:ln>
        </p:spPr>
      </p:sp>
      <p:sp>
        <p:nvSpPr>
          <p:cNvPr id="43" name="">
            <a:extLst xmlns:a="http://schemas.openxmlformats.org/drawingml/2006/main">
              <a:ext uri="{FF2B5EF4-FFF2-40B4-BE49-F238E27FC236}">
                <a16:creationId xmlns:a16="http://schemas.microsoft.com/office/drawing/2014/main" id="{7F0F7A7A-CBD0-4107-B361-D058F139F21A}"/>
              </a:ext>
            </a:extLst>
          </p:cNvPr>
          <p:cNvSpPr>
            <a:spLocks xmlns:a="http://schemas.openxmlformats.org/drawingml/2006/main" noGrp="1"/>
          </p:cNvSpPr>
          <p:nvPr/>
        </p:nvSpPr>
        <p:spPr>
          <a:xfrm xmlns:a="http://schemas.openxmlformats.org/drawingml/2006/main">
            <a:off x="8248650" y="3295650"/>
            <a:ext cx="323850" cy="323850"/>
          </a:xfrm>
          <a:prstGeom xmlns:a="http://schemas.openxmlformats.org/drawingml/2006/main" prst="ellipse">
            <a:avLst/>
          </a:prstGeom>
          <a:solidFill xmlns:a="http://schemas.openxmlformats.org/drawingml/2006/main">
            <a:srgbClr val="6B49C8"/>
          </a:solidFill>
          <a:ln xmlns:a="http://schemas.openxmlformats.org/drawingml/2006/main" w="0">
            <a:solidFill>
              <a:srgbClr val="6B49C8"/>
            </a:solidFill>
          </a:ln>
        </p:spPr>
      </p:sp>
      <p:sp>
        <p:nvSpPr>
          <p:cNvPr id="44" name="">
            <a:extLst xmlns:a="http://schemas.openxmlformats.org/drawingml/2006/main">
              <a:ext uri="{FF2B5EF4-FFF2-40B4-BE49-F238E27FC236}">
                <a16:creationId xmlns:a16="http://schemas.microsoft.com/office/drawing/2014/main" id="{9710B159-1D85-4368-B2FD-7BE05A7AB437}"/>
              </a:ext>
            </a:extLst>
          </p:cNvPr>
          <p:cNvSpPr>
            <a:spLocks xmlns:a="http://schemas.openxmlformats.org/drawingml/2006/main" noGrp="1"/>
          </p:cNvSpPr>
          <p:nvPr/>
        </p:nvSpPr>
        <p:spPr>
          <a:xfrm xmlns:a="http://schemas.openxmlformats.org/drawingml/2006/main">
            <a:off x="8296275" y="3314700"/>
            <a:ext cx="2286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45" name="">
            <a:extLst xmlns:a="http://schemas.openxmlformats.org/drawingml/2006/main">
              <a:ext uri="{FF2B5EF4-FFF2-40B4-BE49-F238E27FC236}">
                <a16:creationId xmlns:a16="http://schemas.microsoft.com/office/drawing/2014/main" id="{2A50800A-EBEC-4A43-8340-39680A12B4EE}"/>
              </a:ext>
            </a:extLst>
          </p:cNvPr>
          <p:cNvSpPr>
            <a:spLocks xmlns:a="http://schemas.openxmlformats.org/drawingml/2006/main" noGrp="1"/>
          </p:cNvSpPr>
          <p:nvPr/>
        </p:nvSpPr>
        <p:spPr>
          <a:xfrm xmlns:a="http://schemas.openxmlformats.org/drawingml/2006/main">
            <a:off x="8677275" y="3362325"/>
            <a:ext cx="19050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02033"/>
                </a:solidFill>
              </a:defRPr>
            </a:pPr>
            <a:r>
              <a:rPr sz="1275" b="1">
                <a:solidFill>
                  <a:srgbClr val="102033"/>
                </a:solidFill>
              </a:rPr>
              <a:t>展示支撑</a:t>
            </a:r>
          </a:p>
        </p:txBody>
      </p:sp>
      <p:sp>
        <p:nvSpPr>
          <p:cNvPr id="46" name="">
            <a:extLst xmlns:a="http://schemas.openxmlformats.org/drawingml/2006/main">
              <a:ext uri="{FF2B5EF4-FFF2-40B4-BE49-F238E27FC236}">
                <a16:creationId xmlns:a16="http://schemas.microsoft.com/office/drawing/2014/main" id="{709631F0-C954-4405-8505-E1646F29141D}"/>
              </a:ext>
            </a:extLst>
          </p:cNvPr>
          <p:cNvSpPr>
            <a:spLocks xmlns:a="http://schemas.openxmlformats.org/drawingml/2006/main" noGrp="1"/>
          </p:cNvSpPr>
          <p:nvPr/>
        </p:nvSpPr>
        <p:spPr>
          <a:xfrm xmlns:a="http://schemas.openxmlformats.org/drawingml/2006/main">
            <a:off x="8677275" y="3648075"/>
            <a:ext cx="2095500" cy="4381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63" b="0">
                <a:solidFill>
                  <a:srgbClr val="53657A"/>
                </a:solidFill>
              </a:defRPr>
            </a:pPr>
            <a:r>
              <a:rPr sz="863" b="0">
                <a:solidFill>
                  <a:srgbClr val="53657A"/>
                </a:solidFill>
              </a:rPr>
              <a:t>已形成演示脚本、图表、宣传稿和原型运行链路，可支撑对内汇报。</a:t>
            </a:r>
          </a:p>
        </p:txBody>
      </p:sp>
      <p:sp>
        <p:nvSpPr>
          <p:cNvPr id="47" name="">
            <a:extLst xmlns:a="http://schemas.openxmlformats.org/drawingml/2006/main">
              <a:ext uri="{FF2B5EF4-FFF2-40B4-BE49-F238E27FC236}">
                <a16:creationId xmlns:a16="http://schemas.microsoft.com/office/drawing/2014/main" id="{52DF9FF6-0D7D-4323-8EBF-51A1B791381C}"/>
              </a:ext>
            </a:extLst>
          </p:cNvPr>
          <p:cNvSpPr>
            <a:spLocks xmlns:a="http://schemas.openxmlformats.org/drawingml/2006/main" noGrp="1"/>
          </p:cNvSpPr>
          <p:nvPr/>
        </p:nvSpPr>
        <p:spPr>
          <a:xfrm xmlns:a="http://schemas.openxmlformats.org/drawingml/2006/main">
            <a:off x="4810125" y="4867275"/>
            <a:ext cx="6229350" cy="38100"/>
          </a:xfrm>
          <a:prstGeom xmlns:a="http://schemas.openxmlformats.org/drawingml/2006/main" prst="rect">
            <a:avLst/>
          </a:prstGeom>
          <a:solidFill xmlns:a="http://schemas.openxmlformats.org/drawingml/2006/main">
            <a:srgbClr val="0B63CE"/>
          </a:solidFill>
          <a:ln xmlns:a="http://schemas.openxmlformats.org/drawingml/2006/main" w="0">
            <a:solidFill>
              <a:srgbClr val="0B63CE"/>
            </a:solidFill>
          </a:ln>
        </p:spPr>
      </p:sp>
      <p:sp>
        <p:nvSpPr>
          <p:cNvPr id="48" name="">
            <a:extLst xmlns:a="http://schemas.openxmlformats.org/drawingml/2006/main">
              <a:ext uri="{FF2B5EF4-FFF2-40B4-BE49-F238E27FC236}">
                <a16:creationId xmlns:a16="http://schemas.microsoft.com/office/drawing/2014/main" id="{6761F5A2-B666-495E-B669-99E9A2133481}"/>
              </a:ext>
            </a:extLst>
          </p:cNvPr>
          <p:cNvSpPr>
            <a:spLocks xmlns:a="http://schemas.openxmlformats.org/drawingml/2006/main" noGrp="1"/>
          </p:cNvSpPr>
          <p:nvPr/>
        </p:nvSpPr>
        <p:spPr>
          <a:xfrm xmlns:a="http://schemas.openxmlformats.org/drawingml/2006/main">
            <a:off x="4810125" y="5095875"/>
            <a:ext cx="7620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0B63CE"/>
                </a:solidFill>
              </a:defRPr>
            </a:pPr>
            <a:r>
              <a:rPr sz="1350" b="1">
                <a:solidFill>
                  <a:srgbClr val="0B63CE"/>
                </a:solidFill>
              </a:rPr>
              <a:t>结论</a:t>
            </a:r>
          </a:p>
        </p:txBody>
      </p:sp>
      <p:sp>
        <p:nvSpPr>
          <p:cNvPr id="49" name="">
            <a:extLst xmlns:a="http://schemas.openxmlformats.org/drawingml/2006/main">
              <a:ext uri="{FF2B5EF4-FFF2-40B4-BE49-F238E27FC236}">
                <a16:creationId xmlns:a16="http://schemas.microsoft.com/office/drawing/2014/main" id="{28B7E414-1E9B-4676-BAF5-922BF8699D51}"/>
              </a:ext>
            </a:extLst>
          </p:cNvPr>
          <p:cNvSpPr>
            <a:spLocks xmlns:a="http://schemas.openxmlformats.org/drawingml/2006/main" noGrp="1"/>
          </p:cNvSpPr>
          <p:nvPr/>
        </p:nvSpPr>
        <p:spPr>
          <a:xfrm xmlns:a="http://schemas.openxmlformats.org/drawingml/2006/main">
            <a:off x="5581650" y="5095875"/>
            <a:ext cx="5457825" cy="4762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88" b="0">
                <a:solidFill>
                  <a:srgbClr val="102033"/>
                </a:solidFill>
              </a:defRPr>
            </a:pPr>
            <a:r>
              <a:rPr sz="1088" b="0">
                <a:solidFill>
                  <a:srgbClr val="102033"/>
                </a:solidFill>
              </a:rPr>
              <a:t>项目不只形成文档材料，也完成了可运行链路、冻结样本协议和可复盘实验结果，具备进入评审验收与后续演示联调的基础。</a:t>
            </a:r>
          </a:p>
        </p:txBody>
      </p:sp>
      <p:sp>
        <p:nvSpPr>
          <p:cNvPr id="50" name="">
            <a:extLst xmlns:a="http://schemas.openxmlformats.org/drawingml/2006/main">
              <a:ext uri="{FF2B5EF4-FFF2-40B4-BE49-F238E27FC236}">
                <a16:creationId xmlns:a16="http://schemas.microsoft.com/office/drawing/2014/main" id="{FD22D799-DF4A-4D31-85DD-EDC979C241A8}"/>
              </a:ext>
            </a:extLst>
          </p:cNvPr>
          <p:cNvSpPr>
            <a:spLocks xmlns:a="http://schemas.openxmlformats.org/drawingml/2006/main" noGrp="1"/>
          </p:cNvSpPr>
          <p:nvPr/>
        </p:nvSpPr>
        <p:spPr>
          <a:xfrm xmlns:a="http://schemas.openxmlformats.org/drawingml/2006/main">
            <a:off x="476250" y="6457950"/>
            <a:ext cx="8572500" cy="9525"/>
          </a:xfrm>
          <a:prstGeom xmlns:a="http://schemas.openxmlformats.org/drawingml/2006/main" prst="rect">
            <a:avLst/>
          </a:prstGeom>
          <a:solidFill xmlns:a="http://schemas.openxmlformats.org/drawingml/2006/main">
            <a:srgbClr val="E4EDF8"/>
          </a:solidFill>
          <a:ln xmlns:a="http://schemas.openxmlformats.org/drawingml/2006/main" w="0">
            <a:solidFill>
              <a:srgbClr val="E4EDF8"/>
            </a:solidFill>
          </a:ln>
        </p:spPr>
      </p:sp>
      <p:sp>
        <p:nvSpPr>
          <p:cNvPr id="51" name="">
            <a:extLst xmlns:a="http://schemas.openxmlformats.org/drawingml/2006/main">
              <a:ext uri="{FF2B5EF4-FFF2-40B4-BE49-F238E27FC236}">
                <a16:creationId xmlns:a16="http://schemas.microsoft.com/office/drawing/2014/main" id="{46D2B7CF-B6C2-4965-BB88-978631FC995E}"/>
              </a:ext>
            </a:extLst>
          </p:cNvPr>
          <p:cNvSpPr>
            <a:spLocks xmlns:a="http://schemas.openxmlformats.org/drawingml/2006/main" noGrp="1"/>
          </p:cNvSpPr>
          <p:nvPr/>
        </p:nvSpPr>
        <p:spPr>
          <a:xfrm xmlns:a="http://schemas.openxmlformats.org/drawingml/2006/main">
            <a:off x="476250" y="6553200"/>
            <a:ext cx="5905500" cy="1333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675" b="0">
                <a:solidFill>
                  <a:srgbClr val="8394A8"/>
                </a:solidFill>
              </a:defRPr>
            </a:pPr>
            <a:r>
              <a:rPr sz="675" b="0">
                <a:solidFill>
                  <a:srgbClr val="8394A8"/>
                </a:solidFill>
              </a:rPr>
              <a:t>面向互联网基础资源的大模型多智能体协作与可信认知标识技术研究</a:t>
            </a:r>
          </a:p>
        </p:txBody>
      </p:sp>
      <p:sp>
        <p:nvSpPr>
          <p:cNvPr id="52" name="">
            <a:extLst xmlns:a="http://schemas.openxmlformats.org/drawingml/2006/main">
              <a:ext uri="{FF2B5EF4-FFF2-40B4-BE49-F238E27FC236}">
                <a16:creationId xmlns:a16="http://schemas.microsoft.com/office/drawing/2014/main" id="{E69F5044-9D8C-4FF5-BCC5-098AF8C7B950}"/>
              </a:ext>
            </a:extLst>
          </p:cNvPr>
          <p:cNvSpPr>
            <a:spLocks xmlns:a="http://schemas.openxmlformats.org/drawingml/2006/main" noGrp="1"/>
          </p:cNvSpPr>
          <p:nvPr/>
        </p:nvSpPr>
        <p:spPr>
          <a:xfrm xmlns:a="http://schemas.openxmlformats.org/drawingml/2006/main">
            <a:off x="11382375" y="6515100"/>
            <a:ext cx="3238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0">
                <a:solidFill>
                  <a:srgbClr val="8394A8"/>
                </a:solidFill>
              </a:defRPr>
            </a:pPr>
            <a:r>
              <a:rPr sz="750" b="0">
                <a:solidFill>
                  <a:srgbClr val="8394A8"/>
                </a:solidFill>
              </a:rPr>
              <a:t>03</a:t>
            </a:r>
          </a:p>
        </p:txBody>
      </p:sp>
    </p:spTree>
    <p:extLst>
      <p:ext uri="{BB962C8B-B14F-4D97-AF65-F5344CB8AC3E}">
        <p14:creationId xmlns:p14="http://schemas.microsoft.com/office/powerpoint/2010/main" val="18925679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8b32208c27924a7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7ED0A14-CC9B-4690-9F94-43B91A93CA23}"/>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082B6D"/>
          </a:solidFill>
          <a:ln xmlns:a="http://schemas.openxmlformats.org/drawingml/2006/main" w="0">
            <a:solidFill>
              <a:srgbClr val="082B6D"/>
            </a:solidFill>
          </a:ln>
        </p:spPr>
      </p:sp>
      <p:sp>
        <p:nvSpPr>
          <p:cNvPr id="3" name="">
            <a:extLst xmlns:a="http://schemas.openxmlformats.org/drawingml/2006/main">
              <a:ext uri="{FF2B5EF4-FFF2-40B4-BE49-F238E27FC236}">
                <a16:creationId xmlns:a16="http://schemas.microsoft.com/office/drawing/2014/main" id="{F5339986-BC8C-46DC-B34A-2FACD2BD03ED}"/>
              </a:ext>
            </a:extLst>
          </p:cNvPr>
          <p:cNvSpPr>
            <a:spLocks xmlns:a="http://schemas.openxmlformats.org/drawingml/2006/main" noGrp="1"/>
          </p:cNvSpPr>
          <p:nvPr/>
        </p:nvSpPr>
        <p:spPr>
          <a:xfrm xmlns:a="http://schemas.openxmlformats.org/drawingml/2006/main">
            <a:off x="0" y="104775"/>
            <a:ext cx="12192000" cy="28575"/>
          </a:xfrm>
          <a:prstGeom xmlns:a="http://schemas.openxmlformats.org/drawingml/2006/main" prst="rect">
            <a:avLst/>
          </a:prstGeom>
          <a:solidFill xmlns:a="http://schemas.openxmlformats.org/drawingml/2006/main">
            <a:srgbClr val="1E83E6"/>
          </a:solidFill>
          <a:ln xmlns:a="http://schemas.openxmlformats.org/drawingml/2006/main" w="0">
            <a:solidFill>
              <a:srgbClr val="1E83E6"/>
            </a:solidFill>
          </a:ln>
        </p:spPr>
      </p:sp>
      <p:sp>
        <p:nvSpPr>
          <p:cNvPr id="4" name="">
            <a:extLst xmlns:a="http://schemas.openxmlformats.org/drawingml/2006/main">
              <a:ext uri="{FF2B5EF4-FFF2-40B4-BE49-F238E27FC236}">
                <a16:creationId xmlns:a16="http://schemas.microsoft.com/office/drawing/2014/main" id="{7F761879-BF3D-4723-9BAE-101081267EF7}"/>
              </a:ext>
            </a:extLst>
          </p:cNvPr>
          <p:cNvSpPr>
            <a:spLocks xmlns:a="http://schemas.openxmlformats.org/drawingml/2006/main" noGrp="1"/>
          </p:cNvSpPr>
          <p:nvPr/>
        </p:nvSpPr>
        <p:spPr>
          <a:xfrm xmlns:a="http://schemas.openxmlformats.org/drawingml/2006/main">
            <a:off x="476250" y="285750"/>
            <a:ext cx="666750" cy="228600"/>
          </a:xfrm>
          <a:prstGeom xmlns:a="http://schemas.openxmlformats.org/drawingml/2006/main" prst="roundRect">
            <a:avLst>
              <a:gd name="adj" fmla="val 45000"/>
            </a:avLst>
          </a:prstGeom>
          <a:solidFill xmlns:a="http://schemas.openxmlformats.org/drawingml/2006/main">
            <a:srgbClr val="E8F2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0B63CE"/>
                </a:solidFill>
              </a:defRPr>
            </a:pPr>
            <a:r>
              <a:rPr sz="1050" b="1">
                <a:solidFill>
                  <a:srgbClr val="0B63CE"/>
                </a:solidFill>
              </a:rPr>
              <a:t>02</a:t>
            </a:r>
          </a:p>
        </p:txBody>
      </p:sp>
      <p:sp>
        <p:nvSpPr>
          <p:cNvPr id="5" name="">
            <a:extLst xmlns:a="http://schemas.openxmlformats.org/drawingml/2006/main">
              <a:ext uri="{FF2B5EF4-FFF2-40B4-BE49-F238E27FC236}">
                <a16:creationId xmlns:a16="http://schemas.microsoft.com/office/drawing/2014/main" id="{007C4479-3CA9-477D-9DFC-84646E465398}"/>
              </a:ext>
            </a:extLst>
          </p:cNvPr>
          <p:cNvSpPr>
            <a:spLocks xmlns:a="http://schemas.openxmlformats.org/drawingml/2006/main" noGrp="1"/>
          </p:cNvSpPr>
          <p:nvPr/>
        </p:nvSpPr>
        <p:spPr>
          <a:xfrm xmlns:a="http://schemas.openxmlformats.org/drawingml/2006/main">
            <a:off x="1285875" y="276225"/>
            <a:ext cx="80962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02033"/>
                </a:solidFill>
              </a:defRPr>
            </a:pPr>
            <a:r>
              <a:rPr sz="1800" b="1">
                <a:solidFill>
                  <a:srgbClr val="102033"/>
                </a:solidFill>
              </a:rPr>
              <a:t>问题背景：智能体服务从“能调用”走向“可信路由”</a:t>
            </a:r>
          </a:p>
        </p:txBody>
      </p:sp>
      <p:sp>
        <p:nvSpPr>
          <p:cNvPr id="6" name="">
            <a:extLst xmlns:a="http://schemas.openxmlformats.org/drawingml/2006/main">
              <a:ext uri="{FF2B5EF4-FFF2-40B4-BE49-F238E27FC236}">
                <a16:creationId xmlns:a16="http://schemas.microsoft.com/office/drawing/2014/main" id="{7AD6B972-1051-42CC-898D-3F6750600BA2}"/>
              </a:ext>
            </a:extLst>
          </p:cNvPr>
          <p:cNvSpPr>
            <a:spLocks xmlns:a="http://schemas.openxmlformats.org/drawingml/2006/main" noGrp="1"/>
          </p:cNvSpPr>
          <p:nvPr/>
        </p:nvSpPr>
        <p:spPr>
          <a:xfrm xmlns:a="http://schemas.openxmlformats.org/drawingml/2006/main">
            <a:off x="1285875" y="609600"/>
            <a:ext cx="80010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53657A"/>
                </a:solidFill>
              </a:defRPr>
            </a:pPr>
            <a:r>
              <a:rPr sz="938" b="0">
                <a:solidFill>
                  <a:srgbClr val="53657A"/>
                </a:solidFill>
              </a:rPr>
              <a:t>智能体数量增加后，评审关注的不只是单次回答质量，更是能力入口能否稳定发现、受控调用和可复核治理。</a:t>
            </a:r>
          </a:p>
        </p:txBody>
      </p:sp>
      <p:sp>
        <p:nvSpPr>
          <p:cNvPr id="7" name="">
            <a:extLst xmlns:a="http://schemas.openxmlformats.org/drawingml/2006/main">
              <a:ext uri="{FF2B5EF4-FFF2-40B4-BE49-F238E27FC236}">
                <a16:creationId xmlns:a16="http://schemas.microsoft.com/office/drawing/2014/main" id="{642344C6-1271-48CF-B45B-E9B781245ECE}"/>
              </a:ext>
            </a:extLst>
          </p:cNvPr>
          <p:cNvSpPr>
            <a:spLocks xmlns:a="http://schemas.openxmlformats.org/drawingml/2006/main" noGrp="1"/>
          </p:cNvSpPr>
          <p:nvPr/>
        </p:nvSpPr>
        <p:spPr>
          <a:xfrm xmlns:a="http://schemas.openxmlformats.org/drawingml/2006/main">
            <a:off x="10782300" y="276225"/>
            <a:ext cx="9144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00" b="1">
                <a:solidFill>
                  <a:srgbClr val="0B63CE"/>
                </a:solidFill>
              </a:defRPr>
            </a:pPr>
            <a:r>
              <a:rPr sz="1800" b="1">
                <a:solidFill>
                  <a:srgbClr val="0B63CE"/>
                </a:solidFill>
              </a:rPr>
              <a:t>CNNIC</a:t>
            </a:r>
          </a:p>
        </p:txBody>
      </p:sp>
      <p:sp>
        <p:nvSpPr>
          <p:cNvPr id="8" name="">
            <a:extLst xmlns:a="http://schemas.openxmlformats.org/drawingml/2006/main">
              <a:ext uri="{FF2B5EF4-FFF2-40B4-BE49-F238E27FC236}">
                <a16:creationId xmlns:a16="http://schemas.microsoft.com/office/drawing/2014/main" id="{6B474366-97F4-4933-9FB6-583EDD61EAC7}"/>
              </a:ext>
            </a:extLst>
          </p:cNvPr>
          <p:cNvSpPr>
            <a:spLocks xmlns:a="http://schemas.openxmlformats.org/drawingml/2006/main" noGrp="1"/>
          </p:cNvSpPr>
          <p:nvPr/>
        </p:nvSpPr>
        <p:spPr>
          <a:xfrm xmlns:a="http://schemas.openxmlformats.org/drawingml/2006/main">
            <a:off x="9906000" y="533400"/>
            <a:ext cx="17907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88" b="0">
                <a:solidFill>
                  <a:srgbClr val="53657A"/>
                </a:solidFill>
              </a:defRPr>
            </a:pPr>
            <a:r>
              <a:rPr sz="788" b="0">
                <a:solidFill>
                  <a:srgbClr val="53657A"/>
                </a:solidFill>
              </a:rPr>
              <a:t>中国互联网络信息中心</a:t>
            </a:r>
          </a:p>
        </p:txBody>
      </p:sp>
      <p:sp>
        <p:nvSpPr>
          <p:cNvPr id="9" name="">
            <a:extLst xmlns:a="http://schemas.openxmlformats.org/drawingml/2006/main">
              <a:ext uri="{FF2B5EF4-FFF2-40B4-BE49-F238E27FC236}">
                <a16:creationId xmlns:a16="http://schemas.microsoft.com/office/drawing/2014/main" id="{9B0E3373-D1FA-4970-BD43-8411DD892434}"/>
              </a:ext>
            </a:extLst>
          </p:cNvPr>
          <p:cNvSpPr>
            <a:spLocks xmlns:a="http://schemas.openxmlformats.org/drawingml/2006/main" noGrp="1"/>
          </p:cNvSpPr>
          <p:nvPr/>
        </p:nvSpPr>
        <p:spPr>
          <a:xfrm xmlns:a="http://schemas.openxmlformats.org/drawingml/2006/main">
            <a:off x="685800" y="1304925"/>
            <a:ext cx="13335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0B63CE"/>
                </a:solidFill>
              </a:defRPr>
            </a:pPr>
            <a:r>
              <a:rPr sz="1275" b="1">
                <a:solidFill>
                  <a:srgbClr val="0B63CE"/>
                </a:solidFill>
              </a:rPr>
              <a:t>核心问题</a:t>
            </a:r>
          </a:p>
        </p:txBody>
      </p:sp>
      <p:sp>
        <p:nvSpPr>
          <p:cNvPr id="10" name="">
            <a:extLst xmlns:a="http://schemas.openxmlformats.org/drawingml/2006/main">
              <a:ext uri="{FF2B5EF4-FFF2-40B4-BE49-F238E27FC236}">
                <a16:creationId xmlns:a16="http://schemas.microsoft.com/office/drawing/2014/main" id="{98CD687A-E264-4369-B699-1A409499AB10}"/>
              </a:ext>
            </a:extLst>
          </p:cNvPr>
          <p:cNvSpPr>
            <a:spLocks xmlns:a="http://schemas.openxmlformats.org/drawingml/2006/main" noGrp="1"/>
          </p:cNvSpPr>
          <p:nvPr/>
        </p:nvSpPr>
        <p:spPr>
          <a:xfrm xmlns:a="http://schemas.openxmlformats.org/drawingml/2006/main">
            <a:off x="685800" y="1638300"/>
            <a:ext cx="6667500" cy="552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102033"/>
                </a:solidFill>
              </a:defRPr>
            </a:pPr>
            <a:r>
              <a:rPr sz="2100" b="1">
                <a:solidFill>
                  <a:srgbClr val="102033"/>
                </a:solidFill>
              </a:rPr>
              <a:t>自然语言请求如何稳定映射到正确能力地址，并进一步选择可执行实例？</a:t>
            </a:r>
          </a:p>
        </p:txBody>
      </p:sp>
      <p:sp>
        <p:nvSpPr>
          <p:cNvPr id="11" name="">
            <a:extLst xmlns:a="http://schemas.openxmlformats.org/drawingml/2006/main">
              <a:ext uri="{FF2B5EF4-FFF2-40B4-BE49-F238E27FC236}">
                <a16:creationId xmlns:a16="http://schemas.microsoft.com/office/drawing/2014/main" id="{318CAE38-C953-4F26-B685-124CD5C9F957}"/>
              </a:ext>
            </a:extLst>
          </p:cNvPr>
          <p:cNvSpPr>
            <a:spLocks xmlns:a="http://schemas.openxmlformats.org/drawingml/2006/main" noGrp="1"/>
          </p:cNvSpPr>
          <p:nvPr/>
        </p:nvSpPr>
        <p:spPr>
          <a:xfrm xmlns:a="http://schemas.openxmlformats.org/drawingml/2006/main">
            <a:off x="685800" y="2667000"/>
            <a:ext cx="3067050" cy="156210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12383">
            <a:solidFill>
              <a:srgbClr val="0B63CE"/>
            </a:solidFill>
          </a:ln>
        </p:spPr>
      </p:sp>
      <p:sp>
        <p:nvSpPr>
          <p:cNvPr id="12" name="">
            <a:extLst xmlns:a="http://schemas.openxmlformats.org/drawingml/2006/main">
              <a:ext uri="{FF2B5EF4-FFF2-40B4-BE49-F238E27FC236}">
                <a16:creationId xmlns:a16="http://schemas.microsoft.com/office/drawing/2014/main" id="{CA1F5CFB-B37A-4EC9-8139-D78C5DD9931A}"/>
              </a:ext>
            </a:extLst>
          </p:cNvPr>
          <p:cNvSpPr>
            <a:spLocks xmlns:a="http://schemas.openxmlformats.org/drawingml/2006/main" noGrp="1"/>
          </p:cNvSpPr>
          <p:nvPr/>
        </p:nvSpPr>
        <p:spPr>
          <a:xfrm xmlns:a="http://schemas.openxmlformats.org/drawingml/2006/main">
            <a:off x="685800" y="2667000"/>
            <a:ext cx="3067050" cy="66675"/>
          </a:xfrm>
          <a:prstGeom xmlns:a="http://schemas.openxmlformats.org/drawingml/2006/main" prst="rect">
            <a:avLst/>
          </a:prstGeom>
          <a:solidFill xmlns:a="http://schemas.openxmlformats.org/drawingml/2006/main">
            <a:srgbClr val="0B63CE"/>
          </a:solidFill>
          <a:ln xmlns:a="http://schemas.openxmlformats.org/drawingml/2006/main" w="0">
            <a:solidFill>
              <a:srgbClr val="0B63CE"/>
            </a:solidFill>
          </a:ln>
        </p:spPr>
      </p:sp>
      <p:sp>
        <p:nvSpPr>
          <p:cNvPr id="13" name="">
            <a:extLst xmlns:a="http://schemas.openxmlformats.org/drawingml/2006/main">
              <a:ext uri="{FF2B5EF4-FFF2-40B4-BE49-F238E27FC236}">
                <a16:creationId xmlns:a16="http://schemas.microsoft.com/office/drawing/2014/main" id="{7302873A-22EC-4B9D-8B69-48B2D56732C8}"/>
              </a:ext>
            </a:extLst>
          </p:cNvPr>
          <p:cNvSpPr>
            <a:spLocks xmlns:a="http://schemas.openxmlformats.org/drawingml/2006/main" noGrp="1"/>
          </p:cNvSpPr>
          <p:nvPr/>
        </p:nvSpPr>
        <p:spPr>
          <a:xfrm xmlns:a="http://schemas.openxmlformats.org/drawingml/2006/main">
            <a:off x="904875" y="2990850"/>
            <a:ext cx="419100" cy="2857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0B63CE"/>
                </a:solidFill>
              </a:defRPr>
            </a:pPr>
            <a:r>
              <a:rPr sz="1500" b="1">
                <a:solidFill>
                  <a:srgbClr val="0B63CE"/>
                </a:solidFill>
              </a:rPr>
              <a:t>01</a:t>
            </a:r>
          </a:p>
        </p:txBody>
      </p:sp>
      <p:sp>
        <p:nvSpPr>
          <p:cNvPr id="14" name="">
            <a:extLst xmlns:a="http://schemas.openxmlformats.org/drawingml/2006/main">
              <a:ext uri="{FF2B5EF4-FFF2-40B4-BE49-F238E27FC236}">
                <a16:creationId xmlns:a16="http://schemas.microsoft.com/office/drawing/2014/main" id="{652CD497-EA49-47C4-8B08-3320FC5D73F9}"/>
              </a:ext>
            </a:extLst>
          </p:cNvPr>
          <p:cNvSpPr>
            <a:spLocks xmlns:a="http://schemas.openxmlformats.org/drawingml/2006/main" noGrp="1"/>
          </p:cNvSpPr>
          <p:nvPr/>
        </p:nvSpPr>
        <p:spPr>
          <a:xfrm xmlns:a="http://schemas.openxmlformats.org/drawingml/2006/main">
            <a:off x="1428750" y="3000375"/>
            <a:ext cx="1524000" cy="238125"/>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2033"/>
                </a:solidFill>
              </a:defRPr>
            </a:pPr>
            <a:r>
              <a:rPr sz="1350" b="1">
                <a:solidFill>
                  <a:srgbClr val="102033"/>
                </a:solidFill>
              </a:rPr>
              <a:t>能力入口多</a:t>
            </a:r>
          </a:p>
        </p:txBody>
      </p:sp>
      <p:sp>
        <p:nvSpPr>
          <p:cNvPr id="15" name="">
            <a:extLst xmlns:a="http://schemas.openxmlformats.org/drawingml/2006/main">
              <a:ext uri="{FF2B5EF4-FFF2-40B4-BE49-F238E27FC236}">
                <a16:creationId xmlns:a16="http://schemas.microsoft.com/office/drawing/2014/main" id="{4307F678-3F50-4729-AD4C-D0BFF457330F}"/>
              </a:ext>
            </a:extLst>
          </p:cNvPr>
          <p:cNvSpPr>
            <a:spLocks xmlns:a="http://schemas.openxmlformats.org/drawingml/2006/main" noGrp="1"/>
          </p:cNvSpPr>
          <p:nvPr/>
        </p:nvSpPr>
        <p:spPr>
          <a:xfrm xmlns:a="http://schemas.openxmlformats.org/drawingml/2006/main">
            <a:off x="1428750" y="3371850"/>
            <a:ext cx="1952625" cy="609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60" b="0">
                <a:solidFill>
                  <a:srgbClr val="53657A"/>
                </a:solidFill>
              </a:defRPr>
            </a:pPr>
            <a:r>
              <a:rPr sz="960" b="0">
                <a:solidFill>
                  <a:srgbClr val="53657A"/>
                </a:solidFill>
              </a:rPr>
              <a:t>智能体能力、服务实例、协议与运行状态不断变化，简单目录难以支撑准确发现。</a:t>
            </a:r>
          </a:p>
        </p:txBody>
      </p:sp>
      <p:sp>
        <p:nvSpPr>
          <p:cNvPr id="16" name="">
            <a:extLst xmlns:a="http://schemas.openxmlformats.org/drawingml/2006/main">
              <a:ext uri="{FF2B5EF4-FFF2-40B4-BE49-F238E27FC236}">
                <a16:creationId xmlns:a16="http://schemas.microsoft.com/office/drawing/2014/main" id="{05E76235-C7F6-472D-A1E9-E493B847AE18}"/>
              </a:ext>
            </a:extLst>
          </p:cNvPr>
          <p:cNvSpPr>
            <a:spLocks xmlns:a="http://schemas.openxmlformats.org/drawingml/2006/main" noGrp="1"/>
          </p:cNvSpPr>
          <p:nvPr/>
        </p:nvSpPr>
        <p:spPr>
          <a:xfrm xmlns:a="http://schemas.openxmlformats.org/drawingml/2006/main">
            <a:off x="4352925" y="2667000"/>
            <a:ext cx="3067050" cy="156210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12383">
            <a:solidFill>
              <a:srgbClr val="E97132"/>
            </a:solidFill>
          </a:ln>
        </p:spPr>
      </p:sp>
      <p:sp>
        <p:nvSpPr>
          <p:cNvPr id="17" name="">
            <a:extLst xmlns:a="http://schemas.openxmlformats.org/drawingml/2006/main">
              <a:ext uri="{FF2B5EF4-FFF2-40B4-BE49-F238E27FC236}">
                <a16:creationId xmlns:a16="http://schemas.microsoft.com/office/drawing/2014/main" id="{7671E048-5AF9-495A-91B8-4E79FC0C0C22}"/>
              </a:ext>
            </a:extLst>
          </p:cNvPr>
          <p:cNvSpPr>
            <a:spLocks xmlns:a="http://schemas.openxmlformats.org/drawingml/2006/main" noGrp="1"/>
          </p:cNvSpPr>
          <p:nvPr/>
        </p:nvSpPr>
        <p:spPr>
          <a:xfrm xmlns:a="http://schemas.openxmlformats.org/drawingml/2006/main">
            <a:off x="4352925" y="2667000"/>
            <a:ext cx="3067050" cy="66675"/>
          </a:xfrm>
          <a:prstGeom xmlns:a="http://schemas.openxmlformats.org/drawingml/2006/main" prst="rect">
            <a:avLst/>
          </a:prstGeom>
          <a:solidFill xmlns:a="http://schemas.openxmlformats.org/drawingml/2006/main">
            <a:srgbClr val="E97132"/>
          </a:solidFill>
          <a:ln xmlns:a="http://schemas.openxmlformats.org/drawingml/2006/main" w="0">
            <a:solidFill>
              <a:srgbClr val="E97132"/>
            </a:solidFill>
          </a:ln>
        </p:spPr>
      </p:sp>
      <p:sp>
        <p:nvSpPr>
          <p:cNvPr id="18" name="">
            <a:extLst xmlns:a="http://schemas.openxmlformats.org/drawingml/2006/main">
              <a:ext uri="{FF2B5EF4-FFF2-40B4-BE49-F238E27FC236}">
                <a16:creationId xmlns:a16="http://schemas.microsoft.com/office/drawing/2014/main" id="{B8E2E1FD-A60F-46C3-A60F-1502E41AF669}"/>
              </a:ext>
            </a:extLst>
          </p:cNvPr>
          <p:cNvSpPr>
            <a:spLocks xmlns:a="http://schemas.openxmlformats.org/drawingml/2006/main" noGrp="1"/>
          </p:cNvSpPr>
          <p:nvPr/>
        </p:nvSpPr>
        <p:spPr>
          <a:xfrm xmlns:a="http://schemas.openxmlformats.org/drawingml/2006/main">
            <a:off x="4572000" y="2990850"/>
            <a:ext cx="419100" cy="2857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E97132"/>
                </a:solidFill>
              </a:defRPr>
            </a:pPr>
            <a:r>
              <a:rPr sz="1500" b="1">
                <a:solidFill>
                  <a:srgbClr val="E97132"/>
                </a:solidFill>
              </a:rPr>
              <a:t>02</a:t>
            </a:r>
          </a:p>
        </p:txBody>
      </p:sp>
      <p:sp>
        <p:nvSpPr>
          <p:cNvPr id="19" name="">
            <a:extLst xmlns:a="http://schemas.openxmlformats.org/drawingml/2006/main">
              <a:ext uri="{FF2B5EF4-FFF2-40B4-BE49-F238E27FC236}">
                <a16:creationId xmlns:a16="http://schemas.microsoft.com/office/drawing/2014/main" id="{71DDFEE2-DA81-4BF1-B60E-3AD2F77A97B1}"/>
              </a:ext>
            </a:extLst>
          </p:cNvPr>
          <p:cNvSpPr>
            <a:spLocks xmlns:a="http://schemas.openxmlformats.org/drawingml/2006/main" noGrp="1"/>
          </p:cNvSpPr>
          <p:nvPr/>
        </p:nvSpPr>
        <p:spPr>
          <a:xfrm xmlns:a="http://schemas.openxmlformats.org/drawingml/2006/main">
            <a:off x="5095875" y="3000375"/>
            <a:ext cx="1524000" cy="238125"/>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2033"/>
                </a:solidFill>
              </a:defRPr>
            </a:pPr>
            <a:r>
              <a:rPr sz="1350" b="1">
                <a:solidFill>
                  <a:srgbClr val="102033"/>
                </a:solidFill>
              </a:rPr>
              <a:t>语义边界复杂</a:t>
            </a:r>
          </a:p>
        </p:txBody>
      </p:sp>
      <p:sp>
        <p:nvSpPr>
          <p:cNvPr id="20" name="">
            <a:extLst xmlns:a="http://schemas.openxmlformats.org/drawingml/2006/main">
              <a:ext uri="{FF2B5EF4-FFF2-40B4-BE49-F238E27FC236}">
                <a16:creationId xmlns:a16="http://schemas.microsoft.com/office/drawing/2014/main" id="{2A38DB06-D928-4875-9DE4-02FB3C5612F6}"/>
              </a:ext>
            </a:extLst>
          </p:cNvPr>
          <p:cNvSpPr>
            <a:spLocks xmlns:a="http://schemas.openxmlformats.org/drawingml/2006/main" noGrp="1"/>
          </p:cNvSpPr>
          <p:nvPr/>
        </p:nvSpPr>
        <p:spPr>
          <a:xfrm xmlns:a="http://schemas.openxmlformats.org/drawingml/2006/main">
            <a:off x="5095875" y="3371850"/>
            <a:ext cx="1952625" cy="609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60" b="0">
                <a:solidFill>
                  <a:srgbClr val="53657A"/>
                </a:solidFill>
              </a:defRPr>
            </a:pPr>
            <a:r>
              <a:rPr sz="960" b="0">
                <a:solidFill>
                  <a:srgbClr val="53657A"/>
                </a:solidFill>
              </a:rPr>
              <a:t>用户请求常同时包含主任务、辅助诉求、风险限制和行业语境，容易出现层级竞争。</a:t>
            </a:r>
          </a:p>
        </p:txBody>
      </p:sp>
      <p:sp>
        <p:nvSpPr>
          <p:cNvPr id="21" name="">
            <a:extLst xmlns:a="http://schemas.openxmlformats.org/drawingml/2006/main">
              <a:ext uri="{FF2B5EF4-FFF2-40B4-BE49-F238E27FC236}">
                <a16:creationId xmlns:a16="http://schemas.microsoft.com/office/drawing/2014/main" id="{76EB0CF5-CA77-4BC7-9DCD-346B8339F0E2}"/>
              </a:ext>
            </a:extLst>
          </p:cNvPr>
          <p:cNvSpPr>
            <a:spLocks xmlns:a="http://schemas.openxmlformats.org/drawingml/2006/main" noGrp="1"/>
          </p:cNvSpPr>
          <p:nvPr/>
        </p:nvSpPr>
        <p:spPr>
          <a:xfrm xmlns:a="http://schemas.openxmlformats.org/drawingml/2006/main">
            <a:off x="8020050" y="2667000"/>
            <a:ext cx="3067050" cy="156210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12383">
            <a:solidFill>
              <a:srgbClr val="0E8A57"/>
            </a:solidFill>
          </a:ln>
        </p:spPr>
      </p:sp>
      <p:sp>
        <p:nvSpPr>
          <p:cNvPr id="22" name="">
            <a:extLst xmlns:a="http://schemas.openxmlformats.org/drawingml/2006/main">
              <a:ext uri="{FF2B5EF4-FFF2-40B4-BE49-F238E27FC236}">
                <a16:creationId xmlns:a16="http://schemas.microsoft.com/office/drawing/2014/main" id="{D87E51AB-AEF1-4E3C-BA26-1E9F3382FEF5}"/>
              </a:ext>
            </a:extLst>
          </p:cNvPr>
          <p:cNvSpPr>
            <a:spLocks xmlns:a="http://schemas.openxmlformats.org/drawingml/2006/main" noGrp="1"/>
          </p:cNvSpPr>
          <p:nvPr/>
        </p:nvSpPr>
        <p:spPr>
          <a:xfrm xmlns:a="http://schemas.openxmlformats.org/drawingml/2006/main">
            <a:off x="8020050" y="2667000"/>
            <a:ext cx="3067050" cy="66675"/>
          </a:xfrm>
          <a:prstGeom xmlns:a="http://schemas.openxmlformats.org/drawingml/2006/main" prst="rect">
            <a:avLst/>
          </a:prstGeom>
          <a:solidFill xmlns:a="http://schemas.openxmlformats.org/drawingml/2006/main">
            <a:srgbClr val="0E8A57"/>
          </a:solidFill>
          <a:ln xmlns:a="http://schemas.openxmlformats.org/drawingml/2006/main" w="0">
            <a:solidFill>
              <a:srgbClr val="0E8A57"/>
            </a:solidFill>
          </a:ln>
        </p:spPr>
      </p:sp>
      <p:sp>
        <p:nvSpPr>
          <p:cNvPr id="23" name="">
            <a:extLst xmlns:a="http://schemas.openxmlformats.org/drawingml/2006/main">
              <a:ext uri="{FF2B5EF4-FFF2-40B4-BE49-F238E27FC236}">
                <a16:creationId xmlns:a16="http://schemas.microsoft.com/office/drawing/2014/main" id="{0D318D23-B9A4-4B82-A392-3598CA3B1583}"/>
              </a:ext>
            </a:extLst>
          </p:cNvPr>
          <p:cNvSpPr>
            <a:spLocks xmlns:a="http://schemas.openxmlformats.org/drawingml/2006/main" noGrp="1"/>
          </p:cNvSpPr>
          <p:nvPr/>
        </p:nvSpPr>
        <p:spPr>
          <a:xfrm xmlns:a="http://schemas.openxmlformats.org/drawingml/2006/main">
            <a:off x="8239125" y="2990850"/>
            <a:ext cx="419100" cy="2857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0E8A57"/>
                </a:solidFill>
              </a:defRPr>
            </a:pPr>
            <a:r>
              <a:rPr sz="1500" b="1">
                <a:solidFill>
                  <a:srgbClr val="0E8A57"/>
                </a:solidFill>
              </a:rPr>
              <a:t>03</a:t>
            </a:r>
          </a:p>
        </p:txBody>
      </p:sp>
      <p:sp>
        <p:nvSpPr>
          <p:cNvPr id="24" name="">
            <a:extLst xmlns:a="http://schemas.openxmlformats.org/drawingml/2006/main">
              <a:ext uri="{FF2B5EF4-FFF2-40B4-BE49-F238E27FC236}">
                <a16:creationId xmlns:a16="http://schemas.microsoft.com/office/drawing/2014/main" id="{48AE97DB-5072-4477-B434-E745145B0F27}"/>
              </a:ext>
            </a:extLst>
          </p:cNvPr>
          <p:cNvSpPr>
            <a:spLocks xmlns:a="http://schemas.openxmlformats.org/drawingml/2006/main" noGrp="1"/>
          </p:cNvSpPr>
          <p:nvPr/>
        </p:nvSpPr>
        <p:spPr>
          <a:xfrm xmlns:a="http://schemas.openxmlformats.org/drawingml/2006/main">
            <a:off x="8763000" y="3000375"/>
            <a:ext cx="1524000" cy="238125"/>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2033"/>
                </a:solidFill>
              </a:defRPr>
            </a:pPr>
            <a:r>
              <a:rPr sz="1350" b="1">
                <a:solidFill>
                  <a:srgbClr val="102033"/>
                </a:solidFill>
              </a:rPr>
              <a:t>过程需要审计</a:t>
            </a:r>
          </a:p>
        </p:txBody>
      </p:sp>
      <p:sp>
        <p:nvSpPr>
          <p:cNvPr id="25" name="">
            <a:extLst xmlns:a="http://schemas.openxmlformats.org/drawingml/2006/main">
              <a:ext uri="{FF2B5EF4-FFF2-40B4-BE49-F238E27FC236}">
                <a16:creationId xmlns:a16="http://schemas.microsoft.com/office/drawing/2014/main" id="{C1C216B8-DC56-429B-9D58-F49C2992D202}"/>
              </a:ext>
            </a:extLst>
          </p:cNvPr>
          <p:cNvSpPr>
            <a:spLocks xmlns:a="http://schemas.openxmlformats.org/drawingml/2006/main" noGrp="1"/>
          </p:cNvSpPr>
          <p:nvPr/>
        </p:nvSpPr>
        <p:spPr>
          <a:xfrm xmlns:a="http://schemas.openxmlformats.org/drawingml/2006/main">
            <a:off x="8763000" y="3371850"/>
            <a:ext cx="1952625" cy="609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60" b="0">
                <a:solidFill>
                  <a:srgbClr val="53657A"/>
                </a:solidFill>
              </a:defRPr>
            </a:pPr>
            <a:r>
              <a:rPr sz="960" b="0">
                <a:solidFill>
                  <a:srgbClr val="53657A"/>
                </a:solidFill>
              </a:rPr>
              <a:t>评审和工程运维需要知道为何选择、为何复核、为何改判，以及错误属于哪一阶段。</a:t>
            </a:r>
          </a:p>
        </p:txBody>
      </p:sp>
      <p:sp>
        <p:nvSpPr>
          <p:cNvPr id="26" name="">
            <a:extLst xmlns:a="http://schemas.openxmlformats.org/drawingml/2006/main">
              <a:ext uri="{FF2B5EF4-FFF2-40B4-BE49-F238E27FC236}">
                <a16:creationId xmlns:a16="http://schemas.microsoft.com/office/drawing/2014/main" id="{AED7B074-A9F7-476F-91B9-1207FA706B5B}"/>
              </a:ext>
            </a:extLst>
          </p:cNvPr>
          <p:cNvSpPr>
            <a:spLocks xmlns:a="http://schemas.openxmlformats.org/drawingml/2006/main" noGrp="1"/>
          </p:cNvSpPr>
          <p:nvPr/>
        </p:nvSpPr>
        <p:spPr>
          <a:xfrm xmlns:a="http://schemas.openxmlformats.org/drawingml/2006/main">
            <a:off x="1238250" y="5143500"/>
            <a:ext cx="14287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02033"/>
                </a:solidFill>
              </a:defRPr>
            </a:pPr>
            <a:r>
              <a:rPr sz="1200" b="1">
                <a:solidFill>
                  <a:srgbClr val="102033"/>
                </a:solidFill>
              </a:rPr>
              <a:t>用户请求</a:t>
            </a:r>
          </a:p>
        </p:txBody>
      </p:sp>
      <p:sp>
        <p:nvSpPr>
          <p:cNvPr id="27" name="">
            <a:extLst xmlns:a="http://schemas.openxmlformats.org/drawingml/2006/main">
              <a:ext uri="{FF2B5EF4-FFF2-40B4-BE49-F238E27FC236}">
                <a16:creationId xmlns:a16="http://schemas.microsoft.com/office/drawing/2014/main" id="{FF0389E7-7F82-4AAD-92F4-E3B60B9CC20F}"/>
              </a:ext>
            </a:extLst>
          </p:cNvPr>
          <p:cNvSpPr>
            <a:spLocks xmlns:a="http://schemas.openxmlformats.org/drawingml/2006/main" noGrp="1"/>
          </p:cNvSpPr>
          <p:nvPr/>
        </p:nvSpPr>
        <p:spPr>
          <a:xfrm xmlns:a="http://schemas.openxmlformats.org/drawingml/2006/main">
            <a:off x="1238250" y="5410200"/>
            <a:ext cx="14287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10" b="0">
                <a:solidFill>
                  <a:srgbClr val="53657A"/>
                </a:solidFill>
              </a:defRPr>
            </a:pPr>
            <a:r>
              <a:rPr sz="810" b="0">
                <a:solidFill>
                  <a:srgbClr val="53657A"/>
                </a:solidFill>
              </a:rPr>
              <a:t>query + context</a:t>
            </a:r>
          </a:p>
        </p:txBody>
      </p:sp>
      <p:sp>
        <p:nvSpPr>
          <p:cNvPr id="28" name="">
            <a:extLst xmlns:a="http://schemas.openxmlformats.org/drawingml/2006/main">
              <a:ext uri="{FF2B5EF4-FFF2-40B4-BE49-F238E27FC236}">
                <a16:creationId xmlns:a16="http://schemas.microsoft.com/office/drawing/2014/main" id="{9C331A6F-D7B0-4E55-9CAB-33BEA9517468}"/>
              </a:ext>
            </a:extLst>
          </p:cNvPr>
          <p:cNvSpPr>
            <a:spLocks xmlns:a="http://schemas.openxmlformats.org/drawingml/2006/main" noGrp="1"/>
          </p:cNvSpPr>
          <p:nvPr/>
        </p:nvSpPr>
        <p:spPr>
          <a:xfrm xmlns:a="http://schemas.openxmlformats.org/drawingml/2006/main">
            <a:off x="1762125" y="4724400"/>
            <a:ext cx="381000" cy="381000"/>
          </a:xfrm>
          <a:prstGeom xmlns:a="http://schemas.openxmlformats.org/drawingml/2006/main" prst="ellipse">
            <a:avLst/>
          </a:prstGeom>
          <a:solidFill xmlns:a="http://schemas.openxmlformats.org/drawingml/2006/main">
            <a:srgbClr val="0B63CE"/>
          </a:solidFill>
          <a:ln xmlns:a="http://schemas.openxmlformats.org/drawingml/2006/main" w="0">
            <a:solidFill>
              <a:srgbClr val="0B63CE"/>
            </a:solidFill>
          </a:ln>
        </p:spPr>
      </p:sp>
      <p:sp>
        <p:nvSpPr>
          <p:cNvPr id="29" name="">
            <a:extLst xmlns:a="http://schemas.openxmlformats.org/drawingml/2006/main">
              <a:ext uri="{FF2B5EF4-FFF2-40B4-BE49-F238E27FC236}">
                <a16:creationId xmlns:a16="http://schemas.microsoft.com/office/drawing/2014/main" id="{6107B4A6-A98B-49F0-843F-1E83D7F41307}"/>
              </a:ext>
            </a:extLst>
          </p:cNvPr>
          <p:cNvSpPr>
            <a:spLocks xmlns:a="http://schemas.openxmlformats.org/drawingml/2006/main" noGrp="1"/>
          </p:cNvSpPr>
          <p:nvPr/>
        </p:nvSpPr>
        <p:spPr>
          <a:xfrm xmlns:a="http://schemas.openxmlformats.org/drawingml/2006/main">
            <a:off x="2705100" y="4800600"/>
            <a:ext cx="723900" cy="228600"/>
          </a:xfrm>
          <a:prstGeom xmlns:a="http://schemas.openxmlformats.org/drawingml/2006/main" prst="rightArrow">
            <a:avLst/>
          </a:prstGeom>
          <a:solidFill xmlns:a="http://schemas.openxmlformats.org/drawingml/2006/main">
            <a:srgbClr val="A9C8EA"/>
          </a:solidFill>
          <a:ln xmlns:a="http://schemas.openxmlformats.org/drawingml/2006/main" w="0">
            <a:solidFill>
              <a:srgbClr val="A9C8EA"/>
            </a:solidFill>
          </a:ln>
        </p:spPr>
      </p:sp>
      <p:sp>
        <p:nvSpPr>
          <p:cNvPr id="30" name="">
            <a:extLst xmlns:a="http://schemas.openxmlformats.org/drawingml/2006/main">
              <a:ext uri="{FF2B5EF4-FFF2-40B4-BE49-F238E27FC236}">
                <a16:creationId xmlns:a16="http://schemas.microsoft.com/office/drawing/2014/main" id="{31CFB7D4-D011-43A4-953B-BADD7B4D2174}"/>
              </a:ext>
            </a:extLst>
          </p:cNvPr>
          <p:cNvSpPr>
            <a:spLocks xmlns:a="http://schemas.openxmlformats.org/drawingml/2006/main" noGrp="1"/>
          </p:cNvSpPr>
          <p:nvPr/>
        </p:nvSpPr>
        <p:spPr>
          <a:xfrm xmlns:a="http://schemas.openxmlformats.org/drawingml/2006/main">
            <a:off x="3714750" y="5143500"/>
            <a:ext cx="14287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02033"/>
                </a:solidFill>
              </a:defRPr>
            </a:pPr>
            <a:r>
              <a:rPr sz="1200" b="1">
                <a:solidFill>
                  <a:srgbClr val="102033"/>
                </a:solidFill>
              </a:rPr>
              <a:t>能力地址</a:t>
            </a:r>
          </a:p>
        </p:txBody>
      </p:sp>
      <p:sp>
        <p:nvSpPr>
          <p:cNvPr id="31" name="">
            <a:extLst xmlns:a="http://schemas.openxmlformats.org/drawingml/2006/main">
              <a:ext uri="{FF2B5EF4-FFF2-40B4-BE49-F238E27FC236}">
                <a16:creationId xmlns:a16="http://schemas.microsoft.com/office/drawing/2014/main" id="{DCB3B6E8-838F-409F-A025-47E88E15E6AA}"/>
              </a:ext>
            </a:extLst>
          </p:cNvPr>
          <p:cNvSpPr>
            <a:spLocks xmlns:a="http://schemas.openxmlformats.org/drawingml/2006/main" noGrp="1"/>
          </p:cNvSpPr>
          <p:nvPr/>
        </p:nvSpPr>
        <p:spPr>
          <a:xfrm xmlns:a="http://schemas.openxmlformats.org/drawingml/2006/main">
            <a:off x="3714750" y="5410200"/>
            <a:ext cx="14287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10" b="0">
                <a:solidFill>
                  <a:srgbClr val="53657A"/>
                </a:solidFill>
              </a:defRPr>
            </a:pPr>
            <a:r>
              <a:rPr sz="810" b="0">
                <a:solidFill>
                  <a:srgbClr val="53657A"/>
                </a:solidFill>
              </a:rPr>
              <a:t>routing_fqdn</a:t>
            </a:r>
          </a:p>
        </p:txBody>
      </p:sp>
      <p:sp>
        <p:nvSpPr>
          <p:cNvPr id="32" name="">
            <a:extLst xmlns:a="http://schemas.openxmlformats.org/drawingml/2006/main">
              <a:ext uri="{FF2B5EF4-FFF2-40B4-BE49-F238E27FC236}">
                <a16:creationId xmlns:a16="http://schemas.microsoft.com/office/drawing/2014/main" id="{DB8EB657-A2AF-4111-A508-04BBA384EEB8}"/>
              </a:ext>
            </a:extLst>
          </p:cNvPr>
          <p:cNvSpPr>
            <a:spLocks xmlns:a="http://schemas.openxmlformats.org/drawingml/2006/main" noGrp="1"/>
          </p:cNvSpPr>
          <p:nvPr/>
        </p:nvSpPr>
        <p:spPr>
          <a:xfrm xmlns:a="http://schemas.openxmlformats.org/drawingml/2006/main">
            <a:off x="4238625" y="4724400"/>
            <a:ext cx="381000" cy="381000"/>
          </a:xfrm>
          <a:prstGeom xmlns:a="http://schemas.openxmlformats.org/drawingml/2006/main" prst="ellipse">
            <a:avLst/>
          </a:prstGeom>
          <a:solidFill xmlns:a="http://schemas.openxmlformats.org/drawingml/2006/main">
            <a:srgbClr val="0E8A57"/>
          </a:solidFill>
          <a:ln xmlns:a="http://schemas.openxmlformats.org/drawingml/2006/main" w="0">
            <a:solidFill>
              <a:srgbClr val="0E8A57"/>
            </a:solidFill>
          </a:ln>
        </p:spPr>
      </p:sp>
      <p:sp>
        <p:nvSpPr>
          <p:cNvPr id="33" name="">
            <a:extLst xmlns:a="http://schemas.openxmlformats.org/drawingml/2006/main">
              <a:ext uri="{FF2B5EF4-FFF2-40B4-BE49-F238E27FC236}">
                <a16:creationId xmlns:a16="http://schemas.microsoft.com/office/drawing/2014/main" id="{4AF64DF3-49A0-4697-B63D-0D92ECF10789}"/>
              </a:ext>
            </a:extLst>
          </p:cNvPr>
          <p:cNvSpPr>
            <a:spLocks xmlns:a="http://schemas.openxmlformats.org/drawingml/2006/main" noGrp="1"/>
          </p:cNvSpPr>
          <p:nvPr/>
        </p:nvSpPr>
        <p:spPr>
          <a:xfrm xmlns:a="http://schemas.openxmlformats.org/drawingml/2006/main">
            <a:off x="5181600" y="4800600"/>
            <a:ext cx="723900" cy="228600"/>
          </a:xfrm>
          <a:prstGeom xmlns:a="http://schemas.openxmlformats.org/drawingml/2006/main" prst="rightArrow">
            <a:avLst/>
          </a:prstGeom>
          <a:solidFill xmlns:a="http://schemas.openxmlformats.org/drawingml/2006/main">
            <a:srgbClr val="A9C8EA"/>
          </a:solidFill>
          <a:ln xmlns:a="http://schemas.openxmlformats.org/drawingml/2006/main" w="0">
            <a:solidFill>
              <a:srgbClr val="A9C8EA"/>
            </a:solidFill>
          </a:ln>
        </p:spPr>
      </p:sp>
      <p:sp>
        <p:nvSpPr>
          <p:cNvPr id="34" name="">
            <a:extLst xmlns:a="http://schemas.openxmlformats.org/drawingml/2006/main">
              <a:ext uri="{FF2B5EF4-FFF2-40B4-BE49-F238E27FC236}">
                <a16:creationId xmlns:a16="http://schemas.microsoft.com/office/drawing/2014/main" id="{8045983C-D643-4505-A385-8252CCEBD5C8}"/>
              </a:ext>
            </a:extLst>
          </p:cNvPr>
          <p:cNvSpPr>
            <a:spLocks xmlns:a="http://schemas.openxmlformats.org/drawingml/2006/main" noGrp="1"/>
          </p:cNvSpPr>
          <p:nvPr/>
        </p:nvSpPr>
        <p:spPr>
          <a:xfrm xmlns:a="http://schemas.openxmlformats.org/drawingml/2006/main">
            <a:off x="6191250" y="5143500"/>
            <a:ext cx="14287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02033"/>
                </a:solidFill>
              </a:defRPr>
            </a:pPr>
            <a:r>
              <a:rPr sz="1200" b="1">
                <a:solidFill>
                  <a:srgbClr val="102033"/>
                </a:solidFill>
              </a:rPr>
              <a:t>执行实例</a:t>
            </a:r>
          </a:p>
        </p:txBody>
      </p:sp>
      <p:sp>
        <p:nvSpPr>
          <p:cNvPr id="35" name="">
            <a:extLst xmlns:a="http://schemas.openxmlformats.org/drawingml/2006/main">
              <a:ext uri="{FF2B5EF4-FFF2-40B4-BE49-F238E27FC236}">
                <a16:creationId xmlns:a16="http://schemas.microsoft.com/office/drawing/2014/main" id="{9EFAFE93-EB52-4C8F-94AF-C0EE38507198}"/>
              </a:ext>
            </a:extLst>
          </p:cNvPr>
          <p:cNvSpPr>
            <a:spLocks xmlns:a="http://schemas.openxmlformats.org/drawingml/2006/main" noGrp="1"/>
          </p:cNvSpPr>
          <p:nvPr/>
        </p:nvSpPr>
        <p:spPr>
          <a:xfrm xmlns:a="http://schemas.openxmlformats.org/drawingml/2006/main">
            <a:off x="6191250" y="5410200"/>
            <a:ext cx="14287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10" b="0">
                <a:solidFill>
                  <a:srgbClr val="53657A"/>
                </a:solidFill>
              </a:defRPr>
            </a:pPr>
            <a:r>
              <a:rPr sz="810" b="0">
                <a:solidFill>
                  <a:srgbClr val="53657A"/>
                </a:solidFill>
              </a:rPr>
              <a:t>agent_fqdn</a:t>
            </a:r>
          </a:p>
        </p:txBody>
      </p:sp>
      <p:sp>
        <p:nvSpPr>
          <p:cNvPr id="36" name="">
            <a:extLst xmlns:a="http://schemas.openxmlformats.org/drawingml/2006/main">
              <a:ext uri="{FF2B5EF4-FFF2-40B4-BE49-F238E27FC236}">
                <a16:creationId xmlns:a16="http://schemas.microsoft.com/office/drawing/2014/main" id="{851B50C6-4D28-4BB8-8005-FC9A789E649B}"/>
              </a:ext>
            </a:extLst>
          </p:cNvPr>
          <p:cNvSpPr>
            <a:spLocks xmlns:a="http://schemas.openxmlformats.org/drawingml/2006/main" noGrp="1"/>
          </p:cNvSpPr>
          <p:nvPr/>
        </p:nvSpPr>
        <p:spPr>
          <a:xfrm xmlns:a="http://schemas.openxmlformats.org/drawingml/2006/main">
            <a:off x="6715125" y="4724400"/>
            <a:ext cx="381000" cy="381000"/>
          </a:xfrm>
          <a:prstGeom xmlns:a="http://schemas.openxmlformats.org/drawingml/2006/main" prst="ellipse">
            <a:avLst/>
          </a:prstGeom>
          <a:solidFill xmlns:a="http://schemas.openxmlformats.org/drawingml/2006/main">
            <a:srgbClr val="E97132"/>
          </a:solidFill>
          <a:ln xmlns:a="http://schemas.openxmlformats.org/drawingml/2006/main" w="0">
            <a:solidFill>
              <a:srgbClr val="E97132"/>
            </a:solidFill>
          </a:ln>
        </p:spPr>
      </p:sp>
      <p:sp>
        <p:nvSpPr>
          <p:cNvPr id="37" name="">
            <a:extLst xmlns:a="http://schemas.openxmlformats.org/drawingml/2006/main">
              <a:ext uri="{FF2B5EF4-FFF2-40B4-BE49-F238E27FC236}">
                <a16:creationId xmlns:a16="http://schemas.microsoft.com/office/drawing/2014/main" id="{2C13316E-5B94-4608-9AF2-3F793F88E36C}"/>
              </a:ext>
            </a:extLst>
          </p:cNvPr>
          <p:cNvSpPr>
            <a:spLocks xmlns:a="http://schemas.openxmlformats.org/drawingml/2006/main" noGrp="1"/>
          </p:cNvSpPr>
          <p:nvPr/>
        </p:nvSpPr>
        <p:spPr>
          <a:xfrm xmlns:a="http://schemas.openxmlformats.org/drawingml/2006/main">
            <a:off x="7658100" y="4800600"/>
            <a:ext cx="723900" cy="228600"/>
          </a:xfrm>
          <a:prstGeom xmlns:a="http://schemas.openxmlformats.org/drawingml/2006/main" prst="rightArrow">
            <a:avLst/>
          </a:prstGeom>
          <a:solidFill xmlns:a="http://schemas.openxmlformats.org/drawingml/2006/main">
            <a:srgbClr val="A9C8EA"/>
          </a:solidFill>
          <a:ln xmlns:a="http://schemas.openxmlformats.org/drawingml/2006/main" w="0">
            <a:solidFill>
              <a:srgbClr val="A9C8EA"/>
            </a:solidFill>
          </a:ln>
        </p:spPr>
      </p:sp>
      <p:sp>
        <p:nvSpPr>
          <p:cNvPr id="38" name="">
            <a:extLst xmlns:a="http://schemas.openxmlformats.org/drawingml/2006/main">
              <a:ext uri="{FF2B5EF4-FFF2-40B4-BE49-F238E27FC236}">
                <a16:creationId xmlns:a16="http://schemas.microsoft.com/office/drawing/2014/main" id="{E73F389D-D1D2-4D46-9328-8BF7FF489FA5}"/>
              </a:ext>
            </a:extLst>
          </p:cNvPr>
          <p:cNvSpPr>
            <a:spLocks xmlns:a="http://schemas.openxmlformats.org/drawingml/2006/main" noGrp="1"/>
          </p:cNvSpPr>
          <p:nvPr/>
        </p:nvSpPr>
        <p:spPr>
          <a:xfrm xmlns:a="http://schemas.openxmlformats.org/drawingml/2006/main">
            <a:off x="8667750" y="5143500"/>
            <a:ext cx="14287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02033"/>
                </a:solidFill>
              </a:defRPr>
            </a:pPr>
            <a:r>
              <a:rPr sz="1200" b="1">
                <a:solidFill>
                  <a:srgbClr val="102033"/>
                </a:solidFill>
              </a:rPr>
              <a:t>过程证据</a:t>
            </a:r>
          </a:p>
        </p:txBody>
      </p:sp>
      <p:sp>
        <p:nvSpPr>
          <p:cNvPr id="39" name="">
            <a:extLst xmlns:a="http://schemas.openxmlformats.org/drawingml/2006/main">
              <a:ext uri="{FF2B5EF4-FFF2-40B4-BE49-F238E27FC236}">
                <a16:creationId xmlns:a16="http://schemas.microsoft.com/office/drawing/2014/main" id="{8B4DF9BD-9422-47C0-BB65-2AE5E77F0099}"/>
              </a:ext>
            </a:extLst>
          </p:cNvPr>
          <p:cNvSpPr>
            <a:spLocks xmlns:a="http://schemas.openxmlformats.org/drawingml/2006/main" noGrp="1"/>
          </p:cNvSpPr>
          <p:nvPr/>
        </p:nvSpPr>
        <p:spPr>
          <a:xfrm xmlns:a="http://schemas.openxmlformats.org/drawingml/2006/main">
            <a:off x="8667750" y="5410200"/>
            <a:ext cx="14287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10" b="0">
                <a:solidFill>
                  <a:srgbClr val="53657A"/>
                </a:solidFill>
              </a:defRPr>
            </a:pPr>
            <a:r>
              <a:rPr sz="810" b="0">
                <a:solidFill>
                  <a:srgbClr val="53657A"/>
                </a:solidFill>
              </a:rPr>
              <a:t>trace contract</a:t>
            </a:r>
          </a:p>
        </p:txBody>
      </p:sp>
      <p:sp>
        <p:nvSpPr>
          <p:cNvPr id="40" name="">
            <a:extLst xmlns:a="http://schemas.openxmlformats.org/drawingml/2006/main">
              <a:ext uri="{FF2B5EF4-FFF2-40B4-BE49-F238E27FC236}">
                <a16:creationId xmlns:a16="http://schemas.microsoft.com/office/drawing/2014/main" id="{1D883A36-C6E0-4EF2-A531-39055B9A5534}"/>
              </a:ext>
            </a:extLst>
          </p:cNvPr>
          <p:cNvSpPr>
            <a:spLocks xmlns:a="http://schemas.openxmlformats.org/drawingml/2006/main" noGrp="1"/>
          </p:cNvSpPr>
          <p:nvPr/>
        </p:nvSpPr>
        <p:spPr>
          <a:xfrm xmlns:a="http://schemas.openxmlformats.org/drawingml/2006/main">
            <a:off x="9191625" y="4724400"/>
            <a:ext cx="381000" cy="381000"/>
          </a:xfrm>
          <a:prstGeom xmlns:a="http://schemas.openxmlformats.org/drawingml/2006/main" prst="ellipse">
            <a:avLst/>
          </a:prstGeom>
          <a:solidFill xmlns:a="http://schemas.openxmlformats.org/drawingml/2006/main">
            <a:srgbClr val="6B49C8"/>
          </a:solidFill>
          <a:ln xmlns:a="http://schemas.openxmlformats.org/drawingml/2006/main" w="0">
            <a:solidFill>
              <a:srgbClr val="6B49C8"/>
            </a:solidFill>
          </a:ln>
        </p:spPr>
      </p:sp>
      <p:sp>
        <p:nvSpPr>
          <p:cNvPr id="41" name="">
            <a:extLst xmlns:a="http://schemas.openxmlformats.org/drawingml/2006/main">
              <a:ext uri="{FF2B5EF4-FFF2-40B4-BE49-F238E27FC236}">
                <a16:creationId xmlns:a16="http://schemas.microsoft.com/office/drawing/2014/main" id="{FB157826-FE07-4B0A-A98B-16295C63E20F}"/>
              </a:ext>
            </a:extLst>
          </p:cNvPr>
          <p:cNvSpPr>
            <a:spLocks xmlns:a="http://schemas.openxmlformats.org/drawingml/2006/main" noGrp="1"/>
          </p:cNvSpPr>
          <p:nvPr/>
        </p:nvSpPr>
        <p:spPr>
          <a:xfrm xmlns:a="http://schemas.openxmlformats.org/drawingml/2006/main">
            <a:off x="476250" y="6457950"/>
            <a:ext cx="8572500" cy="9525"/>
          </a:xfrm>
          <a:prstGeom xmlns:a="http://schemas.openxmlformats.org/drawingml/2006/main" prst="rect">
            <a:avLst/>
          </a:prstGeom>
          <a:solidFill xmlns:a="http://schemas.openxmlformats.org/drawingml/2006/main">
            <a:srgbClr val="E4EDF8"/>
          </a:solidFill>
          <a:ln xmlns:a="http://schemas.openxmlformats.org/drawingml/2006/main" w="0">
            <a:solidFill>
              <a:srgbClr val="E4EDF8"/>
            </a:solidFill>
          </a:ln>
        </p:spPr>
      </p:sp>
      <p:sp>
        <p:nvSpPr>
          <p:cNvPr id="42" name="">
            <a:extLst xmlns:a="http://schemas.openxmlformats.org/drawingml/2006/main">
              <a:ext uri="{FF2B5EF4-FFF2-40B4-BE49-F238E27FC236}">
                <a16:creationId xmlns:a16="http://schemas.microsoft.com/office/drawing/2014/main" id="{7B741EA9-756A-441C-B5D3-319EA81C4DFE}"/>
              </a:ext>
            </a:extLst>
          </p:cNvPr>
          <p:cNvSpPr>
            <a:spLocks xmlns:a="http://schemas.openxmlformats.org/drawingml/2006/main" noGrp="1"/>
          </p:cNvSpPr>
          <p:nvPr/>
        </p:nvSpPr>
        <p:spPr>
          <a:xfrm xmlns:a="http://schemas.openxmlformats.org/drawingml/2006/main">
            <a:off x="476250" y="6553200"/>
            <a:ext cx="5905500" cy="1333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675" b="0">
                <a:solidFill>
                  <a:srgbClr val="8394A8"/>
                </a:solidFill>
              </a:defRPr>
            </a:pPr>
            <a:r>
              <a:rPr sz="675" b="0">
                <a:solidFill>
                  <a:srgbClr val="8394A8"/>
                </a:solidFill>
              </a:rPr>
              <a:t>面向互联网基础资源的大模型多智能体协作与可信认知标识技术研究</a:t>
            </a:r>
          </a:p>
        </p:txBody>
      </p:sp>
      <p:sp>
        <p:nvSpPr>
          <p:cNvPr id="43" name="">
            <a:extLst xmlns:a="http://schemas.openxmlformats.org/drawingml/2006/main">
              <a:ext uri="{FF2B5EF4-FFF2-40B4-BE49-F238E27FC236}">
                <a16:creationId xmlns:a16="http://schemas.microsoft.com/office/drawing/2014/main" id="{1C1B045A-6511-48D8-9B55-E0E822318DD6}"/>
              </a:ext>
            </a:extLst>
          </p:cNvPr>
          <p:cNvSpPr>
            <a:spLocks xmlns:a="http://schemas.openxmlformats.org/drawingml/2006/main" noGrp="1"/>
          </p:cNvSpPr>
          <p:nvPr/>
        </p:nvSpPr>
        <p:spPr>
          <a:xfrm xmlns:a="http://schemas.openxmlformats.org/drawingml/2006/main">
            <a:off x="11382375" y="6515100"/>
            <a:ext cx="3238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0">
                <a:solidFill>
                  <a:srgbClr val="8394A8"/>
                </a:solidFill>
              </a:defRPr>
            </a:pPr>
            <a:r>
              <a:rPr sz="750" b="0">
                <a:solidFill>
                  <a:srgbClr val="8394A8"/>
                </a:solidFill>
              </a:rPr>
              <a:t>04</a:t>
            </a:r>
          </a:p>
        </p:txBody>
      </p:sp>
    </p:spTree>
    <p:extLst>
      <p:ext uri="{BB962C8B-B14F-4D97-AF65-F5344CB8AC3E}">
        <p14:creationId xmlns:p14="http://schemas.microsoft.com/office/powerpoint/2010/main" val="19389600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cbf9ae53e7f5487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1BDD214-DC00-48E4-BF40-ECB3A9A5BE94}"/>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082B6D"/>
          </a:solidFill>
          <a:ln xmlns:a="http://schemas.openxmlformats.org/drawingml/2006/main" w="0">
            <a:solidFill>
              <a:srgbClr val="082B6D"/>
            </a:solidFill>
          </a:ln>
        </p:spPr>
      </p:sp>
      <p:sp>
        <p:nvSpPr>
          <p:cNvPr id="3" name="">
            <a:extLst xmlns:a="http://schemas.openxmlformats.org/drawingml/2006/main">
              <a:ext uri="{FF2B5EF4-FFF2-40B4-BE49-F238E27FC236}">
                <a16:creationId xmlns:a16="http://schemas.microsoft.com/office/drawing/2014/main" id="{825B7D46-A74C-43B1-B814-299B87E63E8E}"/>
              </a:ext>
            </a:extLst>
          </p:cNvPr>
          <p:cNvSpPr>
            <a:spLocks xmlns:a="http://schemas.openxmlformats.org/drawingml/2006/main" noGrp="1"/>
          </p:cNvSpPr>
          <p:nvPr/>
        </p:nvSpPr>
        <p:spPr>
          <a:xfrm xmlns:a="http://schemas.openxmlformats.org/drawingml/2006/main">
            <a:off x="0" y="104775"/>
            <a:ext cx="12192000" cy="28575"/>
          </a:xfrm>
          <a:prstGeom xmlns:a="http://schemas.openxmlformats.org/drawingml/2006/main" prst="rect">
            <a:avLst/>
          </a:prstGeom>
          <a:solidFill xmlns:a="http://schemas.openxmlformats.org/drawingml/2006/main">
            <a:srgbClr val="1E83E6"/>
          </a:solidFill>
          <a:ln xmlns:a="http://schemas.openxmlformats.org/drawingml/2006/main" w="0">
            <a:solidFill>
              <a:srgbClr val="1E83E6"/>
            </a:solidFill>
          </a:ln>
        </p:spPr>
      </p:sp>
      <p:sp>
        <p:nvSpPr>
          <p:cNvPr id="4" name="">
            <a:extLst xmlns:a="http://schemas.openxmlformats.org/drawingml/2006/main">
              <a:ext uri="{FF2B5EF4-FFF2-40B4-BE49-F238E27FC236}">
                <a16:creationId xmlns:a16="http://schemas.microsoft.com/office/drawing/2014/main" id="{B29D7F6E-321E-43BB-B6C0-6783A192E552}"/>
              </a:ext>
            </a:extLst>
          </p:cNvPr>
          <p:cNvSpPr>
            <a:spLocks xmlns:a="http://schemas.openxmlformats.org/drawingml/2006/main" noGrp="1"/>
          </p:cNvSpPr>
          <p:nvPr/>
        </p:nvSpPr>
        <p:spPr>
          <a:xfrm xmlns:a="http://schemas.openxmlformats.org/drawingml/2006/main">
            <a:off x="476250" y="285750"/>
            <a:ext cx="666750" cy="228600"/>
          </a:xfrm>
          <a:prstGeom xmlns:a="http://schemas.openxmlformats.org/drawingml/2006/main" prst="roundRect">
            <a:avLst>
              <a:gd name="adj" fmla="val 45000"/>
            </a:avLst>
          </a:prstGeom>
          <a:solidFill xmlns:a="http://schemas.openxmlformats.org/drawingml/2006/main">
            <a:srgbClr val="E8F2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0B63CE"/>
                </a:solidFill>
              </a:defRPr>
            </a:pPr>
            <a:r>
              <a:rPr sz="1050" b="1">
                <a:solidFill>
                  <a:srgbClr val="0B63CE"/>
                </a:solidFill>
              </a:rPr>
              <a:t>03</a:t>
            </a:r>
          </a:p>
        </p:txBody>
      </p:sp>
      <p:sp>
        <p:nvSpPr>
          <p:cNvPr id="5" name="">
            <a:extLst xmlns:a="http://schemas.openxmlformats.org/drawingml/2006/main">
              <a:ext uri="{FF2B5EF4-FFF2-40B4-BE49-F238E27FC236}">
                <a16:creationId xmlns:a16="http://schemas.microsoft.com/office/drawing/2014/main" id="{93513AE4-E3CA-4B65-80A8-F98FD2B9B615}"/>
              </a:ext>
            </a:extLst>
          </p:cNvPr>
          <p:cNvSpPr>
            <a:spLocks xmlns:a="http://schemas.openxmlformats.org/drawingml/2006/main" noGrp="1"/>
          </p:cNvSpPr>
          <p:nvPr/>
        </p:nvSpPr>
        <p:spPr>
          <a:xfrm xmlns:a="http://schemas.openxmlformats.org/drawingml/2006/main">
            <a:off x="1285875" y="276225"/>
            <a:ext cx="80962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02033"/>
                </a:solidFill>
              </a:defRPr>
            </a:pPr>
            <a:r>
              <a:rPr sz="1800" b="1">
                <a:solidFill>
                  <a:srgbClr val="102033"/>
                </a:solidFill>
              </a:rPr>
              <a:t>总体技术路线：候选召回、语义裁决、协作复核、执行落点一体化</a:t>
            </a:r>
          </a:p>
        </p:txBody>
      </p:sp>
      <p:sp>
        <p:nvSpPr>
          <p:cNvPr id="6" name="">
            <a:extLst xmlns:a="http://schemas.openxmlformats.org/drawingml/2006/main">
              <a:ext uri="{FF2B5EF4-FFF2-40B4-BE49-F238E27FC236}">
                <a16:creationId xmlns:a16="http://schemas.microsoft.com/office/drawing/2014/main" id="{E47EFB79-7488-4A9D-A29A-32D933E9E264}"/>
              </a:ext>
            </a:extLst>
          </p:cNvPr>
          <p:cNvSpPr>
            <a:spLocks xmlns:a="http://schemas.openxmlformats.org/drawingml/2006/main" noGrp="1"/>
          </p:cNvSpPr>
          <p:nvPr/>
        </p:nvSpPr>
        <p:spPr>
          <a:xfrm xmlns:a="http://schemas.openxmlformats.org/drawingml/2006/main">
            <a:off x="1285875" y="609600"/>
            <a:ext cx="80010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53657A"/>
                </a:solidFill>
              </a:defRPr>
            </a:pPr>
            <a:r>
              <a:rPr sz="938" b="0">
                <a:solidFill>
                  <a:srgbClr val="53657A"/>
                </a:solidFill>
              </a:rPr>
              <a:t>系统以能力命名空间为底座，将开放式生成问题收敛为候选内语义路由与可回放决策过程。</a:t>
            </a:r>
          </a:p>
        </p:txBody>
      </p:sp>
      <p:sp>
        <p:nvSpPr>
          <p:cNvPr id="7" name="">
            <a:extLst xmlns:a="http://schemas.openxmlformats.org/drawingml/2006/main">
              <a:ext uri="{FF2B5EF4-FFF2-40B4-BE49-F238E27FC236}">
                <a16:creationId xmlns:a16="http://schemas.microsoft.com/office/drawing/2014/main" id="{AB0D3E1E-78AF-4236-9FEA-482F9694996A}"/>
              </a:ext>
            </a:extLst>
          </p:cNvPr>
          <p:cNvSpPr>
            <a:spLocks xmlns:a="http://schemas.openxmlformats.org/drawingml/2006/main" noGrp="1"/>
          </p:cNvSpPr>
          <p:nvPr/>
        </p:nvSpPr>
        <p:spPr>
          <a:xfrm xmlns:a="http://schemas.openxmlformats.org/drawingml/2006/main">
            <a:off x="10782300" y="276225"/>
            <a:ext cx="9144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00" b="1">
                <a:solidFill>
                  <a:srgbClr val="0B63CE"/>
                </a:solidFill>
              </a:defRPr>
            </a:pPr>
            <a:r>
              <a:rPr sz="1800" b="1">
                <a:solidFill>
                  <a:srgbClr val="0B63CE"/>
                </a:solidFill>
              </a:rPr>
              <a:t>CNNIC</a:t>
            </a:r>
          </a:p>
        </p:txBody>
      </p:sp>
      <p:sp>
        <p:nvSpPr>
          <p:cNvPr id="8" name="">
            <a:extLst xmlns:a="http://schemas.openxmlformats.org/drawingml/2006/main">
              <a:ext uri="{FF2B5EF4-FFF2-40B4-BE49-F238E27FC236}">
                <a16:creationId xmlns:a16="http://schemas.microsoft.com/office/drawing/2014/main" id="{E2F80F67-6B83-4984-9322-66B463F975D2}"/>
              </a:ext>
            </a:extLst>
          </p:cNvPr>
          <p:cNvSpPr>
            <a:spLocks xmlns:a="http://schemas.openxmlformats.org/drawingml/2006/main" noGrp="1"/>
          </p:cNvSpPr>
          <p:nvPr/>
        </p:nvSpPr>
        <p:spPr>
          <a:xfrm xmlns:a="http://schemas.openxmlformats.org/drawingml/2006/main">
            <a:off x="9906000" y="533400"/>
            <a:ext cx="17907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88" b="0">
                <a:solidFill>
                  <a:srgbClr val="53657A"/>
                </a:solidFill>
              </a:defRPr>
            </a:pPr>
            <a:r>
              <a:rPr sz="788" b="0">
                <a:solidFill>
                  <a:srgbClr val="53657A"/>
                </a:solidFill>
              </a:rPr>
              <a:t>中国互联网络信息中心</a:t>
            </a:r>
          </a:p>
        </p:txBody>
      </p:sp>
      <p:sp>
        <p:nvSpPr>
          <p:cNvPr id="9" name="">
            <a:extLst xmlns:a="http://schemas.openxmlformats.org/drawingml/2006/main">
              <a:ext uri="{FF2B5EF4-FFF2-40B4-BE49-F238E27FC236}">
                <a16:creationId xmlns:a16="http://schemas.microsoft.com/office/drawing/2014/main" id="{138CBF55-30F7-4C63-95BC-384E00BC9DC6}"/>
              </a:ext>
            </a:extLst>
          </p:cNvPr>
          <p:cNvSpPr>
            <a:spLocks xmlns:a="http://schemas.openxmlformats.org/drawingml/2006/main" noGrp="1"/>
          </p:cNvSpPr>
          <p:nvPr/>
        </p:nvSpPr>
        <p:spPr>
          <a:xfrm xmlns:a="http://schemas.openxmlformats.org/drawingml/2006/main">
            <a:off x="552450" y="1104900"/>
            <a:ext cx="11087100" cy="373380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10478">
            <a:solidFill>
              <a:srgbClr val="C9DDF3"/>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5ab70d8d4e64738"/>
          <a:stretch xmlns:a="http://schemas.openxmlformats.org/drawingml/2006/main"/>
        </p:blipFill>
        <p:spPr>
          <a:xfrm xmlns:a="http://schemas.openxmlformats.org/drawingml/2006/main">
            <a:off x="1238250" y="1343025"/>
            <a:ext cx="9715500" cy="32385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6E9CD747-64D4-4BA5-AA58-1B0190585CF3}"/>
              </a:ext>
            </a:extLst>
          </p:cNvPr>
          <p:cNvSpPr>
            <a:spLocks xmlns:a="http://schemas.openxmlformats.org/drawingml/2006/main" noGrp="1"/>
          </p:cNvSpPr>
          <p:nvPr/>
        </p:nvSpPr>
        <p:spPr>
          <a:xfrm xmlns:a="http://schemas.openxmlformats.org/drawingml/2006/main">
            <a:off x="685800" y="5162550"/>
            <a:ext cx="7620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0B63CE"/>
                </a:solidFill>
              </a:defRPr>
            </a:pPr>
            <a:r>
              <a:rPr sz="1275" b="1">
                <a:solidFill>
                  <a:srgbClr val="0B63CE"/>
                </a:solidFill>
              </a:rPr>
              <a:t>Stage R</a:t>
            </a:r>
          </a:p>
        </p:txBody>
      </p:sp>
      <p:sp>
        <p:nvSpPr>
          <p:cNvPr id="12" name="">
            <a:extLst xmlns:a="http://schemas.openxmlformats.org/drawingml/2006/main">
              <a:ext uri="{FF2B5EF4-FFF2-40B4-BE49-F238E27FC236}">
                <a16:creationId xmlns:a16="http://schemas.microsoft.com/office/drawing/2014/main" id="{CB49B2AC-4F8A-4037-9610-FF90272324BF}"/>
              </a:ext>
            </a:extLst>
          </p:cNvPr>
          <p:cNvSpPr>
            <a:spLocks xmlns:a="http://schemas.openxmlformats.org/drawingml/2006/main" noGrp="1"/>
          </p:cNvSpPr>
          <p:nvPr/>
        </p:nvSpPr>
        <p:spPr>
          <a:xfrm xmlns:a="http://schemas.openxmlformats.org/drawingml/2006/main">
            <a:off x="1485900" y="5191125"/>
            <a:ext cx="1219200" cy="180975"/>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102033"/>
                </a:solidFill>
              </a:defRPr>
            </a:pPr>
            <a:r>
              <a:rPr sz="938" b="0">
                <a:solidFill>
                  <a:srgbClr val="102033"/>
                </a:solidFill>
              </a:rPr>
              <a:t>候选集合构造</a:t>
            </a:r>
          </a:p>
        </p:txBody>
      </p:sp>
      <p:sp>
        <p:nvSpPr>
          <p:cNvPr id="13" name="">
            <a:extLst xmlns:a="http://schemas.openxmlformats.org/drawingml/2006/main">
              <a:ext uri="{FF2B5EF4-FFF2-40B4-BE49-F238E27FC236}">
                <a16:creationId xmlns:a16="http://schemas.microsoft.com/office/drawing/2014/main" id="{E0C05451-727B-4671-9D14-4344BFAAFE03}"/>
              </a:ext>
            </a:extLst>
          </p:cNvPr>
          <p:cNvSpPr>
            <a:spLocks xmlns:a="http://schemas.openxmlformats.org/drawingml/2006/main" noGrp="1"/>
          </p:cNvSpPr>
          <p:nvPr/>
        </p:nvSpPr>
        <p:spPr>
          <a:xfrm xmlns:a="http://schemas.openxmlformats.org/drawingml/2006/main">
            <a:off x="685800" y="5467350"/>
            <a:ext cx="1809750" cy="9525"/>
          </a:xfrm>
          <a:prstGeom xmlns:a="http://schemas.openxmlformats.org/drawingml/2006/main" prst="rect">
            <a:avLst/>
          </a:prstGeom>
          <a:solidFill xmlns:a="http://schemas.openxmlformats.org/drawingml/2006/main">
            <a:srgbClr val="D8E7F7"/>
          </a:solidFill>
          <a:ln xmlns:a="http://schemas.openxmlformats.org/drawingml/2006/main" w="0">
            <a:solidFill>
              <a:srgbClr val="D8E7F7"/>
            </a:solidFill>
          </a:ln>
        </p:spPr>
      </p:sp>
      <p:sp>
        <p:nvSpPr>
          <p:cNvPr id="14" name="">
            <a:extLst xmlns:a="http://schemas.openxmlformats.org/drawingml/2006/main">
              <a:ext uri="{FF2B5EF4-FFF2-40B4-BE49-F238E27FC236}">
                <a16:creationId xmlns:a16="http://schemas.microsoft.com/office/drawing/2014/main" id="{193D0043-C8B0-4EB4-8A8F-C0CC49F266CC}"/>
              </a:ext>
            </a:extLst>
          </p:cNvPr>
          <p:cNvSpPr>
            <a:spLocks xmlns:a="http://schemas.openxmlformats.org/drawingml/2006/main" noGrp="1"/>
          </p:cNvSpPr>
          <p:nvPr/>
        </p:nvSpPr>
        <p:spPr>
          <a:xfrm xmlns:a="http://schemas.openxmlformats.org/drawingml/2006/main">
            <a:off x="2828925" y="5162550"/>
            <a:ext cx="7620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0E8A57"/>
                </a:solidFill>
              </a:defRPr>
            </a:pPr>
            <a:r>
              <a:rPr sz="1275" b="1">
                <a:solidFill>
                  <a:srgbClr val="0E8A57"/>
                </a:solidFill>
              </a:rPr>
              <a:t>Stage A</a:t>
            </a:r>
          </a:p>
        </p:txBody>
      </p:sp>
      <p:sp>
        <p:nvSpPr>
          <p:cNvPr id="15" name="">
            <a:extLst xmlns:a="http://schemas.openxmlformats.org/drawingml/2006/main">
              <a:ext uri="{FF2B5EF4-FFF2-40B4-BE49-F238E27FC236}">
                <a16:creationId xmlns:a16="http://schemas.microsoft.com/office/drawing/2014/main" id="{15DC4C83-ED67-4777-8BCF-48D28D8BDFA4}"/>
              </a:ext>
            </a:extLst>
          </p:cNvPr>
          <p:cNvSpPr>
            <a:spLocks xmlns:a="http://schemas.openxmlformats.org/drawingml/2006/main" noGrp="1"/>
          </p:cNvSpPr>
          <p:nvPr/>
        </p:nvSpPr>
        <p:spPr>
          <a:xfrm xmlns:a="http://schemas.openxmlformats.org/drawingml/2006/main">
            <a:off x="3629025" y="5191125"/>
            <a:ext cx="1219200" cy="180975"/>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102033"/>
                </a:solidFill>
              </a:defRPr>
            </a:pPr>
            <a:r>
              <a:rPr sz="938" b="0">
                <a:solidFill>
                  <a:srgbClr val="102033"/>
                </a:solidFill>
              </a:rPr>
              <a:t>结构化语义路由</a:t>
            </a:r>
          </a:p>
        </p:txBody>
      </p:sp>
      <p:sp>
        <p:nvSpPr>
          <p:cNvPr id="16" name="">
            <a:extLst xmlns:a="http://schemas.openxmlformats.org/drawingml/2006/main">
              <a:ext uri="{FF2B5EF4-FFF2-40B4-BE49-F238E27FC236}">
                <a16:creationId xmlns:a16="http://schemas.microsoft.com/office/drawing/2014/main" id="{9D13031C-6173-408B-B5DC-2696C7FE67BF}"/>
              </a:ext>
            </a:extLst>
          </p:cNvPr>
          <p:cNvSpPr>
            <a:spLocks xmlns:a="http://schemas.openxmlformats.org/drawingml/2006/main" noGrp="1"/>
          </p:cNvSpPr>
          <p:nvPr/>
        </p:nvSpPr>
        <p:spPr>
          <a:xfrm xmlns:a="http://schemas.openxmlformats.org/drawingml/2006/main">
            <a:off x="2828925" y="5467350"/>
            <a:ext cx="1809750" cy="9525"/>
          </a:xfrm>
          <a:prstGeom xmlns:a="http://schemas.openxmlformats.org/drawingml/2006/main" prst="rect">
            <a:avLst/>
          </a:prstGeom>
          <a:solidFill xmlns:a="http://schemas.openxmlformats.org/drawingml/2006/main">
            <a:srgbClr val="D8E7F7"/>
          </a:solidFill>
          <a:ln xmlns:a="http://schemas.openxmlformats.org/drawingml/2006/main" w="0">
            <a:solidFill>
              <a:srgbClr val="D8E7F7"/>
            </a:solidFill>
          </a:ln>
        </p:spPr>
      </p:sp>
      <p:sp>
        <p:nvSpPr>
          <p:cNvPr id="17" name="">
            <a:extLst xmlns:a="http://schemas.openxmlformats.org/drawingml/2006/main">
              <a:ext uri="{FF2B5EF4-FFF2-40B4-BE49-F238E27FC236}">
                <a16:creationId xmlns:a16="http://schemas.microsoft.com/office/drawing/2014/main" id="{454E6418-1FC4-4A22-9C2E-97C1D276A5CA}"/>
              </a:ext>
            </a:extLst>
          </p:cNvPr>
          <p:cNvSpPr>
            <a:spLocks xmlns:a="http://schemas.openxmlformats.org/drawingml/2006/main" noGrp="1"/>
          </p:cNvSpPr>
          <p:nvPr/>
        </p:nvSpPr>
        <p:spPr>
          <a:xfrm xmlns:a="http://schemas.openxmlformats.org/drawingml/2006/main">
            <a:off x="4972050" y="5162550"/>
            <a:ext cx="7620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E97132"/>
                </a:solidFill>
              </a:defRPr>
            </a:pPr>
            <a:r>
              <a:rPr sz="1275" b="1">
                <a:solidFill>
                  <a:srgbClr val="E97132"/>
                </a:solidFill>
              </a:rPr>
              <a:t>Stage B</a:t>
            </a:r>
          </a:p>
        </p:txBody>
      </p:sp>
      <p:sp>
        <p:nvSpPr>
          <p:cNvPr id="18" name="">
            <a:extLst xmlns:a="http://schemas.openxmlformats.org/drawingml/2006/main">
              <a:ext uri="{FF2B5EF4-FFF2-40B4-BE49-F238E27FC236}">
                <a16:creationId xmlns:a16="http://schemas.microsoft.com/office/drawing/2014/main" id="{38FEBE18-5CD9-4B03-8ABE-CC8BAD48DD10}"/>
              </a:ext>
            </a:extLst>
          </p:cNvPr>
          <p:cNvSpPr>
            <a:spLocks xmlns:a="http://schemas.openxmlformats.org/drawingml/2006/main" noGrp="1"/>
          </p:cNvSpPr>
          <p:nvPr/>
        </p:nvSpPr>
        <p:spPr>
          <a:xfrm xmlns:a="http://schemas.openxmlformats.org/drawingml/2006/main">
            <a:off x="5772150" y="5191125"/>
            <a:ext cx="1219200" cy="180975"/>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102033"/>
                </a:solidFill>
              </a:defRPr>
            </a:pPr>
            <a:r>
              <a:rPr sz="938" b="0">
                <a:solidFill>
                  <a:srgbClr val="102033"/>
                </a:solidFill>
              </a:rPr>
              <a:t>职责化协作复核</a:t>
            </a:r>
          </a:p>
        </p:txBody>
      </p:sp>
      <p:sp>
        <p:nvSpPr>
          <p:cNvPr id="19" name="">
            <a:extLst xmlns:a="http://schemas.openxmlformats.org/drawingml/2006/main">
              <a:ext uri="{FF2B5EF4-FFF2-40B4-BE49-F238E27FC236}">
                <a16:creationId xmlns:a16="http://schemas.microsoft.com/office/drawing/2014/main" id="{19D1D374-7C7A-4026-ABF1-816E0E1AD3B6}"/>
              </a:ext>
            </a:extLst>
          </p:cNvPr>
          <p:cNvSpPr>
            <a:spLocks xmlns:a="http://schemas.openxmlformats.org/drawingml/2006/main" noGrp="1"/>
          </p:cNvSpPr>
          <p:nvPr/>
        </p:nvSpPr>
        <p:spPr>
          <a:xfrm xmlns:a="http://schemas.openxmlformats.org/drawingml/2006/main">
            <a:off x="4972050" y="5467350"/>
            <a:ext cx="1809750" cy="9525"/>
          </a:xfrm>
          <a:prstGeom xmlns:a="http://schemas.openxmlformats.org/drawingml/2006/main" prst="rect">
            <a:avLst/>
          </a:prstGeom>
          <a:solidFill xmlns:a="http://schemas.openxmlformats.org/drawingml/2006/main">
            <a:srgbClr val="D8E7F7"/>
          </a:solidFill>
          <a:ln xmlns:a="http://schemas.openxmlformats.org/drawingml/2006/main" w="0">
            <a:solidFill>
              <a:srgbClr val="D8E7F7"/>
            </a:solidFill>
          </a:ln>
        </p:spPr>
      </p:sp>
      <p:sp>
        <p:nvSpPr>
          <p:cNvPr id="20" name="">
            <a:extLst xmlns:a="http://schemas.openxmlformats.org/drawingml/2006/main">
              <a:ext uri="{FF2B5EF4-FFF2-40B4-BE49-F238E27FC236}">
                <a16:creationId xmlns:a16="http://schemas.microsoft.com/office/drawing/2014/main" id="{2DBBD73C-4C0E-4F35-A4CE-A15CBC223FE7}"/>
              </a:ext>
            </a:extLst>
          </p:cNvPr>
          <p:cNvSpPr>
            <a:spLocks xmlns:a="http://schemas.openxmlformats.org/drawingml/2006/main" noGrp="1"/>
          </p:cNvSpPr>
          <p:nvPr/>
        </p:nvSpPr>
        <p:spPr>
          <a:xfrm xmlns:a="http://schemas.openxmlformats.org/drawingml/2006/main">
            <a:off x="7115175" y="5162550"/>
            <a:ext cx="7620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6B49C8"/>
                </a:solidFill>
              </a:defRPr>
            </a:pPr>
            <a:r>
              <a:rPr sz="1275" b="1">
                <a:solidFill>
                  <a:srgbClr val="6B49C8"/>
                </a:solidFill>
              </a:rPr>
              <a:t>Stage C</a:t>
            </a:r>
          </a:p>
        </p:txBody>
      </p:sp>
      <p:sp>
        <p:nvSpPr>
          <p:cNvPr id="21" name="">
            <a:extLst xmlns:a="http://schemas.openxmlformats.org/drawingml/2006/main">
              <a:ext uri="{FF2B5EF4-FFF2-40B4-BE49-F238E27FC236}">
                <a16:creationId xmlns:a16="http://schemas.microsoft.com/office/drawing/2014/main" id="{FDBB1E5D-3321-473C-BAEA-C8D87EA626ED}"/>
              </a:ext>
            </a:extLst>
          </p:cNvPr>
          <p:cNvSpPr>
            <a:spLocks xmlns:a="http://schemas.openxmlformats.org/drawingml/2006/main" noGrp="1"/>
          </p:cNvSpPr>
          <p:nvPr/>
        </p:nvSpPr>
        <p:spPr>
          <a:xfrm xmlns:a="http://schemas.openxmlformats.org/drawingml/2006/main">
            <a:off x="7915275" y="5191125"/>
            <a:ext cx="1219200" cy="180975"/>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102033"/>
                </a:solidFill>
              </a:defRPr>
            </a:pPr>
            <a:r>
              <a:rPr sz="938" b="0">
                <a:solidFill>
                  <a:srgbClr val="102033"/>
                </a:solidFill>
              </a:rPr>
              <a:t>执行落点解析</a:t>
            </a:r>
          </a:p>
        </p:txBody>
      </p:sp>
      <p:sp>
        <p:nvSpPr>
          <p:cNvPr id="22" name="">
            <a:extLst xmlns:a="http://schemas.openxmlformats.org/drawingml/2006/main">
              <a:ext uri="{FF2B5EF4-FFF2-40B4-BE49-F238E27FC236}">
                <a16:creationId xmlns:a16="http://schemas.microsoft.com/office/drawing/2014/main" id="{B665932D-BAB4-487F-993A-FD3361D48D04}"/>
              </a:ext>
            </a:extLst>
          </p:cNvPr>
          <p:cNvSpPr>
            <a:spLocks xmlns:a="http://schemas.openxmlformats.org/drawingml/2006/main" noGrp="1"/>
          </p:cNvSpPr>
          <p:nvPr/>
        </p:nvSpPr>
        <p:spPr>
          <a:xfrm xmlns:a="http://schemas.openxmlformats.org/drawingml/2006/main">
            <a:off x="7115175" y="5467350"/>
            <a:ext cx="1809750" cy="9525"/>
          </a:xfrm>
          <a:prstGeom xmlns:a="http://schemas.openxmlformats.org/drawingml/2006/main" prst="rect">
            <a:avLst/>
          </a:prstGeom>
          <a:solidFill xmlns:a="http://schemas.openxmlformats.org/drawingml/2006/main">
            <a:srgbClr val="D8E7F7"/>
          </a:solidFill>
          <a:ln xmlns:a="http://schemas.openxmlformats.org/drawingml/2006/main" w="0">
            <a:solidFill>
              <a:srgbClr val="D8E7F7"/>
            </a:solidFill>
          </a:ln>
        </p:spPr>
      </p:sp>
      <p:sp>
        <p:nvSpPr>
          <p:cNvPr id="23" name="">
            <a:extLst xmlns:a="http://schemas.openxmlformats.org/drawingml/2006/main">
              <a:ext uri="{FF2B5EF4-FFF2-40B4-BE49-F238E27FC236}">
                <a16:creationId xmlns:a16="http://schemas.microsoft.com/office/drawing/2014/main" id="{F85EA952-3F41-42C5-B287-27BFE5217129}"/>
              </a:ext>
            </a:extLst>
          </p:cNvPr>
          <p:cNvSpPr>
            <a:spLocks xmlns:a="http://schemas.openxmlformats.org/drawingml/2006/main" noGrp="1"/>
          </p:cNvSpPr>
          <p:nvPr/>
        </p:nvSpPr>
        <p:spPr>
          <a:xfrm xmlns:a="http://schemas.openxmlformats.org/drawingml/2006/main">
            <a:off x="9258300" y="5162550"/>
            <a:ext cx="7620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83E6"/>
                </a:solidFill>
              </a:defRPr>
            </a:pPr>
            <a:r>
              <a:rPr sz="1275" b="1">
                <a:solidFill>
                  <a:srgbClr val="1E83E6"/>
                </a:solidFill>
              </a:rPr>
              <a:t>Trace</a:t>
            </a:r>
          </a:p>
        </p:txBody>
      </p:sp>
      <p:sp>
        <p:nvSpPr>
          <p:cNvPr id="24" name="">
            <a:extLst xmlns:a="http://schemas.openxmlformats.org/drawingml/2006/main">
              <a:ext uri="{FF2B5EF4-FFF2-40B4-BE49-F238E27FC236}">
                <a16:creationId xmlns:a16="http://schemas.microsoft.com/office/drawing/2014/main" id="{A44354D2-7979-4DD3-8CE7-CC6461805C1C}"/>
              </a:ext>
            </a:extLst>
          </p:cNvPr>
          <p:cNvSpPr>
            <a:spLocks xmlns:a="http://schemas.openxmlformats.org/drawingml/2006/main" noGrp="1"/>
          </p:cNvSpPr>
          <p:nvPr/>
        </p:nvSpPr>
        <p:spPr>
          <a:xfrm xmlns:a="http://schemas.openxmlformats.org/drawingml/2006/main">
            <a:off x="10058400" y="5191125"/>
            <a:ext cx="1219200" cy="180975"/>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102033"/>
                </a:solidFill>
              </a:defRPr>
            </a:pPr>
            <a:r>
              <a:rPr sz="938" b="0">
                <a:solidFill>
                  <a:srgbClr val="102033"/>
                </a:solidFill>
              </a:rPr>
              <a:t>过程记录轨迹</a:t>
            </a:r>
          </a:p>
        </p:txBody>
      </p:sp>
      <p:sp>
        <p:nvSpPr>
          <p:cNvPr id="25" name="">
            <a:extLst xmlns:a="http://schemas.openxmlformats.org/drawingml/2006/main">
              <a:ext uri="{FF2B5EF4-FFF2-40B4-BE49-F238E27FC236}">
                <a16:creationId xmlns:a16="http://schemas.microsoft.com/office/drawing/2014/main" id="{5A03A371-F35B-4EF0-9640-6B1ABD201223}"/>
              </a:ext>
            </a:extLst>
          </p:cNvPr>
          <p:cNvSpPr>
            <a:spLocks xmlns:a="http://schemas.openxmlformats.org/drawingml/2006/main" noGrp="1"/>
          </p:cNvSpPr>
          <p:nvPr/>
        </p:nvSpPr>
        <p:spPr>
          <a:xfrm xmlns:a="http://schemas.openxmlformats.org/drawingml/2006/main">
            <a:off x="9258300" y="5467350"/>
            <a:ext cx="1809750" cy="9525"/>
          </a:xfrm>
          <a:prstGeom xmlns:a="http://schemas.openxmlformats.org/drawingml/2006/main" prst="rect">
            <a:avLst/>
          </a:prstGeom>
          <a:solidFill xmlns:a="http://schemas.openxmlformats.org/drawingml/2006/main">
            <a:srgbClr val="D8E7F7"/>
          </a:solidFill>
          <a:ln xmlns:a="http://schemas.openxmlformats.org/drawingml/2006/main" w="0">
            <a:solidFill>
              <a:srgbClr val="D8E7F7"/>
            </a:solidFill>
          </a:ln>
        </p:spPr>
      </p:sp>
      <p:sp>
        <p:nvSpPr>
          <p:cNvPr id="26" name="">
            <a:extLst xmlns:a="http://schemas.openxmlformats.org/drawingml/2006/main">
              <a:ext uri="{FF2B5EF4-FFF2-40B4-BE49-F238E27FC236}">
                <a16:creationId xmlns:a16="http://schemas.microsoft.com/office/drawing/2014/main" id="{6C4843FD-925E-491B-9F66-4DB06F9812CB}"/>
              </a:ext>
            </a:extLst>
          </p:cNvPr>
          <p:cNvSpPr>
            <a:spLocks xmlns:a="http://schemas.openxmlformats.org/drawingml/2006/main" noGrp="1"/>
          </p:cNvSpPr>
          <p:nvPr/>
        </p:nvSpPr>
        <p:spPr>
          <a:xfrm xmlns:a="http://schemas.openxmlformats.org/drawingml/2006/main">
            <a:off x="723900" y="5829300"/>
            <a:ext cx="80010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63" b="1">
                <a:solidFill>
                  <a:srgbClr val="102033"/>
                </a:solidFill>
              </a:defRPr>
            </a:pPr>
            <a:r>
              <a:rPr sz="1163" b="1">
                <a:solidFill>
                  <a:srgbClr val="102033"/>
                </a:solidFill>
              </a:rPr>
              <a:t>技术路线强调“先限定候选，再结构化裁决；只在必要时复核，且全过程留痕”。</a:t>
            </a:r>
          </a:p>
        </p:txBody>
      </p:sp>
      <p:sp>
        <p:nvSpPr>
          <p:cNvPr id="27" name="">
            <a:extLst xmlns:a="http://schemas.openxmlformats.org/drawingml/2006/main">
              <a:ext uri="{FF2B5EF4-FFF2-40B4-BE49-F238E27FC236}">
                <a16:creationId xmlns:a16="http://schemas.microsoft.com/office/drawing/2014/main" id="{A021DCE3-0584-4620-9D80-94AB967937D1}"/>
              </a:ext>
            </a:extLst>
          </p:cNvPr>
          <p:cNvSpPr>
            <a:spLocks xmlns:a="http://schemas.openxmlformats.org/drawingml/2006/main" noGrp="1"/>
          </p:cNvSpPr>
          <p:nvPr/>
        </p:nvSpPr>
        <p:spPr>
          <a:xfrm xmlns:a="http://schemas.openxmlformats.org/drawingml/2006/main">
            <a:off x="733425" y="6115050"/>
            <a:ext cx="8953500"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53657A"/>
                </a:solidFill>
              </a:defRPr>
            </a:pPr>
            <a:r>
              <a:rPr sz="938" b="0">
                <a:solidFill>
                  <a:srgbClr val="53657A"/>
                </a:solidFill>
              </a:rPr>
              <a:t>候选内决策边界使错误归因更清晰：召回错误、主标签判断错误、相关能力恢复不足可以分层定位。</a:t>
            </a:r>
          </a:p>
        </p:txBody>
      </p:sp>
      <p:sp>
        <p:nvSpPr>
          <p:cNvPr id="28" name="">
            <a:extLst xmlns:a="http://schemas.openxmlformats.org/drawingml/2006/main">
              <a:ext uri="{FF2B5EF4-FFF2-40B4-BE49-F238E27FC236}">
                <a16:creationId xmlns:a16="http://schemas.microsoft.com/office/drawing/2014/main" id="{E1CD02A6-68F8-47AE-83B7-9545330277C7}"/>
              </a:ext>
            </a:extLst>
          </p:cNvPr>
          <p:cNvSpPr>
            <a:spLocks xmlns:a="http://schemas.openxmlformats.org/drawingml/2006/main" noGrp="1"/>
          </p:cNvSpPr>
          <p:nvPr/>
        </p:nvSpPr>
        <p:spPr>
          <a:xfrm xmlns:a="http://schemas.openxmlformats.org/drawingml/2006/main">
            <a:off x="476250" y="6457950"/>
            <a:ext cx="8572500" cy="9525"/>
          </a:xfrm>
          <a:prstGeom xmlns:a="http://schemas.openxmlformats.org/drawingml/2006/main" prst="rect">
            <a:avLst/>
          </a:prstGeom>
          <a:solidFill xmlns:a="http://schemas.openxmlformats.org/drawingml/2006/main">
            <a:srgbClr val="E4EDF8"/>
          </a:solidFill>
          <a:ln xmlns:a="http://schemas.openxmlformats.org/drawingml/2006/main" w="0">
            <a:solidFill>
              <a:srgbClr val="E4EDF8"/>
            </a:solidFill>
          </a:ln>
        </p:spPr>
      </p:sp>
      <p:sp>
        <p:nvSpPr>
          <p:cNvPr id="29" name="">
            <a:extLst xmlns:a="http://schemas.openxmlformats.org/drawingml/2006/main">
              <a:ext uri="{FF2B5EF4-FFF2-40B4-BE49-F238E27FC236}">
                <a16:creationId xmlns:a16="http://schemas.microsoft.com/office/drawing/2014/main" id="{1470B62B-43DC-4E7B-829B-D89E9BEB2A2A}"/>
              </a:ext>
            </a:extLst>
          </p:cNvPr>
          <p:cNvSpPr>
            <a:spLocks xmlns:a="http://schemas.openxmlformats.org/drawingml/2006/main" noGrp="1"/>
          </p:cNvSpPr>
          <p:nvPr/>
        </p:nvSpPr>
        <p:spPr>
          <a:xfrm xmlns:a="http://schemas.openxmlformats.org/drawingml/2006/main">
            <a:off x="476250" y="6553200"/>
            <a:ext cx="5905500" cy="1333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675" b="0">
                <a:solidFill>
                  <a:srgbClr val="8394A8"/>
                </a:solidFill>
              </a:defRPr>
            </a:pPr>
            <a:r>
              <a:rPr sz="675" b="0">
                <a:solidFill>
                  <a:srgbClr val="8394A8"/>
                </a:solidFill>
              </a:rPr>
              <a:t>面向互联网基础资源的大模型多智能体协作与可信认知标识技术研究</a:t>
            </a:r>
          </a:p>
        </p:txBody>
      </p:sp>
      <p:sp>
        <p:nvSpPr>
          <p:cNvPr id="30" name="">
            <a:extLst xmlns:a="http://schemas.openxmlformats.org/drawingml/2006/main">
              <a:ext uri="{FF2B5EF4-FFF2-40B4-BE49-F238E27FC236}">
                <a16:creationId xmlns:a16="http://schemas.microsoft.com/office/drawing/2014/main" id="{ED7B9565-3F60-40C4-95E7-2FACECA5E92F}"/>
              </a:ext>
            </a:extLst>
          </p:cNvPr>
          <p:cNvSpPr>
            <a:spLocks xmlns:a="http://schemas.openxmlformats.org/drawingml/2006/main" noGrp="1"/>
          </p:cNvSpPr>
          <p:nvPr/>
        </p:nvSpPr>
        <p:spPr>
          <a:xfrm xmlns:a="http://schemas.openxmlformats.org/drawingml/2006/main">
            <a:off x="11382375" y="6515100"/>
            <a:ext cx="3238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0">
                <a:solidFill>
                  <a:srgbClr val="8394A8"/>
                </a:solidFill>
              </a:defRPr>
            </a:pPr>
            <a:r>
              <a:rPr sz="750" b="0">
                <a:solidFill>
                  <a:srgbClr val="8394A8"/>
                </a:solidFill>
              </a:rPr>
              <a:t>05</a:t>
            </a:r>
          </a:p>
        </p:txBody>
      </p:sp>
    </p:spTree>
    <p:extLst>
      <p:ext uri="{BB962C8B-B14F-4D97-AF65-F5344CB8AC3E}">
        <p14:creationId xmlns:p14="http://schemas.microsoft.com/office/powerpoint/2010/main" val="7493095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133bb93fc2694a0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C5AA29F-A4DD-4BDE-9A22-C97ADBCB2685}"/>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082B6D"/>
          </a:solidFill>
          <a:ln xmlns:a="http://schemas.openxmlformats.org/drawingml/2006/main" w="0">
            <a:solidFill>
              <a:srgbClr val="082B6D"/>
            </a:solidFill>
          </a:ln>
        </p:spPr>
      </p:sp>
      <p:sp>
        <p:nvSpPr>
          <p:cNvPr id="3" name="">
            <a:extLst xmlns:a="http://schemas.openxmlformats.org/drawingml/2006/main">
              <a:ext uri="{FF2B5EF4-FFF2-40B4-BE49-F238E27FC236}">
                <a16:creationId xmlns:a16="http://schemas.microsoft.com/office/drawing/2014/main" id="{CA7A266F-B085-4670-96A2-60D74B1D6256}"/>
              </a:ext>
            </a:extLst>
          </p:cNvPr>
          <p:cNvSpPr>
            <a:spLocks xmlns:a="http://schemas.openxmlformats.org/drawingml/2006/main" noGrp="1"/>
          </p:cNvSpPr>
          <p:nvPr/>
        </p:nvSpPr>
        <p:spPr>
          <a:xfrm xmlns:a="http://schemas.openxmlformats.org/drawingml/2006/main">
            <a:off x="0" y="104775"/>
            <a:ext cx="12192000" cy="28575"/>
          </a:xfrm>
          <a:prstGeom xmlns:a="http://schemas.openxmlformats.org/drawingml/2006/main" prst="rect">
            <a:avLst/>
          </a:prstGeom>
          <a:solidFill xmlns:a="http://schemas.openxmlformats.org/drawingml/2006/main">
            <a:srgbClr val="1E83E6"/>
          </a:solidFill>
          <a:ln xmlns:a="http://schemas.openxmlformats.org/drawingml/2006/main" w="0">
            <a:solidFill>
              <a:srgbClr val="1E83E6"/>
            </a:solidFill>
          </a:ln>
        </p:spPr>
      </p:sp>
      <p:sp>
        <p:nvSpPr>
          <p:cNvPr id="4" name="">
            <a:extLst xmlns:a="http://schemas.openxmlformats.org/drawingml/2006/main">
              <a:ext uri="{FF2B5EF4-FFF2-40B4-BE49-F238E27FC236}">
                <a16:creationId xmlns:a16="http://schemas.microsoft.com/office/drawing/2014/main" id="{725F99AB-7023-466E-8DC0-4F6CE469FB74}"/>
              </a:ext>
            </a:extLst>
          </p:cNvPr>
          <p:cNvSpPr>
            <a:spLocks xmlns:a="http://schemas.openxmlformats.org/drawingml/2006/main" noGrp="1"/>
          </p:cNvSpPr>
          <p:nvPr/>
        </p:nvSpPr>
        <p:spPr>
          <a:xfrm xmlns:a="http://schemas.openxmlformats.org/drawingml/2006/main">
            <a:off x="476250" y="285750"/>
            <a:ext cx="666750" cy="228600"/>
          </a:xfrm>
          <a:prstGeom xmlns:a="http://schemas.openxmlformats.org/drawingml/2006/main" prst="roundRect">
            <a:avLst>
              <a:gd name="adj" fmla="val 45000"/>
            </a:avLst>
          </a:prstGeom>
          <a:solidFill xmlns:a="http://schemas.openxmlformats.org/drawingml/2006/main">
            <a:srgbClr val="E8F2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0B63CE"/>
                </a:solidFill>
              </a:defRPr>
            </a:pPr>
            <a:r>
              <a:rPr sz="1050" b="1">
                <a:solidFill>
                  <a:srgbClr val="0B63CE"/>
                </a:solidFill>
              </a:rPr>
              <a:t>04</a:t>
            </a:r>
          </a:p>
        </p:txBody>
      </p:sp>
      <p:sp>
        <p:nvSpPr>
          <p:cNvPr id="5" name="">
            <a:extLst xmlns:a="http://schemas.openxmlformats.org/drawingml/2006/main">
              <a:ext uri="{FF2B5EF4-FFF2-40B4-BE49-F238E27FC236}">
                <a16:creationId xmlns:a16="http://schemas.microsoft.com/office/drawing/2014/main" id="{43D88C4F-F196-4C91-AE62-382ADB767B80}"/>
              </a:ext>
            </a:extLst>
          </p:cNvPr>
          <p:cNvSpPr>
            <a:spLocks xmlns:a="http://schemas.openxmlformats.org/drawingml/2006/main" noGrp="1"/>
          </p:cNvSpPr>
          <p:nvPr/>
        </p:nvSpPr>
        <p:spPr>
          <a:xfrm xmlns:a="http://schemas.openxmlformats.org/drawingml/2006/main">
            <a:off x="1285875" y="276225"/>
            <a:ext cx="80962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02033"/>
                </a:solidFill>
              </a:defRPr>
            </a:pPr>
            <a:r>
              <a:rPr sz="1800" b="1">
                <a:solidFill>
                  <a:srgbClr val="102033"/>
                </a:solidFill>
              </a:rPr>
              <a:t>关键机制一：受限能力命名空间内的结构化语义裁决</a:t>
            </a:r>
          </a:p>
        </p:txBody>
      </p:sp>
      <p:sp>
        <p:nvSpPr>
          <p:cNvPr id="6" name="">
            <a:extLst xmlns:a="http://schemas.openxmlformats.org/drawingml/2006/main">
              <a:ext uri="{FF2B5EF4-FFF2-40B4-BE49-F238E27FC236}">
                <a16:creationId xmlns:a16="http://schemas.microsoft.com/office/drawing/2014/main" id="{F4445A8C-97ED-4878-BF6E-8EEF095CF47E}"/>
              </a:ext>
            </a:extLst>
          </p:cNvPr>
          <p:cNvSpPr>
            <a:spLocks xmlns:a="http://schemas.openxmlformats.org/drawingml/2006/main" noGrp="1"/>
          </p:cNvSpPr>
          <p:nvPr/>
        </p:nvSpPr>
        <p:spPr>
          <a:xfrm xmlns:a="http://schemas.openxmlformats.org/drawingml/2006/main">
            <a:off x="1285875" y="609600"/>
            <a:ext cx="80010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53657A"/>
                </a:solidFill>
              </a:defRPr>
            </a:pPr>
            <a:r>
              <a:rPr sz="938" b="0">
                <a:solidFill>
                  <a:srgbClr val="53657A"/>
                </a:solidFill>
              </a:rPr>
              <a:t>Stage R/A 将模型能力限定在固定候选集合内部，输出可复核字段，而不是开放生成答案。</a:t>
            </a:r>
          </a:p>
        </p:txBody>
      </p:sp>
      <p:sp>
        <p:nvSpPr>
          <p:cNvPr id="7" name="">
            <a:extLst xmlns:a="http://schemas.openxmlformats.org/drawingml/2006/main">
              <a:ext uri="{FF2B5EF4-FFF2-40B4-BE49-F238E27FC236}">
                <a16:creationId xmlns:a16="http://schemas.microsoft.com/office/drawing/2014/main" id="{07638C92-FEF4-49DF-B7DC-9E342CF84688}"/>
              </a:ext>
            </a:extLst>
          </p:cNvPr>
          <p:cNvSpPr>
            <a:spLocks xmlns:a="http://schemas.openxmlformats.org/drawingml/2006/main" noGrp="1"/>
          </p:cNvSpPr>
          <p:nvPr/>
        </p:nvSpPr>
        <p:spPr>
          <a:xfrm xmlns:a="http://schemas.openxmlformats.org/drawingml/2006/main">
            <a:off x="10782300" y="276225"/>
            <a:ext cx="9144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00" b="1">
                <a:solidFill>
                  <a:srgbClr val="0B63CE"/>
                </a:solidFill>
              </a:defRPr>
            </a:pPr>
            <a:r>
              <a:rPr sz="1800" b="1">
                <a:solidFill>
                  <a:srgbClr val="0B63CE"/>
                </a:solidFill>
              </a:rPr>
              <a:t>CNNIC</a:t>
            </a:r>
          </a:p>
        </p:txBody>
      </p:sp>
      <p:sp>
        <p:nvSpPr>
          <p:cNvPr id="8" name="">
            <a:extLst xmlns:a="http://schemas.openxmlformats.org/drawingml/2006/main">
              <a:ext uri="{FF2B5EF4-FFF2-40B4-BE49-F238E27FC236}">
                <a16:creationId xmlns:a16="http://schemas.microsoft.com/office/drawing/2014/main" id="{26748F0E-4666-46B1-9668-1550345A557F}"/>
              </a:ext>
            </a:extLst>
          </p:cNvPr>
          <p:cNvSpPr>
            <a:spLocks xmlns:a="http://schemas.openxmlformats.org/drawingml/2006/main" noGrp="1"/>
          </p:cNvSpPr>
          <p:nvPr/>
        </p:nvSpPr>
        <p:spPr>
          <a:xfrm xmlns:a="http://schemas.openxmlformats.org/drawingml/2006/main">
            <a:off x="9906000" y="533400"/>
            <a:ext cx="17907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88" b="0">
                <a:solidFill>
                  <a:srgbClr val="53657A"/>
                </a:solidFill>
              </a:defRPr>
            </a:pPr>
            <a:r>
              <a:rPr sz="788" b="0">
                <a:solidFill>
                  <a:srgbClr val="53657A"/>
                </a:solidFill>
              </a:rPr>
              <a:t>中国互联网络信息中心</a:t>
            </a:r>
          </a:p>
        </p:txBody>
      </p:sp>
      <p:sp>
        <p:nvSpPr>
          <p:cNvPr id="9" name="">
            <a:extLst xmlns:a="http://schemas.openxmlformats.org/drawingml/2006/main">
              <a:ext uri="{FF2B5EF4-FFF2-40B4-BE49-F238E27FC236}">
                <a16:creationId xmlns:a16="http://schemas.microsoft.com/office/drawing/2014/main" id="{E1C7487A-CEB0-4485-81F9-A1C8B50CA0F9}"/>
              </a:ext>
            </a:extLst>
          </p:cNvPr>
          <p:cNvSpPr>
            <a:spLocks xmlns:a="http://schemas.openxmlformats.org/drawingml/2006/main" noGrp="1"/>
          </p:cNvSpPr>
          <p:nvPr/>
        </p:nvSpPr>
        <p:spPr>
          <a:xfrm xmlns:a="http://schemas.openxmlformats.org/drawingml/2006/main">
            <a:off x="685800" y="1562100"/>
            <a:ext cx="2190750" cy="1428750"/>
          </a:xfrm>
          <a:prstGeom xmlns:a="http://schemas.openxmlformats.org/drawingml/2006/main" prst="roundRect">
            <a:avLst>
              <a:gd name="adj" fmla="val 10500"/>
            </a:avLst>
          </a:prstGeom>
          <a:solidFill xmlns:a="http://schemas.openxmlformats.org/drawingml/2006/main">
            <a:srgbClr val="FFFFFF"/>
          </a:solidFill>
          <a:ln xmlns:a="http://schemas.openxmlformats.org/drawingml/2006/main" w="11430">
            <a:solidFill>
              <a:srgbClr val="0B63CE"/>
            </a:solidFill>
          </a:ln>
        </p:spPr>
      </p:sp>
      <p:sp>
        <p:nvSpPr>
          <p:cNvPr id="10" name="">
            <a:extLst xmlns:a="http://schemas.openxmlformats.org/drawingml/2006/main">
              <a:ext uri="{FF2B5EF4-FFF2-40B4-BE49-F238E27FC236}">
                <a16:creationId xmlns:a16="http://schemas.microsoft.com/office/drawing/2014/main" id="{B9F734AD-DEE8-442E-B48F-4AE8299CD3C3}"/>
              </a:ext>
            </a:extLst>
          </p:cNvPr>
          <p:cNvSpPr>
            <a:spLocks xmlns:a="http://schemas.openxmlformats.org/drawingml/2006/main" noGrp="1"/>
          </p:cNvSpPr>
          <p:nvPr/>
        </p:nvSpPr>
        <p:spPr>
          <a:xfrm xmlns:a="http://schemas.openxmlformats.org/drawingml/2006/main">
            <a:off x="685800" y="1562100"/>
            <a:ext cx="2190750" cy="57150"/>
          </a:xfrm>
          <a:prstGeom xmlns:a="http://schemas.openxmlformats.org/drawingml/2006/main" prst="rect">
            <a:avLst/>
          </a:prstGeom>
          <a:solidFill xmlns:a="http://schemas.openxmlformats.org/drawingml/2006/main">
            <a:srgbClr val="0B63CE"/>
          </a:solidFill>
          <a:ln xmlns:a="http://schemas.openxmlformats.org/drawingml/2006/main" w="0">
            <a:solidFill>
              <a:srgbClr val="0B63CE"/>
            </a:solidFill>
          </a:ln>
        </p:spPr>
      </p:sp>
      <p:sp>
        <p:nvSpPr>
          <p:cNvPr id="11" name="">
            <a:extLst xmlns:a="http://schemas.openxmlformats.org/drawingml/2006/main">
              <a:ext uri="{FF2B5EF4-FFF2-40B4-BE49-F238E27FC236}">
                <a16:creationId xmlns:a16="http://schemas.microsoft.com/office/drawing/2014/main" id="{4CB122B9-7F3A-4BD0-8C52-0FEE4E143625}"/>
              </a:ext>
            </a:extLst>
          </p:cNvPr>
          <p:cNvSpPr>
            <a:spLocks xmlns:a="http://schemas.openxmlformats.org/drawingml/2006/main" noGrp="1"/>
          </p:cNvSpPr>
          <p:nvPr/>
        </p:nvSpPr>
        <p:spPr>
          <a:xfrm xmlns:a="http://schemas.openxmlformats.org/drawingml/2006/main">
            <a:off x="819150" y="1724025"/>
            <a:ext cx="19240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63" b="1">
                <a:solidFill>
                  <a:srgbClr val="0B63CE"/>
                </a:solidFill>
              </a:defRPr>
            </a:pPr>
            <a:r>
              <a:rPr sz="1163" b="1">
                <a:solidFill>
                  <a:srgbClr val="0B63CE"/>
                </a:solidFill>
              </a:rPr>
              <a:t>输入请求</a:t>
            </a:r>
          </a:p>
        </p:txBody>
      </p:sp>
      <p:sp>
        <p:nvSpPr>
          <p:cNvPr id="12" name="">
            <a:extLst xmlns:a="http://schemas.openxmlformats.org/drawingml/2006/main">
              <a:ext uri="{FF2B5EF4-FFF2-40B4-BE49-F238E27FC236}">
                <a16:creationId xmlns:a16="http://schemas.microsoft.com/office/drawing/2014/main" id="{F66C6007-5304-471D-A21B-6945E4005119}"/>
              </a:ext>
            </a:extLst>
          </p:cNvPr>
          <p:cNvSpPr>
            <a:spLocks xmlns:a="http://schemas.openxmlformats.org/drawingml/2006/main" noGrp="1"/>
          </p:cNvSpPr>
          <p:nvPr/>
        </p:nvSpPr>
        <p:spPr>
          <a:xfrm xmlns:a="http://schemas.openxmlformats.org/drawingml/2006/main">
            <a:off x="819150" y="2009775"/>
            <a:ext cx="1924050" cy="8763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40" b="0">
                <a:solidFill>
                  <a:srgbClr val="53657A"/>
                </a:solidFill>
              </a:defRPr>
            </a:pPr>
            <a:r>
              <a:rPr sz="840" b="0">
                <a:solidFill>
                  <a:srgbClr val="53657A"/>
                </a:solidFill>
              </a:rPr>
              <a:t>自然语言 query、上下文 metadata、风险约束与用户偏好线索。</a:t>
            </a:r>
          </a:p>
        </p:txBody>
      </p:sp>
      <p:sp>
        <p:nvSpPr>
          <p:cNvPr id="13" name="">
            <a:extLst xmlns:a="http://schemas.openxmlformats.org/drawingml/2006/main">
              <a:ext uri="{FF2B5EF4-FFF2-40B4-BE49-F238E27FC236}">
                <a16:creationId xmlns:a16="http://schemas.microsoft.com/office/drawing/2014/main" id="{1A20C08F-7C6C-431E-AE8A-79FE8481616F}"/>
              </a:ext>
            </a:extLst>
          </p:cNvPr>
          <p:cNvSpPr>
            <a:spLocks xmlns:a="http://schemas.openxmlformats.org/drawingml/2006/main" noGrp="1"/>
          </p:cNvSpPr>
          <p:nvPr/>
        </p:nvSpPr>
        <p:spPr>
          <a:xfrm xmlns:a="http://schemas.openxmlformats.org/drawingml/2006/main">
            <a:off x="2933700" y="2133600"/>
            <a:ext cx="419100" cy="228600"/>
          </a:xfrm>
          <a:prstGeom xmlns:a="http://schemas.openxmlformats.org/drawingml/2006/main" prst="rightArrow">
            <a:avLst/>
          </a:prstGeom>
          <a:solidFill xmlns:a="http://schemas.openxmlformats.org/drawingml/2006/main">
            <a:srgbClr val="8AB8EA"/>
          </a:solidFill>
          <a:ln xmlns:a="http://schemas.openxmlformats.org/drawingml/2006/main" w="0">
            <a:solidFill>
              <a:srgbClr val="8AB8EA"/>
            </a:solidFill>
          </a:ln>
        </p:spPr>
      </p:sp>
      <p:sp>
        <p:nvSpPr>
          <p:cNvPr id="14" name="">
            <a:extLst xmlns:a="http://schemas.openxmlformats.org/drawingml/2006/main">
              <a:ext uri="{FF2B5EF4-FFF2-40B4-BE49-F238E27FC236}">
                <a16:creationId xmlns:a16="http://schemas.microsoft.com/office/drawing/2014/main" id="{75768079-6F6C-4F0F-BCFE-5B215CE652B2}"/>
              </a:ext>
            </a:extLst>
          </p:cNvPr>
          <p:cNvSpPr>
            <a:spLocks xmlns:a="http://schemas.openxmlformats.org/drawingml/2006/main" noGrp="1"/>
          </p:cNvSpPr>
          <p:nvPr/>
        </p:nvSpPr>
        <p:spPr>
          <a:xfrm xmlns:a="http://schemas.openxmlformats.org/drawingml/2006/main">
            <a:off x="3400425" y="1562100"/>
            <a:ext cx="2190750" cy="1428750"/>
          </a:xfrm>
          <a:prstGeom xmlns:a="http://schemas.openxmlformats.org/drawingml/2006/main" prst="roundRect">
            <a:avLst>
              <a:gd name="adj" fmla="val 10500"/>
            </a:avLst>
          </a:prstGeom>
          <a:solidFill xmlns:a="http://schemas.openxmlformats.org/drawingml/2006/main">
            <a:srgbClr val="FFFFFF"/>
          </a:solidFill>
          <a:ln xmlns:a="http://schemas.openxmlformats.org/drawingml/2006/main" w="11430">
            <a:solidFill>
              <a:srgbClr val="1E83E6"/>
            </a:solidFill>
          </a:ln>
        </p:spPr>
      </p:sp>
      <p:sp>
        <p:nvSpPr>
          <p:cNvPr id="15" name="">
            <a:extLst xmlns:a="http://schemas.openxmlformats.org/drawingml/2006/main">
              <a:ext uri="{FF2B5EF4-FFF2-40B4-BE49-F238E27FC236}">
                <a16:creationId xmlns:a16="http://schemas.microsoft.com/office/drawing/2014/main" id="{DA06C831-3CE6-4B09-A932-4B3B71D13D34}"/>
              </a:ext>
            </a:extLst>
          </p:cNvPr>
          <p:cNvSpPr>
            <a:spLocks xmlns:a="http://schemas.openxmlformats.org/drawingml/2006/main" noGrp="1"/>
          </p:cNvSpPr>
          <p:nvPr/>
        </p:nvSpPr>
        <p:spPr>
          <a:xfrm xmlns:a="http://schemas.openxmlformats.org/drawingml/2006/main">
            <a:off x="3400425" y="1562100"/>
            <a:ext cx="2190750" cy="57150"/>
          </a:xfrm>
          <a:prstGeom xmlns:a="http://schemas.openxmlformats.org/drawingml/2006/main" prst="rect">
            <a:avLst/>
          </a:prstGeom>
          <a:solidFill xmlns:a="http://schemas.openxmlformats.org/drawingml/2006/main">
            <a:srgbClr val="1E83E6"/>
          </a:solidFill>
          <a:ln xmlns:a="http://schemas.openxmlformats.org/drawingml/2006/main" w="0">
            <a:solidFill>
              <a:srgbClr val="1E83E6"/>
            </a:solidFill>
          </a:ln>
        </p:spPr>
      </p:sp>
      <p:sp>
        <p:nvSpPr>
          <p:cNvPr id="16" name="">
            <a:extLst xmlns:a="http://schemas.openxmlformats.org/drawingml/2006/main">
              <a:ext uri="{FF2B5EF4-FFF2-40B4-BE49-F238E27FC236}">
                <a16:creationId xmlns:a16="http://schemas.microsoft.com/office/drawing/2014/main" id="{62C71AFC-AA07-4A85-A609-0166E7CE2E89}"/>
              </a:ext>
            </a:extLst>
          </p:cNvPr>
          <p:cNvSpPr>
            <a:spLocks xmlns:a="http://schemas.openxmlformats.org/drawingml/2006/main" noGrp="1"/>
          </p:cNvSpPr>
          <p:nvPr/>
        </p:nvSpPr>
        <p:spPr>
          <a:xfrm xmlns:a="http://schemas.openxmlformats.org/drawingml/2006/main">
            <a:off x="3533775" y="1724025"/>
            <a:ext cx="19240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63" b="1">
                <a:solidFill>
                  <a:srgbClr val="1E83E6"/>
                </a:solidFill>
              </a:defRPr>
            </a:pPr>
            <a:r>
              <a:rPr sz="1163" b="1">
                <a:solidFill>
                  <a:srgbClr val="1E83E6"/>
                </a:solidFill>
              </a:rPr>
              <a:t>Stage R 候选召回</a:t>
            </a:r>
          </a:p>
        </p:txBody>
      </p:sp>
      <p:sp>
        <p:nvSpPr>
          <p:cNvPr id="17" name="">
            <a:extLst xmlns:a="http://schemas.openxmlformats.org/drawingml/2006/main">
              <a:ext uri="{FF2B5EF4-FFF2-40B4-BE49-F238E27FC236}">
                <a16:creationId xmlns:a16="http://schemas.microsoft.com/office/drawing/2014/main" id="{07388F74-72A2-49D7-84EC-356C344BC825}"/>
              </a:ext>
            </a:extLst>
          </p:cNvPr>
          <p:cNvSpPr>
            <a:spLocks xmlns:a="http://schemas.openxmlformats.org/drawingml/2006/main" noGrp="1"/>
          </p:cNvSpPr>
          <p:nvPr/>
        </p:nvSpPr>
        <p:spPr>
          <a:xfrm xmlns:a="http://schemas.openxmlformats.org/drawingml/2006/main">
            <a:off x="3533775" y="2009775"/>
            <a:ext cx="1924050" cy="8763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40" b="0">
                <a:solidFill>
                  <a:srgbClr val="53657A"/>
                </a:solidFill>
              </a:defRPr>
            </a:pPr>
            <a:r>
              <a:rPr sz="840" b="0">
                <a:solidFill>
                  <a:srgbClr val="53657A"/>
                </a:solidFill>
              </a:rPr>
              <a:t>基于描述、别名、层级和元数据标签构造候选集合。</a:t>
            </a:r>
          </a:p>
        </p:txBody>
      </p:sp>
      <p:sp>
        <p:nvSpPr>
          <p:cNvPr id="18" name="">
            <a:extLst xmlns:a="http://schemas.openxmlformats.org/drawingml/2006/main">
              <a:ext uri="{FF2B5EF4-FFF2-40B4-BE49-F238E27FC236}">
                <a16:creationId xmlns:a16="http://schemas.microsoft.com/office/drawing/2014/main" id="{A3C6A219-6820-4609-822A-0F8650DD0B66}"/>
              </a:ext>
            </a:extLst>
          </p:cNvPr>
          <p:cNvSpPr>
            <a:spLocks xmlns:a="http://schemas.openxmlformats.org/drawingml/2006/main" noGrp="1"/>
          </p:cNvSpPr>
          <p:nvPr/>
        </p:nvSpPr>
        <p:spPr>
          <a:xfrm xmlns:a="http://schemas.openxmlformats.org/drawingml/2006/main">
            <a:off x="5648325" y="2133600"/>
            <a:ext cx="419100" cy="228600"/>
          </a:xfrm>
          <a:prstGeom xmlns:a="http://schemas.openxmlformats.org/drawingml/2006/main" prst="rightArrow">
            <a:avLst/>
          </a:prstGeom>
          <a:solidFill xmlns:a="http://schemas.openxmlformats.org/drawingml/2006/main">
            <a:srgbClr val="8AB8EA"/>
          </a:solidFill>
          <a:ln xmlns:a="http://schemas.openxmlformats.org/drawingml/2006/main" w="0">
            <a:solidFill>
              <a:srgbClr val="8AB8EA"/>
            </a:solidFill>
          </a:ln>
        </p:spPr>
      </p:sp>
      <p:sp>
        <p:nvSpPr>
          <p:cNvPr id="19" name="">
            <a:extLst xmlns:a="http://schemas.openxmlformats.org/drawingml/2006/main">
              <a:ext uri="{FF2B5EF4-FFF2-40B4-BE49-F238E27FC236}">
                <a16:creationId xmlns:a16="http://schemas.microsoft.com/office/drawing/2014/main" id="{4BDD0BA2-5F43-489A-A3EF-EA07EC682185}"/>
              </a:ext>
            </a:extLst>
          </p:cNvPr>
          <p:cNvSpPr>
            <a:spLocks xmlns:a="http://schemas.openxmlformats.org/drawingml/2006/main" noGrp="1"/>
          </p:cNvSpPr>
          <p:nvPr/>
        </p:nvSpPr>
        <p:spPr>
          <a:xfrm xmlns:a="http://schemas.openxmlformats.org/drawingml/2006/main">
            <a:off x="6115050" y="1562100"/>
            <a:ext cx="2190750" cy="1428750"/>
          </a:xfrm>
          <a:prstGeom xmlns:a="http://schemas.openxmlformats.org/drawingml/2006/main" prst="roundRect">
            <a:avLst>
              <a:gd name="adj" fmla="val 10500"/>
            </a:avLst>
          </a:prstGeom>
          <a:solidFill xmlns:a="http://schemas.openxmlformats.org/drawingml/2006/main">
            <a:srgbClr val="F2FFF8"/>
          </a:solidFill>
          <a:ln xmlns:a="http://schemas.openxmlformats.org/drawingml/2006/main" w="11430">
            <a:solidFill>
              <a:srgbClr val="0E8A57"/>
            </a:solidFill>
          </a:ln>
        </p:spPr>
      </p:sp>
      <p:sp>
        <p:nvSpPr>
          <p:cNvPr id="20" name="">
            <a:extLst xmlns:a="http://schemas.openxmlformats.org/drawingml/2006/main">
              <a:ext uri="{FF2B5EF4-FFF2-40B4-BE49-F238E27FC236}">
                <a16:creationId xmlns:a16="http://schemas.microsoft.com/office/drawing/2014/main" id="{D09C1233-4065-49F1-B421-63DE1D0D88E5}"/>
              </a:ext>
            </a:extLst>
          </p:cNvPr>
          <p:cNvSpPr>
            <a:spLocks xmlns:a="http://schemas.openxmlformats.org/drawingml/2006/main" noGrp="1"/>
          </p:cNvSpPr>
          <p:nvPr/>
        </p:nvSpPr>
        <p:spPr>
          <a:xfrm xmlns:a="http://schemas.openxmlformats.org/drawingml/2006/main">
            <a:off x="6115050" y="1562100"/>
            <a:ext cx="2190750" cy="57150"/>
          </a:xfrm>
          <a:prstGeom xmlns:a="http://schemas.openxmlformats.org/drawingml/2006/main" prst="rect">
            <a:avLst/>
          </a:prstGeom>
          <a:solidFill xmlns:a="http://schemas.openxmlformats.org/drawingml/2006/main">
            <a:srgbClr val="0E8A57"/>
          </a:solidFill>
          <a:ln xmlns:a="http://schemas.openxmlformats.org/drawingml/2006/main" w="0">
            <a:solidFill>
              <a:srgbClr val="0E8A57"/>
            </a:solidFill>
          </a:ln>
        </p:spPr>
      </p:sp>
      <p:sp>
        <p:nvSpPr>
          <p:cNvPr id="21" name="">
            <a:extLst xmlns:a="http://schemas.openxmlformats.org/drawingml/2006/main">
              <a:ext uri="{FF2B5EF4-FFF2-40B4-BE49-F238E27FC236}">
                <a16:creationId xmlns:a16="http://schemas.microsoft.com/office/drawing/2014/main" id="{5BBFE2B6-C793-4818-B54A-C2F816987648}"/>
              </a:ext>
            </a:extLst>
          </p:cNvPr>
          <p:cNvSpPr>
            <a:spLocks xmlns:a="http://schemas.openxmlformats.org/drawingml/2006/main" noGrp="1"/>
          </p:cNvSpPr>
          <p:nvPr/>
        </p:nvSpPr>
        <p:spPr>
          <a:xfrm xmlns:a="http://schemas.openxmlformats.org/drawingml/2006/main">
            <a:off x="6248400" y="1724025"/>
            <a:ext cx="19240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63" b="1">
                <a:solidFill>
                  <a:srgbClr val="0E8A57"/>
                </a:solidFill>
              </a:defRPr>
            </a:pPr>
            <a:r>
              <a:rPr sz="1163" b="1">
                <a:solidFill>
                  <a:srgbClr val="0E8A57"/>
                </a:solidFill>
              </a:rPr>
              <a:t>Stage A 语义路由</a:t>
            </a:r>
          </a:p>
        </p:txBody>
      </p:sp>
      <p:sp>
        <p:nvSpPr>
          <p:cNvPr id="22" name="">
            <a:extLst xmlns:a="http://schemas.openxmlformats.org/drawingml/2006/main">
              <a:ext uri="{FF2B5EF4-FFF2-40B4-BE49-F238E27FC236}">
                <a16:creationId xmlns:a16="http://schemas.microsoft.com/office/drawing/2014/main" id="{0E6AD5A3-6E11-4301-B67A-BCABCFE006CA}"/>
              </a:ext>
            </a:extLst>
          </p:cNvPr>
          <p:cNvSpPr>
            <a:spLocks xmlns:a="http://schemas.openxmlformats.org/drawingml/2006/main" noGrp="1"/>
          </p:cNvSpPr>
          <p:nvPr/>
        </p:nvSpPr>
        <p:spPr>
          <a:xfrm xmlns:a="http://schemas.openxmlformats.org/drawingml/2006/main">
            <a:off x="6248400" y="2009775"/>
            <a:ext cx="1924050" cy="8763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40" b="0">
                <a:solidFill>
                  <a:srgbClr val="53657A"/>
                </a:solidFill>
              </a:defRPr>
            </a:pPr>
            <a:r>
              <a:rPr sz="840" b="0">
                <a:solidFill>
                  <a:srgbClr val="53657A"/>
                </a:solidFill>
              </a:rPr>
              <a:t>输出 primary、related、置信度、不确定性摘要和竞争候选说明。</a:t>
            </a:r>
          </a:p>
        </p:txBody>
      </p:sp>
      <p:sp>
        <p:nvSpPr>
          <p:cNvPr id="23" name="">
            <a:extLst xmlns:a="http://schemas.openxmlformats.org/drawingml/2006/main">
              <a:ext uri="{FF2B5EF4-FFF2-40B4-BE49-F238E27FC236}">
                <a16:creationId xmlns:a16="http://schemas.microsoft.com/office/drawing/2014/main" id="{164F4CA2-8F81-4DD4-84D6-F12C94F4F346}"/>
              </a:ext>
            </a:extLst>
          </p:cNvPr>
          <p:cNvSpPr>
            <a:spLocks xmlns:a="http://schemas.openxmlformats.org/drawingml/2006/main" noGrp="1"/>
          </p:cNvSpPr>
          <p:nvPr/>
        </p:nvSpPr>
        <p:spPr>
          <a:xfrm xmlns:a="http://schemas.openxmlformats.org/drawingml/2006/main">
            <a:off x="8362950" y="2133600"/>
            <a:ext cx="419100" cy="228600"/>
          </a:xfrm>
          <a:prstGeom xmlns:a="http://schemas.openxmlformats.org/drawingml/2006/main" prst="rightArrow">
            <a:avLst/>
          </a:prstGeom>
          <a:solidFill xmlns:a="http://schemas.openxmlformats.org/drawingml/2006/main">
            <a:srgbClr val="8AB8EA"/>
          </a:solidFill>
          <a:ln xmlns:a="http://schemas.openxmlformats.org/drawingml/2006/main" w="0">
            <a:solidFill>
              <a:srgbClr val="8AB8EA"/>
            </a:solidFill>
          </a:ln>
        </p:spPr>
      </p:sp>
      <p:sp>
        <p:nvSpPr>
          <p:cNvPr id="24" name="">
            <a:extLst xmlns:a="http://schemas.openxmlformats.org/drawingml/2006/main">
              <a:ext uri="{FF2B5EF4-FFF2-40B4-BE49-F238E27FC236}">
                <a16:creationId xmlns:a16="http://schemas.microsoft.com/office/drawing/2014/main" id="{92813D92-DC67-4216-9BA0-9C04246E2467}"/>
              </a:ext>
            </a:extLst>
          </p:cNvPr>
          <p:cNvSpPr>
            <a:spLocks xmlns:a="http://schemas.openxmlformats.org/drawingml/2006/main" noGrp="1"/>
          </p:cNvSpPr>
          <p:nvPr/>
        </p:nvSpPr>
        <p:spPr>
          <a:xfrm xmlns:a="http://schemas.openxmlformats.org/drawingml/2006/main">
            <a:off x="8829675" y="1562100"/>
            <a:ext cx="2190750" cy="1428750"/>
          </a:xfrm>
          <a:prstGeom xmlns:a="http://schemas.openxmlformats.org/drawingml/2006/main" prst="roundRect">
            <a:avLst>
              <a:gd name="adj" fmla="val 10500"/>
            </a:avLst>
          </a:prstGeom>
          <a:solidFill xmlns:a="http://schemas.openxmlformats.org/drawingml/2006/main">
            <a:srgbClr val="FFFFFF"/>
          </a:solidFill>
          <a:ln xmlns:a="http://schemas.openxmlformats.org/drawingml/2006/main" w="11430">
            <a:solidFill>
              <a:srgbClr val="6B49C8"/>
            </a:solidFill>
          </a:ln>
        </p:spPr>
      </p:sp>
      <p:sp>
        <p:nvSpPr>
          <p:cNvPr id="25" name="">
            <a:extLst xmlns:a="http://schemas.openxmlformats.org/drawingml/2006/main">
              <a:ext uri="{FF2B5EF4-FFF2-40B4-BE49-F238E27FC236}">
                <a16:creationId xmlns:a16="http://schemas.microsoft.com/office/drawing/2014/main" id="{D48CEA9F-D34E-4D8E-88F9-1E20C1DB93F5}"/>
              </a:ext>
            </a:extLst>
          </p:cNvPr>
          <p:cNvSpPr>
            <a:spLocks xmlns:a="http://schemas.openxmlformats.org/drawingml/2006/main" noGrp="1"/>
          </p:cNvSpPr>
          <p:nvPr/>
        </p:nvSpPr>
        <p:spPr>
          <a:xfrm xmlns:a="http://schemas.openxmlformats.org/drawingml/2006/main">
            <a:off x="8829675" y="1562100"/>
            <a:ext cx="2190750" cy="57150"/>
          </a:xfrm>
          <a:prstGeom xmlns:a="http://schemas.openxmlformats.org/drawingml/2006/main" prst="rect">
            <a:avLst/>
          </a:prstGeom>
          <a:solidFill xmlns:a="http://schemas.openxmlformats.org/drawingml/2006/main">
            <a:srgbClr val="6B49C8"/>
          </a:solidFill>
          <a:ln xmlns:a="http://schemas.openxmlformats.org/drawingml/2006/main" w="0">
            <a:solidFill>
              <a:srgbClr val="6B49C8"/>
            </a:solidFill>
          </a:ln>
        </p:spPr>
      </p:sp>
      <p:sp>
        <p:nvSpPr>
          <p:cNvPr id="26" name="">
            <a:extLst xmlns:a="http://schemas.openxmlformats.org/drawingml/2006/main">
              <a:ext uri="{FF2B5EF4-FFF2-40B4-BE49-F238E27FC236}">
                <a16:creationId xmlns:a16="http://schemas.microsoft.com/office/drawing/2014/main" id="{E21807FD-7A38-4A81-91AD-A5046B4727B1}"/>
              </a:ext>
            </a:extLst>
          </p:cNvPr>
          <p:cNvSpPr>
            <a:spLocks xmlns:a="http://schemas.openxmlformats.org/drawingml/2006/main" noGrp="1"/>
          </p:cNvSpPr>
          <p:nvPr/>
        </p:nvSpPr>
        <p:spPr>
          <a:xfrm xmlns:a="http://schemas.openxmlformats.org/drawingml/2006/main">
            <a:off x="8963025" y="1724025"/>
            <a:ext cx="19240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63" b="1">
                <a:solidFill>
                  <a:srgbClr val="6B49C8"/>
                </a:solidFill>
              </a:defRPr>
            </a:pPr>
            <a:r>
              <a:rPr sz="1163" b="1">
                <a:solidFill>
                  <a:srgbClr val="6B49C8"/>
                </a:solidFill>
              </a:rPr>
              <a:t>候选内结果</a:t>
            </a:r>
          </a:p>
        </p:txBody>
      </p:sp>
      <p:sp>
        <p:nvSpPr>
          <p:cNvPr id="27" name="">
            <a:extLst xmlns:a="http://schemas.openxmlformats.org/drawingml/2006/main">
              <a:ext uri="{FF2B5EF4-FFF2-40B4-BE49-F238E27FC236}">
                <a16:creationId xmlns:a16="http://schemas.microsoft.com/office/drawing/2014/main" id="{B61FA662-AEC6-4117-AB80-3C66775068E9}"/>
              </a:ext>
            </a:extLst>
          </p:cNvPr>
          <p:cNvSpPr>
            <a:spLocks xmlns:a="http://schemas.openxmlformats.org/drawingml/2006/main" noGrp="1"/>
          </p:cNvSpPr>
          <p:nvPr/>
        </p:nvSpPr>
        <p:spPr>
          <a:xfrm xmlns:a="http://schemas.openxmlformats.org/drawingml/2006/main">
            <a:off x="8963025" y="2009775"/>
            <a:ext cx="1924050" cy="8763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40" b="0">
                <a:solidFill>
                  <a:srgbClr val="53657A"/>
                </a:solidFill>
              </a:defRPr>
            </a:pPr>
            <a:r>
              <a:rPr sz="840" b="0">
                <a:solidFill>
                  <a:srgbClr val="53657A"/>
                </a:solidFill>
              </a:rPr>
              <a:t>固定 routing_fqdn，并传递给复核或执行落点模块。</a:t>
            </a:r>
          </a:p>
        </p:txBody>
      </p:sp>
      <p:sp>
        <p:nvSpPr>
          <p:cNvPr id="28" name="">
            <a:extLst xmlns:a="http://schemas.openxmlformats.org/drawingml/2006/main">
              <a:ext uri="{FF2B5EF4-FFF2-40B4-BE49-F238E27FC236}">
                <a16:creationId xmlns:a16="http://schemas.microsoft.com/office/drawing/2014/main" id="{0E75B113-65A7-4A5B-837A-692EC02FE818}"/>
              </a:ext>
            </a:extLst>
          </p:cNvPr>
          <p:cNvSpPr>
            <a:spLocks xmlns:a="http://schemas.openxmlformats.org/drawingml/2006/main" noGrp="1"/>
          </p:cNvSpPr>
          <p:nvPr/>
        </p:nvSpPr>
        <p:spPr>
          <a:xfrm xmlns:a="http://schemas.openxmlformats.org/drawingml/2006/main">
            <a:off x="723900" y="3657600"/>
            <a:ext cx="5048250" cy="167640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9525">
            <a:solidFill>
              <a:srgbClr val="C9DDF3"/>
            </a:solidFill>
          </a:ln>
        </p:spPr>
      </p:sp>
      <p:sp>
        <p:nvSpPr>
          <p:cNvPr id="29" name="">
            <a:extLst xmlns:a="http://schemas.openxmlformats.org/drawingml/2006/main">
              <a:ext uri="{FF2B5EF4-FFF2-40B4-BE49-F238E27FC236}">
                <a16:creationId xmlns:a16="http://schemas.microsoft.com/office/drawing/2014/main" id="{5EBB8F06-A078-44EC-871C-31B117824EDB}"/>
              </a:ext>
            </a:extLst>
          </p:cNvPr>
          <p:cNvSpPr>
            <a:spLocks xmlns:a="http://schemas.openxmlformats.org/drawingml/2006/main" noGrp="1"/>
          </p:cNvSpPr>
          <p:nvPr/>
        </p:nvSpPr>
        <p:spPr>
          <a:xfrm xmlns:a="http://schemas.openxmlformats.org/drawingml/2006/main">
            <a:off x="990600" y="3905250"/>
            <a:ext cx="200025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02033"/>
                </a:solidFill>
              </a:defRPr>
            </a:pPr>
            <a:r>
              <a:rPr sz="1425" b="1">
                <a:solidFill>
                  <a:srgbClr val="102033"/>
                </a:solidFill>
              </a:rPr>
              <a:t>结构化输出字段</a:t>
            </a:r>
          </a:p>
        </p:txBody>
      </p:sp>
      <p:sp>
        <p:nvSpPr>
          <p:cNvPr id="30" name="">
            <a:extLst xmlns:a="http://schemas.openxmlformats.org/drawingml/2006/main">
              <a:ext uri="{FF2B5EF4-FFF2-40B4-BE49-F238E27FC236}">
                <a16:creationId xmlns:a16="http://schemas.microsoft.com/office/drawing/2014/main" id="{F94ECBA4-1C11-448D-97D8-BD34B95E535F}"/>
              </a:ext>
            </a:extLst>
          </p:cNvPr>
          <p:cNvSpPr>
            <a:spLocks xmlns:a="http://schemas.openxmlformats.org/drawingml/2006/main" noGrp="1"/>
          </p:cNvSpPr>
          <p:nvPr/>
        </p:nvSpPr>
        <p:spPr>
          <a:xfrm xmlns:a="http://schemas.openxmlformats.org/drawingml/2006/main">
            <a:off x="990600" y="4333875"/>
            <a:ext cx="11620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38" b="1">
                <a:solidFill>
                  <a:srgbClr val="0B63CE"/>
                </a:solidFill>
              </a:defRPr>
            </a:pPr>
            <a:r>
              <a:rPr sz="938" b="1">
                <a:solidFill>
                  <a:srgbClr val="0B63CE"/>
                </a:solidFill>
              </a:rPr>
              <a:t>selected_primary_fqdn</a:t>
            </a:r>
          </a:p>
        </p:txBody>
      </p:sp>
      <p:sp>
        <p:nvSpPr>
          <p:cNvPr id="31" name="">
            <a:extLst xmlns:a="http://schemas.openxmlformats.org/drawingml/2006/main">
              <a:ext uri="{FF2B5EF4-FFF2-40B4-BE49-F238E27FC236}">
                <a16:creationId xmlns:a16="http://schemas.microsoft.com/office/drawing/2014/main" id="{2B7E5D18-47A3-4123-A7FC-60A9CEDE33A9}"/>
              </a:ext>
            </a:extLst>
          </p:cNvPr>
          <p:cNvSpPr>
            <a:spLocks xmlns:a="http://schemas.openxmlformats.org/drawingml/2006/main" noGrp="1"/>
          </p:cNvSpPr>
          <p:nvPr/>
        </p:nvSpPr>
        <p:spPr>
          <a:xfrm xmlns:a="http://schemas.openxmlformats.org/drawingml/2006/main">
            <a:off x="2466975" y="4333875"/>
            <a:ext cx="11620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38" b="1">
                <a:solidFill>
                  <a:srgbClr val="0E8A57"/>
                </a:solidFill>
              </a:defRPr>
            </a:pPr>
            <a:r>
              <a:rPr sz="938" b="1">
                <a:solidFill>
                  <a:srgbClr val="0E8A57"/>
                </a:solidFill>
              </a:rPr>
              <a:t>selected_related_fqdns</a:t>
            </a:r>
          </a:p>
        </p:txBody>
      </p:sp>
      <p:sp>
        <p:nvSpPr>
          <p:cNvPr id="32" name="">
            <a:extLst xmlns:a="http://schemas.openxmlformats.org/drawingml/2006/main">
              <a:ext uri="{FF2B5EF4-FFF2-40B4-BE49-F238E27FC236}">
                <a16:creationId xmlns:a16="http://schemas.microsoft.com/office/drawing/2014/main" id="{0F452516-7DC9-4FF8-93BF-51BD018140F3}"/>
              </a:ext>
            </a:extLst>
          </p:cNvPr>
          <p:cNvSpPr>
            <a:spLocks xmlns:a="http://schemas.openxmlformats.org/drawingml/2006/main" noGrp="1"/>
          </p:cNvSpPr>
          <p:nvPr/>
        </p:nvSpPr>
        <p:spPr>
          <a:xfrm xmlns:a="http://schemas.openxmlformats.org/drawingml/2006/main">
            <a:off x="3943350" y="4333875"/>
            <a:ext cx="11620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38" b="1">
                <a:solidFill>
                  <a:srgbClr val="E97132"/>
                </a:solidFill>
              </a:defRPr>
            </a:pPr>
            <a:r>
              <a:rPr sz="938" b="1">
                <a:solidFill>
                  <a:srgbClr val="E97132"/>
                </a:solidFill>
              </a:rPr>
              <a:t>primary_rationale</a:t>
            </a:r>
          </a:p>
        </p:txBody>
      </p:sp>
      <p:sp>
        <p:nvSpPr>
          <p:cNvPr id="33" name="">
            <a:extLst xmlns:a="http://schemas.openxmlformats.org/drawingml/2006/main">
              <a:ext uri="{FF2B5EF4-FFF2-40B4-BE49-F238E27FC236}">
                <a16:creationId xmlns:a16="http://schemas.microsoft.com/office/drawing/2014/main" id="{47B2ECC4-5CCD-4BEE-B2AD-1F74DFDAA536}"/>
              </a:ext>
            </a:extLst>
          </p:cNvPr>
          <p:cNvSpPr>
            <a:spLocks xmlns:a="http://schemas.openxmlformats.org/drawingml/2006/main" noGrp="1"/>
          </p:cNvSpPr>
          <p:nvPr/>
        </p:nvSpPr>
        <p:spPr>
          <a:xfrm xmlns:a="http://schemas.openxmlformats.org/drawingml/2006/main">
            <a:off x="990600" y="4791075"/>
            <a:ext cx="11620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38" b="1">
                <a:solidFill>
                  <a:srgbClr val="0B63CE"/>
                </a:solidFill>
              </a:defRPr>
            </a:pPr>
            <a:r>
              <a:rPr sz="938" b="1">
                <a:solidFill>
                  <a:srgbClr val="0B63CE"/>
                </a:solidFill>
              </a:rPr>
              <a:t>challenger_notes</a:t>
            </a:r>
          </a:p>
        </p:txBody>
      </p:sp>
      <p:sp>
        <p:nvSpPr>
          <p:cNvPr id="34" name="">
            <a:extLst xmlns:a="http://schemas.openxmlformats.org/drawingml/2006/main">
              <a:ext uri="{FF2B5EF4-FFF2-40B4-BE49-F238E27FC236}">
                <a16:creationId xmlns:a16="http://schemas.microsoft.com/office/drawing/2014/main" id="{B0ACFB56-AB4D-4D5D-B6E3-B064D5216553}"/>
              </a:ext>
            </a:extLst>
          </p:cNvPr>
          <p:cNvSpPr>
            <a:spLocks xmlns:a="http://schemas.openxmlformats.org/drawingml/2006/main" noGrp="1"/>
          </p:cNvSpPr>
          <p:nvPr/>
        </p:nvSpPr>
        <p:spPr>
          <a:xfrm xmlns:a="http://schemas.openxmlformats.org/drawingml/2006/main">
            <a:off x="2466975" y="4791075"/>
            <a:ext cx="11620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38" b="1">
                <a:solidFill>
                  <a:srgbClr val="0E8A57"/>
                </a:solidFill>
              </a:defRPr>
            </a:pPr>
            <a:r>
              <a:rPr sz="938" b="1">
                <a:solidFill>
                  <a:srgbClr val="0E8A57"/>
                </a:solidFill>
              </a:rPr>
              <a:t>uncertainty_summary</a:t>
            </a:r>
          </a:p>
        </p:txBody>
      </p:sp>
      <p:sp>
        <p:nvSpPr>
          <p:cNvPr id="35" name="">
            <a:extLst xmlns:a="http://schemas.openxmlformats.org/drawingml/2006/main">
              <a:ext uri="{FF2B5EF4-FFF2-40B4-BE49-F238E27FC236}">
                <a16:creationId xmlns:a16="http://schemas.microsoft.com/office/drawing/2014/main" id="{2A931580-974F-4200-9B81-98920CFA5E76}"/>
              </a:ext>
            </a:extLst>
          </p:cNvPr>
          <p:cNvSpPr>
            <a:spLocks xmlns:a="http://schemas.openxmlformats.org/drawingml/2006/main" noGrp="1"/>
          </p:cNvSpPr>
          <p:nvPr/>
        </p:nvSpPr>
        <p:spPr>
          <a:xfrm xmlns:a="http://schemas.openxmlformats.org/drawingml/2006/main">
            <a:off x="3943350" y="4791075"/>
            <a:ext cx="11620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38" b="1">
                <a:solidFill>
                  <a:srgbClr val="E97132"/>
                </a:solidFill>
              </a:defRPr>
            </a:pPr>
            <a:r>
              <a:rPr sz="938" b="1">
                <a:solidFill>
                  <a:srgbClr val="E97132"/>
                </a:solidFill>
              </a:rPr>
              <a:t>override_sensitivity</a:t>
            </a:r>
          </a:p>
        </p:txBody>
      </p:sp>
      <p:sp>
        <p:nvSpPr>
          <p:cNvPr id="36" name="">
            <a:extLst xmlns:a="http://schemas.openxmlformats.org/drawingml/2006/main">
              <a:ext uri="{FF2B5EF4-FFF2-40B4-BE49-F238E27FC236}">
                <a16:creationId xmlns:a16="http://schemas.microsoft.com/office/drawing/2014/main" id="{9E7B9BBA-2835-45C7-81A7-25F71428BB27}"/>
              </a:ext>
            </a:extLst>
          </p:cNvPr>
          <p:cNvSpPr>
            <a:spLocks xmlns:a="http://schemas.openxmlformats.org/drawingml/2006/main" noGrp="1"/>
          </p:cNvSpPr>
          <p:nvPr/>
        </p:nvSpPr>
        <p:spPr>
          <a:xfrm xmlns:a="http://schemas.openxmlformats.org/drawingml/2006/main">
            <a:off x="6572250" y="3657600"/>
            <a:ext cx="4457700" cy="1676400"/>
          </a:xfrm>
          <a:prstGeom xmlns:a="http://schemas.openxmlformats.org/drawingml/2006/main" prst="roundRect">
            <a:avLst>
              <a:gd name="adj" fmla="val 11000"/>
            </a:avLst>
          </a:prstGeom>
          <a:solidFill xmlns:a="http://schemas.openxmlformats.org/drawingml/2006/main">
            <a:srgbClr val="F2F7FF"/>
          </a:solidFill>
          <a:ln xmlns:a="http://schemas.openxmlformats.org/drawingml/2006/main" w="11430">
            <a:solidFill>
              <a:srgbClr val="1E83E6"/>
            </a:solidFill>
          </a:ln>
        </p:spPr>
      </p:sp>
      <p:sp>
        <p:nvSpPr>
          <p:cNvPr id="37" name="">
            <a:extLst xmlns:a="http://schemas.openxmlformats.org/drawingml/2006/main">
              <a:ext uri="{FF2B5EF4-FFF2-40B4-BE49-F238E27FC236}">
                <a16:creationId xmlns:a16="http://schemas.microsoft.com/office/drawing/2014/main" id="{659D842A-505B-4911-BB68-F757144771C9}"/>
              </a:ext>
            </a:extLst>
          </p:cNvPr>
          <p:cNvSpPr>
            <a:spLocks xmlns:a="http://schemas.openxmlformats.org/drawingml/2006/main" noGrp="1"/>
          </p:cNvSpPr>
          <p:nvPr/>
        </p:nvSpPr>
        <p:spPr>
          <a:xfrm xmlns:a="http://schemas.openxmlformats.org/drawingml/2006/main">
            <a:off x="6858000" y="3905250"/>
            <a:ext cx="238125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0B63CE"/>
                </a:solidFill>
              </a:defRPr>
            </a:pPr>
            <a:r>
              <a:rPr sz="1425" b="1">
                <a:solidFill>
                  <a:srgbClr val="0B63CE"/>
                </a:solidFill>
              </a:rPr>
              <a:t>约束带来的工程价值</a:t>
            </a:r>
          </a:p>
        </p:txBody>
      </p:sp>
      <p:sp>
        <p:nvSpPr>
          <p:cNvPr id="38" name="">
            <a:extLst xmlns:a="http://schemas.openxmlformats.org/drawingml/2006/main">
              <a:ext uri="{FF2B5EF4-FFF2-40B4-BE49-F238E27FC236}">
                <a16:creationId xmlns:a16="http://schemas.microsoft.com/office/drawing/2014/main" id="{15DAEA1E-8782-4BD0-A3C5-C4C8C404200C}"/>
              </a:ext>
            </a:extLst>
          </p:cNvPr>
          <p:cNvSpPr>
            <a:spLocks xmlns:a="http://schemas.openxmlformats.org/drawingml/2006/main" noGrp="1"/>
          </p:cNvSpPr>
          <p:nvPr/>
        </p:nvSpPr>
        <p:spPr>
          <a:xfrm xmlns:a="http://schemas.openxmlformats.org/drawingml/2006/main">
            <a:off x="6886575" y="4352925"/>
            <a:ext cx="76200" cy="76200"/>
          </a:xfrm>
          <a:prstGeom xmlns:a="http://schemas.openxmlformats.org/drawingml/2006/main" prst="ellipse">
            <a:avLst/>
          </a:prstGeom>
          <a:solidFill xmlns:a="http://schemas.openxmlformats.org/drawingml/2006/main">
            <a:srgbClr val="0B63CE"/>
          </a:solidFill>
          <a:ln xmlns:a="http://schemas.openxmlformats.org/drawingml/2006/main" w="0">
            <a:solidFill>
              <a:srgbClr val="0B63CE"/>
            </a:solidFill>
          </a:ln>
        </p:spPr>
      </p:sp>
      <p:sp>
        <p:nvSpPr>
          <p:cNvPr id="39" name="">
            <a:extLst xmlns:a="http://schemas.openxmlformats.org/drawingml/2006/main">
              <a:ext uri="{FF2B5EF4-FFF2-40B4-BE49-F238E27FC236}">
                <a16:creationId xmlns:a16="http://schemas.microsoft.com/office/drawing/2014/main" id="{439131D8-E0DD-4CDA-BA29-5E57951CB8E1}"/>
              </a:ext>
            </a:extLst>
          </p:cNvPr>
          <p:cNvSpPr>
            <a:spLocks xmlns:a="http://schemas.openxmlformats.org/drawingml/2006/main" noGrp="1"/>
          </p:cNvSpPr>
          <p:nvPr/>
        </p:nvSpPr>
        <p:spPr>
          <a:xfrm xmlns:a="http://schemas.openxmlformats.org/drawingml/2006/main">
            <a:off x="7086600" y="4305300"/>
            <a:ext cx="3476625"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102033"/>
                </a:solidFill>
              </a:defRPr>
            </a:pPr>
            <a:r>
              <a:rPr sz="975" b="0">
                <a:solidFill>
                  <a:srgbClr val="102033"/>
                </a:solidFill>
              </a:rPr>
              <a:t>候选来源可追踪，避免下游凭空发明路由</a:t>
            </a:r>
          </a:p>
        </p:txBody>
      </p:sp>
      <p:sp>
        <p:nvSpPr>
          <p:cNvPr id="40" name="">
            <a:extLst xmlns:a="http://schemas.openxmlformats.org/drawingml/2006/main">
              <a:ext uri="{FF2B5EF4-FFF2-40B4-BE49-F238E27FC236}">
                <a16:creationId xmlns:a16="http://schemas.microsoft.com/office/drawing/2014/main" id="{A9FAFCDB-09AA-4EDD-9029-7F7EB52548B7}"/>
              </a:ext>
            </a:extLst>
          </p:cNvPr>
          <p:cNvSpPr>
            <a:spLocks xmlns:a="http://schemas.openxmlformats.org/drawingml/2006/main" noGrp="1"/>
          </p:cNvSpPr>
          <p:nvPr/>
        </p:nvSpPr>
        <p:spPr>
          <a:xfrm xmlns:a="http://schemas.openxmlformats.org/drawingml/2006/main">
            <a:off x="6886575" y="4695825"/>
            <a:ext cx="76200" cy="76200"/>
          </a:xfrm>
          <a:prstGeom xmlns:a="http://schemas.openxmlformats.org/drawingml/2006/main" prst="ellipse">
            <a:avLst/>
          </a:prstGeom>
          <a:solidFill xmlns:a="http://schemas.openxmlformats.org/drawingml/2006/main">
            <a:srgbClr val="0B63CE"/>
          </a:solidFill>
          <a:ln xmlns:a="http://schemas.openxmlformats.org/drawingml/2006/main" w="0">
            <a:solidFill>
              <a:srgbClr val="0B63CE"/>
            </a:solidFill>
          </a:ln>
        </p:spPr>
      </p:sp>
      <p:sp>
        <p:nvSpPr>
          <p:cNvPr id="41" name="">
            <a:extLst xmlns:a="http://schemas.openxmlformats.org/drawingml/2006/main">
              <a:ext uri="{FF2B5EF4-FFF2-40B4-BE49-F238E27FC236}">
                <a16:creationId xmlns:a16="http://schemas.microsoft.com/office/drawing/2014/main" id="{3C05286C-26AC-415B-AAE5-1A6204993E14}"/>
              </a:ext>
            </a:extLst>
          </p:cNvPr>
          <p:cNvSpPr>
            <a:spLocks xmlns:a="http://schemas.openxmlformats.org/drawingml/2006/main" noGrp="1"/>
          </p:cNvSpPr>
          <p:nvPr/>
        </p:nvSpPr>
        <p:spPr>
          <a:xfrm xmlns:a="http://schemas.openxmlformats.org/drawingml/2006/main">
            <a:off x="7086600" y="4648200"/>
            <a:ext cx="3476625"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102033"/>
                </a:solidFill>
              </a:defRPr>
            </a:pPr>
            <a:r>
              <a:rPr sz="975" b="0">
                <a:solidFill>
                  <a:srgbClr val="102033"/>
                </a:solidFill>
              </a:rPr>
              <a:t>模型判断被压缩为短字段，便于复核和回放</a:t>
            </a:r>
          </a:p>
        </p:txBody>
      </p:sp>
      <p:sp>
        <p:nvSpPr>
          <p:cNvPr id="42" name="">
            <a:extLst xmlns:a="http://schemas.openxmlformats.org/drawingml/2006/main">
              <a:ext uri="{FF2B5EF4-FFF2-40B4-BE49-F238E27FC236}">
                <a16:creationId xmlns:a16="http://schemas.microsoft.com/office/drawing/2014/main" id="{A74C4CF5-D2B4-4905-8A27-DB8435C909E7}"/>
              </a:ext>
            </a:extLst>
          </p:cNvPr>
          <p:cNvSpPr>
            <a:spLocks xmlns:a="http://schemas.openxmlformats.org/drawingml/2006/main" noGrp="1"/>
          </p:cNvSpPr>
          <p:nvPr/>
        </p:nvSpPr>
        <p:spPr>
          <a:xfrm xmlns:a="http://schemas.openxmlformats.org/drawingml/2006/main">
            <a:off x="6886575" y="5038725"/>
            <a:ext cx="76200" cy="76200"/>
          </a:xfrm>
          <a:prstGeom xmlns:a="http://schemas.openxmlformats.org/drawingml/2006/main" prst="ellipse">
            <a:avLst/>
          </a:prstGeom>
          <a:solidFill xmlns:a="http://schemas.openxmlformats.org/drawingml/2006/main">
            <a:srgbClr val="0B63CE"/>
          </a:solidFill>
          <a:ln xmlns:a="http://schemas.openxmlformats.org/drawingml/2006/main" w="0">
            <a:solidFill>
              <a:srgbClr val="0B63CE"/>
            </a:solidFill>
          </a:ln>
        </p:spPr>
      </p:sp>
      <p:sp>
        <p:nvSpPr>
          <p:cNvPr id="43" name="">
            <a:extLst xmlns:a="http://schemas.openxmlformats.org/drawingml/2006/main">
              <a:ext uri="{FF2B5EF4-FFF2-40B4-BE49-F238E27FC236}">
                <a16:creationId xmlns:a16="http://schemas.microsoft.com/office/drawing/2014/main" id="{2F8CA8A2-9D8F-4512-96FA-6E75AC20CB6C}"/>
              </a:ext>
            </a:extLst>
          </p:cNvPr>
          <p:cNvSpPr>
            <a:spLocks xmlns:a="http://schemas.openxmlformats.org/drawingml/2006/main" noGrp="1"/>
          </p:cNvSpPr>
          <p:nvPr/>
        </p:nvSpPr>
        <p:spPr>
          <a:xfrm xmlns:a="http://schemas.openxmlformats.org/drawingml/2006/main">
            <a:off x="7086600" y="4991100"/>
            <a:ext cx="3476625"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102033"/>
                </a:solidFill>
              </a:defRPr>
            </a:pPr>
            <a:r>
              <a:rPr sz="975" b="0">
                <a:solidFill>
                  <a:srgbClr val="102033"/>
                </a:solidFill>
              </a:rPr>
              <a:t>Stage B 能看到真实困惑点，而不是只看分数</a:t>
            </a:r>
          </a:p>
        </p:txBody>
      </p:sp>
      <p:sp>
        <p:nvSpPr>
          <p:cNvPr id="44" name="">
            <a:extLst xmlns:a="http://schemas.openxmlformats.org/drawingml/2006/main">
              <a:ext uri="{FF2B5EF4-FFF2-40B4-BE49-F238E27FC236}">
                <a16:creationId xmlns:a16="http://schemas.microsoft.com/office/drawing/2014/main" id="{A08074F1-94AE-4C32-8CBF-187FAD53ACFD}"/>
              </a:ext>
            </a:extLst>
          </p:cNvPr>
          <p:cNvSpPr>
            <a:spLocks xmlns:a="http://schemas.openxmlformats.org/drawingml/2006/main" noGrp="1"/>
          </p:cNvSpPr>
          <p:nvPr/>
        </p:nvSpPr>
        <p:spPr>
          <a:xfrm xmlns:a="http://schemas.openxmlformats.org/drawingml/2006/main">
            <a:off x="476250" y="6457950"/>
            <a:ext cx="8572500" cy="9525"/>
          </a:xfrm>
          <a:prstGeom xmlns:a="http://schemas.openxmlformats.org/drawingml/2006/main" prst="rect">
            <a:avLst/>
          </a:prstGeom>
          <a:solidFill xmlns:a="http://schemas.openxmlformats.org/drawingml/2006/main">
            <a:srgbClr val="E4EDF8"/>
          </a:solidFill>
          <a:ln xmlns:a="http://schemas.openxmlformats.org/drawingml/2006/main" w="0">
            <a:solidFill>
              <a:srgbClr val="E4EDF8"/>
            </a:solidFill>
          </a:ln>
        </p:spPr>
      </p:sp>
      <p:sp>
        <p:nvSpPr>
          <p:cNvPr id="45" name="">
            <a:extLst xmlns:a="http://schemas.openxmlformats.org/drawingml/2006/main">
              <a:ext uri="{FF2B5EF4-FFF2-40B4-BE49-F238E27FC236}">
                <a16:creationId xmlns:a16="http://schemas.microsoft.com/office/drawing/2014/main" id="{D9110D5A-BF91-4E88-AA53-B9AE6E414F0C}"/>
              </a:ext>
            </a:extLst>
          </p:cNvPr>
          <p:cNvSpPr>
            <a:spLocks xmlns:a="http://schemas.openxmlformats.org/drawingml/2006/main" noGrp="1"/>
          </p:cNvSpPr>
          <p:nvPr/>
        </p:nvSpPr>
        <p:spPr>
          <a:xfrm xmlns:a="http://schemas.openxmlformats.org/drawingml/2006/main">
            <a:off x="476250" y="6553200"/>
            <a:ext cx="5905500" cy="1333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675" b="0">
                <a:solidFill>
                  <a:srgbClr val="8394A8"/>
                </a:solidFill>
              </a:defRPr>
            </a:pPr>
            <a:r>
              <a:rPr sz="675" b="0">
                <a:solidFill>
                  <a:srgbClr val="8394A8"/>
                </a:solidFill>
              </a:rPr>
              <a:t>面向互联网基础资源的大模型多智能体协作与可信认知标识技术研究</a:t>
            </a:r>
          </a:p>
        </p:txBody>
      </p:sp>
      <p:sp>
        <p:nvSpPr>
          <p:cNvPr id="46" name="">
            <a:extLst xmlns:a="http://schemas.openxmlformats.org/drawingml/2006/main">
              <a:ext uri="{FF2B5EF4-FFF2-40B4-BE49-F238E27FC236}">
                <a16:creationId xmlns:a16="http://schemas.microsoft.com/office/drawing/2014/main" id="{197C97E2-B1FE-49EF-9564-84AE2B718D74}"/>
              </a:ext>
            </a:extLst>
          </p:cNvPr>
          <p:cNvSpPr>
            <a:spLocks xmlns:a="http://schemas.openxmlformats.org/drawingml/2006/main" noGrp="1"/>
          </p:cNvSpPr>
          <p:nvPr/>
        </p:nvSpPr>
        <p:spPr>
          <a:xfrm xmlns:a="http://schemas.openxmlformats.org/drawingml/2006/main">
            <a:off x="11382375" y="6515100"/>
            <a:ext cx="3238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0">
                <a:solidFill>
                  <a:srgbClr val="8394A8"/>
                </a:solidFill>
              </a:defRPr>
            </a:pPr>
            <a:r>
              <a:rPr sz="750" b="0">
                <a:solidFill>
                  <a:srgbClr val="8394A8"/>
                </a:solidFill>
              </a:rPr>
              <a:t>06</a:t>
            </a:r>
          </a:p>
        </p:txBody>
      </p:sp>
    </p:spTree>
    <p:extLst>
      <p:ext uri="{BB962C8B-B14F-4D97-AF65-F5344CB8AC3E}">
        <p14:creationId xmlns:p14="http://schemas.microsoft.com/office/powerpoint/2010/main" val="88208679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e631fd5426044ab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4AFA3F5-1BC4-4C2E-B6BF-DA16A4AA4577}"/>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082B6D"/>
          </a:solidFill>
          <a:ln xmlns:a="http://schemas.openxmlformats.org/drawingml/2006/main" w="0">
            <a:solidFill>
              <a:srgbClr val="082B6D"/>
            </a:solidFill>
          </a:ln>
        </p:spPr>
      </p:sp>
      <p:sp>
        <p:nvSpPr>
          <p:cNvPr id="3" name="">
            <a:extLst xmlns:a="http://schemas.openxmlformats.org/drawingml/2006/main">
              <a:ext uri="{FF2B5EF4-FFF2-40B4-BE49-F238E27FC236}">
                <a16:creationId xmlns:a16="http://schemas.microsoft.com/office/drawing/2014/main" id="{01698059-E235-4BAB-A9DD-AF3801A36794}"/>
              </a:ext>
            </a:extLst>
          </p:cNvPr>
          <p:cNvSpPr>
            <a:spLocks xmlns:a="http://schemas.openxmlformats.org/drawingml/2006/main" noGrp="1"/>
          </p:cNvSpPr>
          <p:nvPr/>
        </p:nvSpPr>
        <p:spPr>
          <a:xfrm xmlns:a="http://schemas.openxmlformats.org/drawingml/2006/main">
            <a:off x="0" y="104775"/>
            <a:ext cx="12192000" cy="28575"/>
          </a:xfrm>
          <a:prstGeom xmlns:a="http://schemas.openxmlformats.org/drawingml/2006/main" prst="rect">
            <a:avLst/>
          </a:prstGeom>
          <a:solidFill xmlns:a="http://schemas.openxmlformats.org/drawingml/2006/main">
            <a:srgbClr val="1E83E6"/>
          </a:solidFill>
          <a:ln xmlns:a="http://schemas.openxmlformats.org/drawingml/2006/main" w="0">
            <a:solidFill>
              <a:srgbClr val="1E83E6"/>
            </a:solidFill>
          </a:ln>
        </p:spPr>
      </p:sp>
      <p:sp>
        <p:nvSpPr>
          <p:cNvPr id="4" name="">
            <a:extLst xmlns:a="http://schemas.openxmlformats.org/drawingml/2006/main">
              <a:ext uri="{FF2B5EF4-FFF2-40B4-BE49-F238E27FC236}">
                <a16:creationId xmlns:a16="http://schemas.microsoft.com/office/drawing/2014/main" id="{74C167D3-A2E0-44DB-88AF-B2A5539867B9}"/>
              </a:ext>
            </a:extLst>
          </p:cNvPr>
          <p:cNvSpPr>
            <a:spLocks xmlns:a="http://schemas.openxmlformats.org/drawingml/2006/main" noGrp="1"/>
          </p:cNvSpPr>
          <p:nvPr/>
        </p:nvSpPr>
        <p:spPr>
          <a:xfrm xmlns:a="http://schemas.openxmlformats.org/drawingml/2006/main">
            <a:off x="476250" y="285750"/>
            <a:ext cx="666750" cy="228600"/>
          </a:xfrm>
          <a:prstGeom xmlns:a="http://schemas.openxmlformats.org/drawingml/2006/main" prst="roundRect">
            <a:avLst>
              <a:gd name="adj" fmla="val 45000"/>
            </a:avLst>
          </a:prstGeom>
          <a:solidFill xmlns:a="http://schemas.openxmlformats.org/drawingml/2006/main">
            <a:srgbClr val="E8F2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0B63CE"/>
                </a:solidFill>
              </a:defRPr>
            </a:pPr>
            <a:r>
              <a:rPr sz="1050" b="1">
                <a:solidFill>
                  <a:srgbClr val="0B63CE"/>
                </a:solidFill>
              </a:rPr>
              <a:t>05</a:t>
            </a:r>
          </a:p>
        </p:txBody>
      </p:sp>
      <p:sp>
        <p:nvSpPr>
          <p:cNvPr id="5" name="">
            <a:extLst xmlns:a="http://schemas.openxmlformats.org/drawingml/2006/main">
              <a:ext uri="{FF2B5EF4-FFF2-40B4-BE49-F238E27FC236}">
                <a16:creationId xmlns:a16="http://schemas.microsoft.com/office/drawing/2014/main" id="{1E28C60F-8486-4C09-8489-9417926C5712}"/>
              </a:ext>
            </a:extLst>
          </p:cNvPr>
          <p:cNvSpPr>
            <a:spLocks xmlns:a="http://schemas.openxmlformats.org/drawingml/2006/main" noGrp="1"/>
          </p:cNvSpPr>
          <p:nvPr/>
        </p:nvSpPr>
        <p:spPr>
          <a:xfrm xmlns:a="http://schemas.openxmlformats.org/drawingml/2006/main">
            <a:off x="1285875" y="276225"/>
            <a:ext cx="80962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02033"/>
                </a:solidFill>
              </a:defRPr>
            </a:pPr>
            <a:r>
              <a:rPr sz="1800" b="1">
                <a:solidFill>
                  <a:srgbClr val="102033"/>
                </a:solidFill>
              </a:rPr>
              <a:t>关键机制二：多智能体职责化复核与授权控制</a:t>
            </a:r>
          </a:p>
        </p:txBody>
      </p:sp>
      <p:sp>
        <p:nvSpPr>
          <p:cNvPr id="6" name="">
            <a:extLst xmlns:a="http://schemas.openxmlformats.org/drawingml/2006/main">
              <a:ext uri="{FF2B5EF4-FFF2-40B4-BE49-F238E27FC236}">
                <a16:creationId xmlns:a16="http://schemas.microsoft.com/office/drawing/2014/main" id="{898649F3-424B-4134-88E1-708BB89B0E28}"/>
              </a:ext>
            </a:extLst>
          </p:cNvPr>
          <p:cNvSpPr>
            <a:spLocks xmlns:a="http://schemas.openxmlformats.org/drawingml/2006/main" noGrp="1"/>
          </p:cNvSpPr>
          <p:nvPr/>
        </p:nvSpPr>
        <p:spPr>
          <a:xfrm xmlns:a="http://schemas.openxmlformats.org/drawingml/2006/main">
            <a:off x="1285875" y="609600"/>
            <a:ext cx="80010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53657A"/>
                </a:solidFill>
              </a:defRPr>
            </a:pPr>
            <a:r>
              <a:rPr sz="938" b="0">
                <a:solidFill>
                  <a:srgbClr val="53657A"/>
                </a:solidFill>
              </a:rPr>
              <a:t>Stage B 只在低置信、高风险、多意图冲突和层级竞争样本上触发，目标是谨慎修正而非重复推理。</a:t>
            </a:r>
          </a:p>
        </p:txBody>
      </p:sp>
      <p:sp>
        <p:nvSpPr>
          <p:cNvPr id="7" name="">
            <a:extLst xmlns:a="http://schemas.openxmlformats.org/drawingml/2006/main">
              <a:ext uri="{FF2B5EF4-FFF2-40B4-BE49-F238E27FC236}">
                <a16:creationId xmlns:a16="http://schemas.microsoft.com/office/drawing/2014/main" id="{78909AE4-F13B-4967-BCD7-98C1980AAAC6}"/>
              </a:ext>
            </a:extLst>
          </p:cNvPr>
          <p:cNvSpPr>
            <a:spLocks xmlns:a="http://schemas.openxmlformats.org/drawingml/2006/main" noGrp="1"/>
          </p:cNvSpPr>
          <p:nvPr/>
        </p:nvSpPr>
        <p:spPr>
          <a:xfrm xmlns:a="http://schemas.openxmlformats.org/drawingml/2006/main">
            <a:off x="10782300" y="276225"/>
            <a:ext cx="9144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00" b="1">
                <a:solidFill>
                  <a:srgbClr val="0B63CE"/>
                </a:solidFill>
              </a:defRPr>
            </a:pPr>
            <a:r>
              <a:rPr sz="1800" b="1">
                <a:solidFill>
                  <a:srgbClr val="0B63CE"/>
                </a:solidFill>
              </a:rPr>
              <a:t>CNNIC</a:t>
            </a:r>
          </a:p>
        </p:txBody>
      </p:sp>
      <p:sp>
        <p:nvSpPr>
          <p:cNvPr id="8" name="">
            <a:extLst xmlns:a="http://schemas.openxmlformats.org/drawingml/2006/main">
              <a:ext uri="{FF2B5EF4-FFF2-40B4-BE49-F238E27FC236}">
                <a16:creationId xmlns:a16="http://schemas.microsoft.com/office/drawing/2014/main" id="{75BFD594-3ED1-435B-A3ED-FB2E1CA7C803}"/>
              </a:ext>
            </a:extLst>
          </p:cNvPr>
          <p:cNvSpPr>
            <a:spLocks xmlns:a="http://schemas.openxmlformats.org/drawingml/2006/main" noGrp="1"/>
          </p:cNvSpPr>
          <p:nvPr/>
        </p:nvSpPr>
        <p:spPr>
          <a:xfrm xmlns:a="http://schemas.openxmlformats.org/drawingml/2006/main">
            <a:off x="9906000" y="533400"/>
            <a:ext cx="17907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88" b="0">
                <a:solidFill>
                  <a:srgbClr val="53657A"/>
                </a:solidFill>
              </a:defRPr>
            </a:pPr>
            <a:r>
              <a:rPr sz="788" b="0">
                <a:solidFill>
                  <a:srgbClr val="53657A"/>
                </a:solidFill>
              </a:rPr>
              <a:t>中国互联网络信息中心</a:t>
            </a:r>
          </a:p>
        </p:txBody>
      </p:sp>
      <p:sp>
        <p:nvSpPr>
          <p:cNvPr id="9" name="">
            <a:extLst xmlns:a="http://schemas.openxmlformats.org/drawingml/2006/main">
              <a:ext uri="{FF2B5EF4-FFF2-40B4-BE49-F238E27FC236}">
                <a16:creationId xmlns:a16="http://schemas.microsoft.com/office/drawing/2014/main" id="{C7E121DE-EC6C-437A-AE4A-A861333924D2}"/>
              </a:ext>
            </a:extLst>
          </p:cNvPr>
          <p:cNvSpPr>
            <a:spLocks xmlns:a="http://schemas.openxmlformats.org/drawingml/2006/main" noGrp="1"/>
          </p:cNvSpPr>
          <p:nvPr/>
        </p:nvSpPr>
        <p:spPr>
          <a:xfrm xmlns:a="http://schemas.openxmlformats.org/drawingml/2006/main">
            <a:off x="552450" y="1162050"/>
            <a:ext cx="11087100" cy="310515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9525">
            <a:solidFill>
              <a:srgbClr val="C9DDF3"/>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a3acf16b9344e17"/>
          <a:stretch xmlns:a="http://schemas.openxmlformats.org/drawingml/2006/main"/>
        </p:blipFill>
        <p:spPr>
          <a:xfrm xmlns:a="http://schemas.openxmlformats.org/drawingml/2006/main">
            <a:off x="2238375" y="1371600"/>
            <a:ext cx="7715250" cy="25717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E5BC232-D992-422D-81D1-7BBE4C358D07}"/>
              </a:ext>
            </a:extLst>
          </p:cNvPr>
          <p:cNvSpPr>
            <a:spLocks xmlns:a="http://schemas.openxmlformats.org/drawingml/2006/main" noGrp="1"/>
          </p:cNvSpPr>
          <p:nvPr/>
        </p:nvSpPr>
        <p:spPr>
          <a:xfrm xmlns:a="http://schemas.openxmlformats.org/drawingml/2006/main">
            <a:off x="876300" y="4762500"/>
            <a:ext cx="2362200" cy="70485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11430">
            <a:solidFill>
              <a:srgbClr val="0B63CE"/>
            </a:solidFill>
          </a:ln>
        </p:spPr>
      </p:sp>
      <p:sp>
        <p:nvSpPr>
          <p:cNvPr id="12" name="">
            <a:extLst xmlns:a="http://schemas.openxmlformats.org/drawingml/2006/main">
              <a:ext uri="{FF2B5EF4-FFF2-40B4-BE49-F238E27FC236}">
                <a16:creationId xmlns:a16="http://schemas.microsoft.com/office/drawing/2014/main" id="{77947FFE-ECCE-4542-B5FB-DCF943503FEE}"/>
              </a:ext>
            </a:extLst>
          </p:cNvPr>
          <p:cNvSpPr>
            <a:spLocks xmlns:a="http://schemas.openxmlformats.org/drawingml/2006/main" noGrp="1"/>
          </p:cNvSpPr>
          <p:nvPr/>
        </p:nvSpPr>
        <p:spPr>
          <a:xfrm xmlns:a="http://schemas.openxmlformats.org/drawingml/2006/main">
            <a:off x="1047750" y="4914900"/>
            <a:ext cx="1524000"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B63CE"/>
                </a:solidFill>
              </a:defRPr>
            </a:pPr>
            <a:r>
              <a:rPr sz="1050" b="1">
                <a:solidFill>
                  <a:srgbClr val="0B63CE"/>
                </a:solidFill>
              </a:rPr>
              <a:t>DomainExpert</a:t>
            </a:r>
          </a:p>
        </p:txBody>
      </p:sp>
      <p:sp>
        <p:nvSpPr>
          <p:cNvPr id="13" name="">
            <a:extLst xmlns:a="http://schemas.openxmlformats.org/drawingml/2006/main">
              <a:ext uri="{FF2B5EF4-FFF2-40B4-BE49-F238E27FC236}">
                <a16:creationId xmlns:a16="http://schemas.microsoft.com/office/drawing/2014/main" id="{7E015506-E390-48DC-84F1-F20F10A30AB7}"/>
              </a:ext>
            </a:extLst>
          </p:cNvPr>
          <p:cNvSpPr>
            <a:spLocks xmlns:a="http://schemas.openxmlformats.org/drawingml/2006/main" noGrp="1"/>
          </p:cNvSpPr>
          <p:nvPr/>
        </p:nvSpPr>
        <p:spPr>
          <a:xfrm xmlns:a="http://schemas.openxmlformats.org/drawingml/2006/main">
            <a:off x="1047750" y="5162550"/>
            <a:ext cx="17145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102033"/>
                </a:solidFill>
              </a:defRPr>
            </a:pPr>
            <a:r>
              <a:rPr sz="938" b="0">
                <a:solidFill>
                  <a:srgbClr val="102033"/>
                </a:solidFill>
              </a:rPr>
              <a:t>任务语义匹配</a:t>
            </a:r>
          </a:p>
        </p:txBody>
      </p:sp>
      <p:sp>
        <p:nvSpPr>
          <p:cNvPr id="14" name="">
            <a:extLst xmlns:a="http://schemas.openxmlformats.org/drawingml/2006/main">
              <a:ext uri="{FF2B5EF4-FFF2-40B4-BE49-F238E27FC236}">
                <a16:creationId xmlns:a16="http://schemas.microsoft.com/office/drawing/2014/main" id="{10204CC9-2755-49B6-BF39-8E00275D2994}"/>
              </a:ext>
            </a:extLst>
          </p:cNvPr>
          <p:cNvSpPr>
            <a:spLocks xmlns:a="http://schemas.openxmlformats.org/drawingml/2006/main" noGrp="1"/>
          </p:cNvSpPr>
          <p:nvPr/>
        </p:nvSpPr>
        <p:spPr>
          <a:xfrm xmlns:a="http://schemas.openxmlformats.org/drawingml/2006/main">
            <a:off x="3581400" y="4762500"/>
            <a:ext cx="2362200" cy="70485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11430">
            <a:solidFill>
              <a:srgbClr val="E97132"/>
            </a:solidFill>
          </a:ln>
        </p:spPr>
      </p:sp>
      <p:sp>
        <p:nvSpPr>
          <p:cNvPr id="15" name="">
            <a:extLst xmlns:a="http://schemas.openxmlformats.org/drawingml/2006/main">
              <a:ext uri="{FF2B5EF4-FFF2-40B4-BE49-F238E27FC236}">
                <a16:creationId xmlns:a16="http://schemas.microsoft.com/office/drawing/2014/main" id="{261A83E4-165F-4618-86C5-551780F891F1}"/>
              </a:ext>
            </a:extLst>
          </p:cNvPr>
          <p:cNvSpPr>
            <a:spLocks xmlns:a="http://schemas.openxmlformats.org/drawingml/2006/main" noGrp="1"/>
          </p:cNvSpPr>
          <p:nvPr/>
        </p:nvSpPr>
        <p:spPr>
          <a:xfrm xmlns:a="http://schemas.openxmlformats.org/drawingml/2006/main">
            <a:off x="3752850" y="4914900"/>
            <a:ext cx="1524000"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97132"/>
                </a:solidFill>
              </a:defRPr>
            </a:pPr>
            <a:r>
              <a:rPr sz="1050" b="1">
                <a:solidFill>
                  <a:srgbClr val="E97132"/>
                </a:solidFill>
              </a:rPr>
              <a:t>GovernanceRisk</a:t>
            </a:r>
          </a:p>
        </p:txBody>
      </p:sp>
      <p:sp>
        <p:nvSpPr>
          <p:cNvPr id="16" name="">
            <a:extLst xmlns:a="http://schemas.openxmlformats.org/drawingml/2006/main">
              <a:ext uri="{FF2B5EF4-FFF2-40B4-BE49-F238E27FC236}">
                <a16:creationId xmlns:a16="http://schemas.microsoft.com/office/drawing/2014/main" id="{D2B7D69E-D3D7-4543-881D-5120033E5A8A}"/>
              </a:ext>
            </a:extLst>
          </p:cNvPr>
          <p:cNvSpPr>
            <a:spLocks xmlns:a="http://schemas.openxmlformats.org/drawingml/2006/main" noGrp="1"/>
          </p:cNvSpPr>
          <p:nvPr/>
        </p:nvSpPr>
        <p:spPr>
          <a:xfrm xmlns:a="http://schemas.openxmlformats.org/drawingml/2006/main">
            <a:off x="3752850" y="5162550"/>
            <a:ext cx="17145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102033"/>
                </a:solidFill>
              </a:defRPr>
            </a:pPr>
            <a:r>
              <a:rPr sz="938" b="0">
                <a:solidFill>
                  <a:srgbClr val="102033"/>
                </a:solidFill>
              </a:rPr>
              <a:t>治理与风险边界</a:t>
            </a:r>
          </a:p>
        </p:txBody>
      </p:sp>
      <p:sp>
        <p:nvSpPr>
          <p:cNvPr id="17" name="">
            <a:extLst xmlns:a="http://schemas.openxmlformats.org/drawingml/2006/main">
              <a:ext uri="{FF2B5EF4-FFF2-40B4-BE49-F238E27FC236}">
                <a16:creationId xmlns:a16="http://schemas.microsoft.com/office/drawing/2014/main" id="{67E3CD12-A47E-4EC0-BC27-3798EA171E97}"/>
              </a:ext>
            </a:extLst>
          </p:cNvPr>
          <p:cNvSpPr>
            <a:spLocks xmlns:a="http://schemas.openxmlformats.org/drawingml/2006/main" noGrp="1"/>
          </p:cNvSpPr>
          <p:nvPr/>
        </p:nvSpPr>
        <p:spPr>
          <a:xfrm xmlns:a="http://schemas.openxmlformats.org/drawingml/2006/main">
            <a:off x="6286500" y="4762500"/>
            <a:ext cx="2362200" cy="70485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11430">
            <a:solidFill>
              <a:srgbClr val="0E8A57"/>
            </a:solidFill>
          </a:ln>
        </p:spPr>
      </p:sp>
      <p:sp>
        <p:nvSpPr>
          <p:cNvPr id="18" name="">
            <a:extLst xmlns:a="http://schemas.openxmlformats.org/drawingml/2006/main">
              <a:ext uri="{FF2B5EF4-FFF2-40B4-BE49-F238E27FC236}">
                <a16:creationId xmlns:a16="http://schemas.microsoft.com/office/drawing/2014/main" id="{FD817566-2B30-40C3-815A-A19A4FA21E59}"/>
              </a:ext>
            </a:extLst>
          </p:cNvPr>
          <p:cNvSpPr>
            <a:spLocks xmlns:a="http://schemas.openxmlformats.org/drawingml/2006/main" noGrp="1"/>
          </p:cNvSpPr>
          <p:nvPr/>
        </p:nvSpPr>
        <p:spPr>
          <a:xfrm xmlns:a="http://schemas.openxmlformats.org/drawingml/2006/main">
            <a:off x="6457950" y="4914900"/>
            <a:ext cx="1524000"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E8A57"/>
                </a:solidFill>
              </a:defRPr>
            </a:pPr>
            <a:r>
              <a:rPr sz="1050" b="1">
                <a:solidFill>
                  <a:srgbClr val="0E8A57"/>
                </a:solidFill>
              </a:rPr>
              <a:t>HierarchyResolver</a:t>
            </a:r>
          </a:p>
        </p:txBody>
      </p:sp>
      <p:sp>
        <p:nvSpPr>
          <p:cNvPr id="19" name="">
            <a:extLst xmlns:a="http://schemas.openxmlformats.org/drawingml/2006/main">
              <a:ext uri="{FF2B5EF4-FFF2-40B4-BE49-F238E27FC236}">
                <a16:creationId xmlns:a16="http://schemas.microsoft.com/office/drawing/2014/main" id="{6FD59705-E383-4FAB-A572-97CEA491B8B4}"/>
              </a:ext>
            </a:extLst>
          </p:cNvPr>
          <p:cNvSpPr>
            <a:spLocks xmlns:a="http://schemas.openxmlformats.org/drawingml/2006/main" noGrp="1"/>
          </p:cNvSpPr>
          <p:nvPr/>
        </p:nvSpPr>
        <p:spPr>
          <a:xfrm xmlns:a="http://schemas.openxmlformats.org/drawingml/2006/main">
            <a:off x="6457950" y="5162550"/>
            <a:ext cx="17145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102033"/>
                </a:solidFill>
              </a:defRPr>
            </a:pPr>
            <a:r>
              <a:rPr sz="938" b="0">
                <a:solidFill>
                  <a:srgbClr val="102033"/>
                </a:solidFill>
              </a:rPr>
              <a:t>层级粒度冲突</a:t>
            </a:r>
          </a:p>
        </p:txBody>
      </p:sp>
      <p:sp>
        <p:nvSpPr>
          <p:cNvPr id="20" name="">
            <a:extLst xmlns:a="http://schemas.openxmlformats.org/drawingml/2006/main">
              <a:ext uri="{FF2B5EF4-FFF2-40B4-BE49-F238E27FC236}">
                <a16:creationId xmlns:a16="http://schemas.microsoft.com/office/drawing/2014/main" id="{92F325B4-F5A4-4E84-84DB-A68960586FD4}"/>
              </a:ext>
            </a:extLst>
          </p:cNvPr>
          <p:cNvSpPr>
            <a:spLocks xmlns:a="http://schemas.openxmlformats.org/drawingml/2006/main" noGrp="1"/>
          </p:cNvSpPr>
          <p:nvPr/>
        </p:nvSpPr>
        <p:spPr>
          <a:xfrm xmlns:a="http://schemas.openxmlformats.org/drawingml/2006/main">
            <a:off x="8991600" y="4762500"/>
            <a:ext cx="2362200" cy="70485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11430">
            <a:solidFill>
              <a:srgbClr val="6B49C8"/>
            </a:solidFill>
          </a:ln>
        </p:spPr>
      </p:sp>
      <p:sp>
        <p:nvSpPr>
          <p:cNvPr id="21" name="">
            <a:extLst xmlns:a="http://schemas.openxmlformats.org/drawingml/2006/main">
              <a:ext uri="{FF2B5EF4-FFF2-40B4-BE49-F238E27FC236}">
                <a16:creationId xmlns:a16="http://schemas.microsoft.com/office/drawing/2014/main" id="{906855F2-DAD6-4194-B2FE-3B5C46D33204}"/>
              </a:ext>
            </a:extLst>
          </p:cNvPr>
          <p:cNvSpPr>
            <a:spLocks xmlns:a="http://schemas.openxmlformats.org/drawingml/2006/main" noGrp="1"/>
          </p:cNvSpPr>
          <p:nvPr/>
        </p:nvSpPr>
        <p:spPr>
          <a:xfrm xmlns:a="http://schemas.openxmlformats.org/drawingml/2006/main">
            <a:off x="9163050" y="4914900"/>
            <a:ext cx="1524000"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6B49C8"/>
                </a:solidFill>
              </a:defRPr>
            </a:pPr>
            <a:r>
              <a:rPr sz="1050" b="1">
                <a:solidFill>
                  <a:srgbClr val="6B49C8"/>
                </a:solidFill>
              </a:rPr>
              <a:t>UserPreference</a:t>
            </a:r>
          </a:p>
        </p:txBody>
      </p:sp>
      <p:sp>
        <p:nvSpPr>
          <p:cNvPr id="22" name="">
            <a:extLst xmlns:a="http://schemas.openxmlformats.org/drawingml/2006/main">
              <a:ext uri="{FF2B5EF4-FFF2-40B4-BE49-F238E27FC236}">
                <a16:creationId xmlns:a16="http://schemas.microsoft.com/office/drawing/2014/main" id="{CFD3B2ED-250C-40F8-B3A7-47C3199F4679}"/>
              </a:ext>
            </a:extLst>
          </p:cNvPr>
          <p:cNvSpPr>
            <a:spLocks xmlns:a="http://schemas.openxmlformats.org/drawingml/2006/main" noGrp="1"/>
          </p:cNvSpPr>
          <p:nvPr/>
        </p:nvSpPr>
        <p:spPr>
          <a:xfrm xmlns:a="http://schemas.openxmlformats.org/drawingml/2006/main">
            <a:off x="9163050" y="5162550"/>
            <a:ext cx="17145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102033"/>
                </a:solidFill>
              </a:defRPr>
            </a:pPr>
            <a:r>
              <a:rPr sz="938" b="0">
                <a:solidFill>
                  <a:srgbClr val="102033"/>
                </a:solidFill>
              </a:rPr>
              <a:t>主次意图拆分</a:t>
            </a:r>
          </a:p>
        </p:txBody>
      </p:sp>
      <p:sp>
        <p:nvSpPr>
          <p:cNvPr id="23" name="">
            <a:extLst xmlns:a="http://schemas.openxmlformats.org/drawingml/2006/main">
              <a:ext uri="{FF2B5EF4-FFF2-40B4-BE49-F238E27FC236}">
                <a16:creationId xmlns:a16="http://schemas.microsoft.com/office/drawing/2014/main" id="{51AD6263-9070-488B-9B21-B6DF90CFE91F}"/>
              </a:ext>
            </a:extLst>
          </p:cNvPr>
          <p:cNvSpPr>
            <a:spLocks xmlns:a="http://schemas.openxmlformats.org/drawingml/2006/main" noGrp="1"/>
          </p:cNvSpPr>
          <p:nvPr/>
        </p:nvSpPr>
        <p:spPr>
          <a:xfrm xmlns:a="http://schemas.openxmlformats.org/drawingml/2006/main">
            <a:off x="876300" y="5829300"/>
            <a:ext cx="72390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63" b="1">
                <a:solidFill>
                  <a:srgbClr val="102033"/>
                </a:solidFill>
              </a:defRPr>
            </a:pPr>
            <a:r>
              <a:rPr sz="1163" b="1">
                <a:solidFill>
                  <a:srgbClr val="102033"/>
                </a:solidFill>
              </a:rPr>
              <a:t>复核输出不会突破候选边界；改判需要具备明确证据、授权依据和最终日志匹配。</a:t>
            </a:r>
          </a:p>
        </p:txBody>
      </p:sp>
      <p:sp>
        <p:nvSpPr>
          <p:cNvPr id="24" name="">
            <a:extLst xmlns:a="http://schemas.openxmlformats.org/drawingml/2006/main">
              <a:ext uri="{FF2B5EF4-FFF2-40B4-BE49-F238E27FC236}">
                <a16:creationId xmlns:a16="http://schemas.microsoft.com/office/drawing/2014/main" id="{51C16500-4F3B-457E-8DF0-8883AD10E0B6}"/>
              </a:ext>
            </a:extLst>
          </p:cNvPr>
          <p:cNvSpPr>
            <a:spLocks xmlns:a="http://schemas.openxmlformats.org/drawingml/2006/main" noGrp="1"/>
          </p:cNvSpPr>
          <p:nvPr/>
        </p:nvSpPr>
        <p:spPr>
          <a:xfrm xmlns:a="http://schemas.openxmlformats.org/drawingml/2006/main">
            <a:off x="876300" y="6115050"/>
            <a:ext cx="8096250"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53657A"/>
                </a:solidFill>
              </a:defRPr>
            </a:pPr>
            <a:r>
              <a:rPr sz="938" b="0">
                <a:solidFill>
                  <a:srgbClr val="53657A"/>
                </a:solidFill>
              </a:rPr>
              <a:t>这种设计使协作收益来自职责分工、结构化证据和改判控制的组合，而不是简单增加调用轮次。</a:t>
            </a:r>
          </a:p>
        </p:txBody>
      </p:sp>
      <p:sp>
        <p:nvSpPr>
          <p:cNvPr id="25" name="">
            <a:extLst xmlns:a="http://schemas.openxmlformats.org/drawingml/2006/main">
              <a:ext uri="{FF2B5EF4-FFF2-40B4-BE49-F238E27FC236}">
                <a16:creationId xmlns:a16="http://schemas.microsoft.com/office/drawing/2014/main" id="{629AA192-3907-4307-B07B-04355B586DC6}"/>
              </a:ext>
            </a:extLst>
          </p:cNvPr>
          <p:cNvSpPr>
            <a:spLocks xmlns:a="http://schemas.openxmlformats.org/drawingml/2006/main" noGrp="1"/>
          </p:cNvSpPr>
          <p:nvPr/>
        </p:nvSpPr>
        <p:spPr>
          <a:xfrm xmlns:a="http://schemas.openxmlformats.org/drawingml/2006/main">
            <a:off x="476250" y="6457950"/>
            <a:ext cx="8572500" cy="9525"/>
          </a:xfrm>
          <a:prstGeom xmlns:a="http://schemas.openxmlformats.org/drawingml/2006/main" prst="rect">
            <a:avLst/>
          </a:prstGeom>
          <a:solidFill xmlns:a="http://schemas.openxmlformats.org/drawingml/2006/main">
            <a:srgbClr val="E4EDF8"/>
          </a:solidFill>
          <a:ln xmlns:a="http://schemas.openxmlformats.org/drawingml/2006/main" w="0">
            <a:solidFill>
              <a:srgbClr val="E4EDF8"/>
            </a:solidFill>
          </a:ln>
        </p:spPr>
      </p:sp>
      <p:sp>
        <p:nvSpPr>
          <p:cNvPr id="26" name="">
            <a:extLst xmlns:a="http://schemas.openxmlformats.org/drawingml/2006/main">
              <a:ext uri="{FF2B5EF4-FFF2-40B4-BE49-F238E27FC236}">
                <a16:creationId xmlns:a16="http://schemas.microsoft.com/office/drawing/2014/main" id="{A30B83A0-E349-47D6-B30F-F13E372E954E}"/>
              </a:ext>
            </a:extLst>
          </p:cNvPr>
          <p:cNvSpPr>
            <a:spLocks xmlns:a="http://schemas.openxmlformats.org/drawingml/2006/main" noGrp="1"/>
          </p:cNvSpPr>
          <p:nvPr/>
        </p:nvSpPr>
        <p:spPr>
          <a:xfrm xmlns:a="http://schemas.openxmlformats.org/drawingml/2006/main">
            <a:off x="476250" y="6553200"/>
            <a:ext cx="5905500" cy="1333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675" b="0">
                <a:solidFill>
                  <a:srgbClr val="8394A8"/>
                </a:solidFill>
              </a:defRPr>
            </a:pPr>
            <a:r>
              <a:rPr sz="675" b="0">
                <a:solidFill>
                  <a:srgbClr val="8394A8"/>
                </a:solidFill>
              </a:rPr>
              <a:t>面向互联网基础资源的大模型多智能体协作与可信认知标识技术研究</a:t>
            </a:r>
          </a:p>
        </p:txBody>
      </p:sp>
      <p:sp>
        <p:nvSpPr>
          <p:cNvPr id="27" name="">
            <a:extLst xmlns:a="http://schemas.openxmlformats.org/drawingml/2006/main">
              <a:ext uri="{FF2B5EF4-FFF2-40B4-BE49-F238E27FC236}">
                <a16:creationId xmlns:a16="http://schemas.microsoft.com/office/drawing/2014/main" id="{81412410-AF73-4665-B835-262792787D25}"/>
              </a:ext>
            </a:extLst>
          </p:cNvPr>
          <p:cNvSpPr>
            <a:spLocks xmlns:a="http://schemas.openxmlformats.org/drawingml/2006/main" noGrp="1"/>
          </p:cNvSpPr>
          <p:nvPr/>
        </p:nvSpPr>
        <p:spPr>
          <a:xfrm xmlns:a="http://schemas.openxmlformats.org/drawingml/2006/main">
            <a:off x="11382375" y="6515100"/>
            <a:ext cx="3238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0">
                <a:solidFill>
                  <a:srgbClr val="8394A8"/>
                </a:solidFill>
              </a:defRPr>
            </a:pPr>
            <a:r>
              <a:rPr sz="750" b="0">
                <a:solidFill>
                  <a:srgbClr val="8394A8"/>
                </a:solidFill>
              </a:rPr>
              <a:t>07</a:t>
            </a:r>
          </a:p>
        </p:txBody>
      </p:sp>
    </p:spTree>
    <p:extLst>
      <p:ext uri="{BB962C8B-B14F-4D97-AF65-F5344CB8AC3E}">
        <p14:creationId xmlns:p14="http://schemas.microsoft.com/office/powerpoint/2010/main" val="143821153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ce99277d82b2435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854B8C5-B042-43A2-8CFA-994D8186834F}"/>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082B6D"/>
          </a:solidFill>
          <a:ln xmlns:a="http://schemas.openxmlformats.org/drawingml/2006/main" w="0">
            <a:solidFill>
              <a:srgbClr val="082B6D"/>
            </a:solidFill>
          </a:ln>
        </p:spPr>
      </p:sp>
      <p:sp>
        <p:nvSpPr>
          <p:cNvPr id="3" name="">
            <a:extLst xmlns:a="http://schemas.openxmlformats.org/drawingml/2006/main">
              <a:ext uri="{FF2B5EF4-FFF2-40B4-BE49-F238E27FC236}">
                <a16:creationId xmlns:a16="http://schemas.microsoft.com/office/drawing/2014/main" id="{C5E70052-B344-48BC-B031-A660BE0A7D2E}"/>
              </a:ext>
            </a:extLst>
          </p:cNvPr>
          <p:cNvSpPr>
            <a:spLocks xmlns:a="http://schemas.openxmlformats.org/drawingml/2006/main" noGrp="1"/>
          </p:cNvSpPr>
          <p:nvPr/>
        </p:nvSpPr>
        <p:spPr>
          <a:xfrm xmlns:a="http://schemas.openxmlformats.org/drawingml/2006/main">
            <a:off x="0" y="104775"/>
            <a:ext cx="12192000" cy="28575"/>
          </a:xfrm>
          <a:prstGeom xmlns:a="http://schemas.openxmlformats.org/drawingml/2006/main" prst="rect">
            <a:avLst/>
          </a:prstGeom>
          <a:solidFill xmlns:a="http://schemas.openxmlformats.org/drawingml/2006/main">
            <a:srgbClr val="1E83E6"/>
          </a:solidFill>
          <a:ln xmlns:a="http://schemas.openxmlformats.org/drawingml/2006/main" w="0">
            <a:solidFill>
              <a:srgbClr val="1E83E6"/>
            </a:solidFill>
          </a:ln>
        </p:spPr>
      </p:sp>
      <p:sp>
        <p:nvSpPr>
          <p:cNvPr id="4" name="">
            <a:extLst xmlns:a="http://schemas.openxmlformats.org/drawingml/2006/main">
              <a:ext uri="{FF2B5EF4-FFF2-40B4-BE49-F238E27FC236}">
                <a16:creationId xmlns:a16="http://schemas.microsoft.com/office/drawing/2014/main" id="{8A790F0F-5EBC-4C56-AA99-6F1A31F48DAF}"/>
              </a:ext>
            </a:extLst>
          </p:cNvPr>
          <p:cNvSpPr>
            <a:spLocks xmlns:a="http://schemas.openxmlformats.org/drawingml/2006/main" noGrp="1"/>
          </p:cNvSpPr>
          <p:nvPr/>
        </p:nvSpPr>
        <p:spPr>
          <a:xfrm xmlns:a="http://schemas.openxmlformats.org/drawingml/2006/main">
            <a:off x="476250" y="285750"/>
            <a:ext cx="666750" cy="228600"/>
          </a:xfrm>
          <a:prstGeom xmlns:a="http://schemas.openxmlformats.org/drawingml/2006/main" prst="roundRect">
            <a:avLst>
              <a:gd name="adj" fmla="val 45000"/>
            </a:avLst>
          </a:prstGeom>
          <a:solidFill xmlns:a="http://schemas.openxmlformats.org/drawingml/2006/main">
            <a:srgbClr val="E8F2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0B63CE"/>
                </a:solidFill>
              </a:defRPr>
            </a:pPr>
            <a:r>
              <a:rPr sz="1050" b="1">
                <a:solidFill>
                  <a:srgbClr val="0B63CE"/>
                </a:solidFill>
              </a:rPr>
              <a:t>06</a:t>
            </a:r>
          </a:p>
        </p:txBody>
      </p:sp>
      <p:sp>
        <p:nvSpPr>
          <p:cNvPr id="5" name="">
            <a:extLst xmlns:a="http://schemas.openxmlformats.org/drawingml/2006/main">
              <a:ext uri="{FF2B5EF4-FFF2-40B4-BE49-F238E27FC236}">
                <a16:creationId xmlns:a16="http://schemas.microsoft.com/office/drawing/2014/main" id="{AFEBBC0A-8B85-4214-ACDC-3FAC11D02C5C}"/>
              </a:ext>
            </a:extLst>
          </p:cNvPr>
          <p:cNvSpPr>
            <a:spLocks xmlns:a="http://schemas.openxmlformats.org/drawingml/2006/main" noGrp="1"/>
          </p:cNvSpPr>
          <p:nvPr/>
        </p:nvSpPr>
        <p:spPr>
          <a:xfrm xmlns:a="http://schemas.openxmlformats.org/drawingml/2006/main">
            <a:off x="1285875" y="276225"/>
            <a:ext cx="80962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02033"/>
                </a:solidFill>
              </a:defRPr>
            </a:pPr>
            <a:r>
              <a:rPr sz="1800" b="1">
                <a:solidFill>
                  <a:srgbClr val="102033"/>
                </a:solidFill>
              </a:rPr>
              <a:t>关键机制三：可信认知标识落到可回放、可归因、可审计轨迹</a:t>
            </a:r>
          </a:p>
        </p:txBody>
      </p:sp>
      <p:sp>
        <p:nvSpPr>
          <p:cNvPr id="6" name="">
            <a:extLst xmlns:a="http://schemas.openxmlformats.org/drawingml/2006/main">
              <a:ext uri="{FF2B5EF4-FFF2-40B4-BE49-F238E27FC236}">
                <a16:creationId xmlns:a16="http://schemas.microsoft.com/office/drawing/2014/main" id="{20975582-659B-452E-8184-B09B866EE5CC}"/>
              </a:ext>
            </a:extLst>
          </p:cNvPr>
          <p:cNvSpPr>
            <a:spLocks xmlns:a="http://schemas.openxmlformats.org/drawingml/2006/main" noGrp="1"/>
          </p:cNvSpPr>
          <p:nvPr/>
        </p:nvSpPr>
        <p:spPr>
          <a:xfrm xmlns:a="http://schemas.openxmlformats.org/drawingml/2006/main">
            <a:off x="1285875" y="609600"/>
            <a:ext cx="80010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53657A"/>
                </a:solidFill>
              </a:defRPr>
            </a:pPr>
            <a:r>
              <a:rPr sz="938" b="0">
                <a:solidFill>
                  <a:srgbClr val="53657A"/>
                </a:solidFill>
              </a:rPr>
              <a:t>当前阶段将可信定位为工程可审计能力，保留身份、行为和证据链结构，为后续增强校验预留接口。</a:t>
            </a:r>
          </a:p>
        </p:txBody>
      </p:sp>
      <p:sp>
        <p:nvSpPr>
          <p:cNvPr id="7" name="">
            <a:extLst xmlns:a="http://schemas.openxmlformats.org/drawingml/2006/main">
              <a:ext uri="{FF2B5EF4-FFF2-40B4-BE49-F238E27FC236}">
                <a16:creationId xmlns:a16="http://schemas.microsoft.com/office/drawing/2014/main" id="{7A995D20-EAD7-41CD-81D3-881302D44633}"/>
              </a:ext>
            </a:extLst>
          </p:cNvPr>
          <p:cNvSpPr>
            <a:spLocks xmlns:a="http://schemas.openxmlformats.org/drawingml/2006/main" noGrp="1"/>
          </p:cNvSpPr>
          <p:nvPr/>
        </p:nvSpPr>
        <p:spPr>
          <a:xfrm xmlns:a="http://schemas.openxmlformats.org/drawingml/2006/main">
            <a:off x="10782300" y="276225"/>
            <a:ext cx="9144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00" b="1">
                <a:solidFill>
                  <a:srgbClr val="0B63CE"/>
                </a:solidFill>
              </a:defRPr>
            </a:pPr>
            <a:r>
              <a:rPr sz="1800" b="1">
                <a:solidFill>
                  <a:srgbClr val="0B63CE"/>
                </a:solidFill>
              </a:rPr>
              <a:t>CNNIC</a:t>
            </a:r>
          </a:p>
        </p:txBody>
      </p:sp>
      <p:sp>
        <p:nvSpPr>
          <p:cNvPr id="8" name="">
            <a:extLst xmlns:a="http://schemas.openxmlformats.org/drawingml/2006/main">
              <a:ext uri="{FF2B5EF4-FFF2-40B4-BE49-F238E27FC236}">
                <a16:creationId xmlns:a16="http://schemas.microsoft.com/office/drawing/2014/main" id="{D8CAE1DB-E896-4E78-8601-F42164978FD3}"/>
              </a:ext>
            </a:extLst>
          </p:cNvPr>
          <p:cNvSpPr>
            <a:spLocks xmlns:a="http://schemas.openxmlformats.org/drawingml/2006/main" noGrp="1"/>
          </p:cNvSpPr>
          <p:nvPr/>
        </p:nvSpPr>
        <p:spPr>
          <a:xfrm xmlns:a="http://schemas.openxmlformats.org/drawingml/2006/main">
            <a:off x="9906000" y="533400"/>
            <a:ext cx="17907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88" b="0">
                <a:solidFill>
                  <a:srgbClr val="53657A"/>
                </a:solidFill>
              </a:defRPr>
            </a:pPr>
            <a:r>
              <a:rPr sz="788" b="0">
                <a:solidFill>
                  <a:srgbClr val="53657A"/>
                </a:solidFill>
              </a:rPr>
              <a:t>中国互联网络信息中心</a:t>
            </a:r>
          </a:p>
        </p:txBody>
      </p:sp>
      <p:sp>
        <p:nvSpPr>
          <p:cNvPr id="9" name="">
            <a:extLst xmlns:a="http://schemas.openxmlformats.org/drawingml/2006/main">
              <a:ext uri="{FF2B5EF4-FFF2-40B4-BE49-F238E27FC236}">
                <a16:creationId xmlns:a16="http://schemas.microsoft.com/office/drawing/2014/main" id="{ACA53F98-3F75-44BC-8102-2E8B458AF60C}"/>
              </a:ext>
            </a:extLst>
          </p:cNvPr>
          <p:cNvSpPr>
            <a:spLocks xmlns:a="http://schemas.openxmlformats.org/drawingml/2006/main" noGrp="1"/>
          </p:cNvSpPr>
          <p:nvPr/>
        </p:nvSpPr>
        <p:spPr>
          <a:xfrm xmlns:a="http://schemas.openxmlformats.org/drawingml/2006/main">
            <a:off x="1238250" y="2457450"/>
            <a:ext cx="8953500" cy="28575"/>
          </a:xfrm>
          <a:prstGeom xmlns:a="http://schemas.openxmlformats.org/drawingml/2006/main" prst="rect">
            <a:avLst/>
          </a:prstGeom>
          <a:solidFill xmlns:a="http://schemas.openxmlformats.org/drawingml/2006/main">
            <a:srgbClr val="B9D3EE"/>
          </a:solidFill>
          <a:ln xmlns:a="http://schemas.openxmlformats.org/drawingml/2006/main" w="0">
            <a:solidFill>
              <a:srgbClr val="B9D3EE"/>
            </a:solidFill>
          </a:ln>
        </p:spPr>
      </p:sp>
      <p:sp>
        <p:nvSpPr>
          <p:cNvPr id="10" name="">
            <a:extLst xmlns:a="http://schemas.openxmlformats.org/drawingml/2006/main">
              <a:ext uri="{FF2B5EF4-FFF2-40B4-BE49-F238E27FC236}">
                <a16:creationId xmlns:a16="http://schemas.microsoft.com/office/drawing/2014/main" id="{0FF964BC-DFD4-42E2-97EF-514DA8979A0F}"/>
              </a:ext>
            </a:extLst>
          </p:cNvPr>
          <p:cNvSpPr>
            <a:spLocks xmlns:a="http://schemas.openxmlformats.org/drawingml/2006/main" noGrp="1"/>
          </p:cNvSpPr>
          <p:nvPr/>
        </p:nvSpPr>
        <p:spPr>
          <a:xfrm xmlns:a="http://schemas.openxmlformats.org/drawingml/2006/main">
            <a:off x="1095375" y="2181225"/>
            <a:ext cx="552450" cy="552450"/>
          </a:xfrm>
          <a:prstGeom xmlns:a="http://schemas.openxmlformats.org/drawingml/2006/main" prst="ellipse">
            <a:avLst/>
          </a:prstGeom>
          <a:solidFill xmlns:a="http://schemas.openxmlformats.org/drawingml/2006/main">
            <a:srgbClr val="0B63CE"/>
          </a:solidFill>
          <a:ln xmlns:a="http://schemas.openxmlformats.org/drawingml/2006/main" w="0">
            <a:solidFill>
              <a:srgbClr val="0B63CE"/>
            </a:solidFill>
          </a:ln>
        </p:spPr>
      </p:sp>
      <p:sp>
        <p:nvSpPr>
          <p:cNvPr id="11" name="">
            <a:extLst xmlns:a="http://schemas.openxmlformats.org/drawingml/2006/main">
              <a:ext uri="{FF2B5EF4-FFF2-40B4-BE49-F238E27FC236}">
                <a16:creationId xmlns:a16="http://schemas.microsoft.com/office/drawing/2014/main" id="{772CE55E-C502-487A-8100-0C259FB5DDC1}"/>
              </a:ext>
            </a:extLst>
          </p:cNvPr>
          <p:cNvSpPr>
            <a:spLocks xmlns:a="http://schemas.openxmlformats.org/drawingml/2006/main" noGrp="1"/>
          </p:cNvSpPr>
          <p:nvPr/>
        </p:nvSpPr>
        <p:spPr>
          <a:xfrm xmlns:a="http://schemas.openxmlformats.org/drawingml/2006/main">
            <a:off x="1219200" y="2295525"/>
            <a:ext cx="3048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defRPr>
            </a:pPr>
            <a:r>
              <a:rPr sz="1200" b="1">
                <a:solidFill>
                  <a:srgbClr val="FFFFFF"/>
                </a:solidFill>
              </a:rPr>
              <a:t>1</a:t>
            </a:r>
          </a:p>
        </p:txBody>
      </p:sp>
      <p:sp>
        <p:nvSpPr>
          <p:cNvPr id="12" name="">
            <a:extLst xmlns:a="http://schemas.openxmlformats.org/drawingml/2006/main">
              <a:ext uri="{FF2B5EF4-FFF2-40B4-BE49-F238E27FC236}">
                <a16:creationId xmlns:a16="http://schemas.microsoft.com/office/drawing/2014/main" id="{D14BC62B-D18A-44E2-8832-93AD9CB9AAF8}"/>
              </a:ext>
            </a:extLst>
          </p:cNvPr>
          <p:cNvSpPr>
            <a:spLocks xmlns:a="http://schemas.openxmlformats.org/drawingml/2006/main" noGrp="1"/>
          </p:cNvSpPr>
          <p:nvPr/>
        </p:nvSpPr>
        <p:spPr>
          <a:xfrm xmlns:a="http://schemas.openxmlformats.org/drawingml/2006/main">
            <a:off x="876300" y="2905125"/>
            <a:ext cx="1000125"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02033"/>
                </a:solidFill>
              </a:defRPr>
            </a:pPr>
            <a:r>
              <a:rPr sz="1200" b="1">
                <a:solidFill>
                  <a:srgbClr val="102033"/>
                </a:solidFill>
              </a:rPr>
              <a:t>源站快照</a:t>
            </a:r>
          </a:p>
        </p:txBody>
      </p:sp>
      <p:sp>
        <p:nvSpPr>
          <p:cNvPr id="13" name="">
            <a:extLst xmlns:a="http://schemas.openxmlformats.org/drawingml/2006/main">
              <a:ext uri="{FF2B5EF4-FFF2-40B4-BE49-F238E27FC236}">
                <a16:creationId xmlns:a16="http://schemas.microsoft.com/office/drawing/2014/main" id="{82F0F3E4-C6C4-4A85-8CD6-0DF6BE6CBF8E}"/>
              </a:ext>
            </a:extLst>
          </p:cNvPr>
          <p:cNvSpPr>
            <a:spLocks xmlns:a="http://schemas.openxmlformats.org/drawingml/2006/main" noGrp="1"/>
          </p:cNvSpPr>
          <p:nvPr/>
        </p:nvSpPr>
        <p:spPr>
          <a:xfrm xmlns:a="http://schemas.openxmlformats.org/drawingml/2006/main">
            <a:off x="704850" y="3181350"/>
            <a:ext cx="13525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10" b="0">
                <a:solidFill>
                  <a:srgbClr val="53657A"/>
                </a:solidFill>
              </a:defRPr>
            </a:pPr>
            <a:r>
              <a:rPr sz="810" b="0">
                <a:solidFill>
                  <a:srgbClr val="53657A"/>
                </a:solidFill>
              </a:rPr>
              <a:t>candidate snapshot</a:t>
            </a:r>
          </a:p>
        </p:txBody>
      </p:sp>
      <p:sp>
        <p:nvSpPr>
          <p:cNvPr id="14" name="">
            <a:extLst xmlns:a="http://schemas.openxmlformats.org/drawingml/2006/main">
              <a:ext uri="{FF2B5EF4-FFF2-40B4-BE49-F238E27FC236}">
                <a16:creationId xmlns:a16="http://schemas.microsoft.com/office/drawing/2014/main" id="{5853CB83-8D31-4F63-95DF-E5CD46E0A574}"/>
              </a:ext>
            </a:extLst>
          </p:cNvPr>
          <p:cNvSpPr>
            <a:spLocks xmlns:a="http://schemas.openxmlformats.org/drawingml/2006/main" noGrp="1"/>
          </p:cNvSpPr>
          <p:nvPr/>
        </p:nvSpPr>
        <p:spPr>
          <a:xfrm xmlns:a="http://schemas.openxmlformats.org/drawingml/2006/main">
            <a:off x="3333750" y="2181225"/>
            <a:ext cx="552450" cy="552450"/>
          </a:xfrm>
          <a:prstGeom xmlns:a="http://schemas.openxmlformats.org/drawingml/2006/main" prst="ellipse">
            <a:avLst/>
          </a:prstGeom>
          <a:solidFill xmlns:a="http://schemas.openxmlformats.org/drawingml/2006/main">
            <a:srgbClr val="0E8A57"/>
          </a:solidFill>
          <a:ln xmlns:a="http://schemas.openxmlformats.org/drawingml/2006/main" w="0">
            <a:solidFill>
              <a:srgbClr val="0E8A57"/>
            </a:solidFill>
          </a:ln>
        </p:spPr>
      </p:sp>
      <p:sp>
        <p:nvSpPr>
          <p:cNvPr id="15" name="">
            <a:extLst xmlns:a="http://schemas.openxmlformats.org/drawingml/2006/main">
              <a:ext uri="{FF2B5EF4-FFF2-40B4-BE49-F238E27FC236}">
                <a16:creationId xmlns:a16="http://schemas.microsoft.com/office/drawing/2014/main" id="{36794321-EF17-40CF-A2F9-5FC5C6D1E30A}"/>
              </a:ext>
            </a:extLst>
          </p:cNvPr>
          <p:cNvSpPr>
            <a:spLocks xmlns:a="http://schemas.openxmlformats.org/drawingml/2006/main" noGrp="1"/>
          </p:cNvSpPr>
          <p:nvPr/>
        </p:nvSpPr>
        <p:spPr>
          <a:xfrm xmlns:a="http://schemas.openxmlformats.org/drawingml/2006/main">
            <a:off x="3457575" y="2295525"/>
            <a:ext cx="3048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defRPr>
            </a:pPr>
            <a:r>
              <a:rPr sz="1200" b="1">
                <a:solidFill>
                  <a:srgbClr val="FFFFFF"/>
                </a:solidFill>
              </a:rPr>
              <a:t>2</a:t>
            </a:r>
          </a:p>
        </p:txBody>
      </p:sp>
      <p:sp>
        <p:nvSpPr>
          <p:cNvPr id="16" name="">
            <a:extLst xmlns:a="http://schemas.openxmlformats.org/drawingml/2006/main">
              <a:ext uri="{FF2B5EF4-FFF2-40B4-BE49-F238E27FC236}">
                <a16:creationId xmlns:a16="http://schemas.microsoft.com/office/drawing/2014/main" id="{F2C761AC-617D-4F42-96CA-E77E6696A8B1}"/>
              </a:ext>
            </a:extLst>
          </p:cNvPr>
          <p:cNvSpPr>
            <a:spLocks xmlns:a="http://schemas.openxmlformats.org/drawingml/2006/main" noGrp="1"/>
          </p:cNvSpPr>
          <p:nvPr/>
        </p:nvSpPr>
        <p:spPr>
          <a:xfrm xmlns:a="http://schemas.openxmlformats.org/drawingml/2006/main">
            <a:off x="3114675" y="2905125"/>
            <a:ext cx="1000125"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02033"/>
                </a:solidFill>
              </a:defRPr>
            </a:pPr>
            <a:r>
              <a:rPr sz="1200" b="1">
                <a:solidFill>
                  <a:srgbClr val="102033"/>
                </a:solidFill>
              </a:rPr>
              <a:t>语义摘要</a:t>
            </a:r>
          </a:p>
        </p:txBody>
      </p:sp>
      <p:sp>
        <p:nvSpPr>
          <p:cNvPr id="17" name="">
            <a:extLst xmlns:a="http://schemas.openxmlformats.org/drawingml/2006/main">
              <a:ext uri="{FF2B5EF4-FFF2-40B4-BE49-F238E27FC236}">
                <a16:creationId xmlns:a16="http://schemas.microsoft.com/office/drawing/2014/main" id="{1D54D8D5-1EB5-442A-8140-13AD164B7222}"/>
              </a:ext>
            </a:extLst>
          </p:cNvPr>
          <p:cNvSpPr>
            <a:spLocks xmlns:a="http://schemas.openxmlformats.org/drawingml/2006/main" noGrp="1"/>
          </p:cNvSpPr>
          <p:nvPr/>
        </p:nvSpPr>
        <p:spPr>
          <a:xfrm xmlns:a="http://schemas.openxmlformats.org/drawingml/2006/main">
            <a:off x="2943225" y="3181350"/>
            <a:ext cx="13525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10" b="0">
                <a:solidFill>
                  <a:srgbClr val="53657A"/>
                </a:solidFill>
              </a:defRPr>
            </a:pPr>
            <a:r>
              <a:rPr sz="810" b="0">
                <a:solidFill>
                  <a:srgbClr val="53657A"/>
                </a:solidFill>
              </a:rPr>
              <a:t>uncertainty packet</a:t>
            </a:r>
          </a:p>
        </p:txBody>
      </p:sp>
      <p:sp>
        <p:nvSpPr>
          <p:cNvPr id="18" name="">
            <a:extLst xmlns:a="http://schemas.openxmlformats.org/drawingml/2006/main">
              <a:ext uri="{FF2B5EF4-FFF2-40B4-BE49-F238E27FC236}">
                <a16:creationId xmlns:a16="http://schemas.microsoft.com/office/drawing/2014/main" id="{69D1049A-D242-495F-ACD9-9089A8522D05}"/>
              </a:ext>
            </a:extLst>
          </p:cNvPr>
          <p:cNvSpPr>
            <a:spLocks xmlns:a="http://schemas.openxmlformats.org/drawingml/2006/main" noGrp="1"/>
          </p:cNvSpPr>
          <p:nvPr/>
        </p:nvSpPr>
        <p:spPr>
          <a:xfrm xmlns:a="http://schemas.openxmlformats.org/drawingml/2006/main">
            <a:off x="5572125" y="2181225"/>
            <a:ext cx="552450" cy="552450"/>
          </a:xfrm>
          <a:prstGeom xmlns:a="http://schemas.openxmlformats.org/drawingml/2006/main" prst="ellipse">
            <a:avLst/>
          </a:prstGeom>
          <a:solidFill xmlns:a="http://schemas.openxmlformats.org/drawingml/2006/main">
            <a:srgbClr val="E97132"/>
          </a:solidFill>
          <a:ln xmlns:a="http://schemas.openxmlformats.org/drawingml/2006/main" w="0">
            <a:solidFill>
              <a:srgbClr val="E97132"/>
            </a:solidFill>
          </a:ln>
        </p:spPr>
      </p:sp>
      <p:sp>
        <p:nvSpPr>
          <p:cNvPr id="19" name="">
            <a:extLst xmlns:a="http://schemas.openxmlformats.org/drawingml/2006/main">
              <a:ext uri="{FF2B5EF4-FFF2-40B4-BE49-F238E27FC236}">
                <a16:creationId xmlns:a16="http://schemas.microsoft.com/office/drawing/2014/main" id="{5370EDD4-66BF-4106-8EC4-BA2363E5E41F}"/>
              </a:ext>
            </a:extLst>
          </p:cNvPr>
          <p:cNvSpPr>
            <a:spLocks xmlns:a="http://schemas.openxmlformats.org/drawingml/2006/main" noGrp="1"/>
          </p:cNvSpPr>
          <p:nvPr/>
        </p:nvSpPr>
        <p:spPr>
          <a:xfrm xmlns:a="http://schemas.openxmlformats.org/drawingml/2006/main">
            <a:off x="5695950" y="2295525"/>
            <a:ext cx="3048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defRPr>
            </a:pPr>
            <a:r>
              <a:rPr sz="1200" b="1">
                <a:solidFill>
                  <a:srgbClr val="FFFFFF"/>
                </a:solidFill>
              </a:rPr>
              <a:t>3</a:t>
            </a:r>
          </a:p>
        </p:txBody>
      </p:sp>
      <p:sp>
        <p:nvSpPr>
          <p:cNvPr id="20" name="">
            <a:extLst xmlns:a="http://schemas.openxmlformats.org/drawingml/2006/main">
              <a:ext uri="{FF2B5EF4-FFF2-40B4-BE49-F238E27FC236}">
                <a16:creationId xmlns:a16="http://schemas.microsoft.com/office/drawing/2014/main" id="{B8076761-3106-4514-BCD1-7A55E2660570}"/>
              </a:ext>
            </a:extLst>
          </p:cNvPr>
          <p:cNvSpPr>
            <a:spLocks xmlns:a="http://schemas.openxmlformats.org/drawingml/2006/main" noGrp="1"/>
          </p:cNvSpPr>
          <p:nvPr/>
        </p:nvSpPr>
        <p:spPr>
          <a:xfrm xmlns:a="http://schemas.openxmlformats.org/drawingml/2006/main">
            <a:off x="5353050" y="2905125"/>
            <a:ext cx="1000125"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02033"/>
                </a:solidFill>
              </a:defRPr>
            </a:pPr>
            <a:r>
              <a:rPr sz="1200" b="1">
                <a:solidFill>
                  <a:srgbClr val="102033"/>
                </a:solidFill>
              </a:rPr>
              <a:t>复核提案</a:t>
            </a:r>
          </a:p>
        </p:txBody>
      </p:sp>
      <p:sp>
        <p:nvSpPr>
          <p:cNvPr id="21" name="">
            <a:extLst xmlns:a="http://schemas.openxmlformats.org/drawingml/2006/main">
              <a:ext uri="{FF2B5EF4-FFF2-40B4-BE49-F238E27FC236}">
                <a16:creationId xmlns:a16="http://schemas.microsoft.com/office/drawing/2014/main" id="{66BF10DA-1890-451B-A709-9822F683FBDC}"/>
              </a:ext>
            </a:extLst>
          </p:cNvPr>
          <p:cNvSpPr>
            <a:spLocks xmlns:a="http://schemas.openxmlformats.org/drawingml/2006/main" noGrp="1"/>
          </p:cNvSpPr>
          <p:nvPr/>
        </p:nvSpPr>
        <p:spPr>
          <a:xfrm xmlns:a="http://schemas.openxmlformats.org/drawingml/2006/main">
            <a:off x="5181600" y="3181350"/>
            <a:ext cx="13525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10" b="0">
                <a:solidFill>
                  <a:srgbClr val="53657A"/>
                </a:solidFill>
              </a:defRPr>
            </a:pPr>
            <a:r>
              <a:rPr sz="810" b="0">
                <a:solidFill>
                  <a:srgbClr val="53657A"/>
                </a:solidFill>
              </a:rPr>
              <a:t>role proposals</a:t>
            </a:r>
          </a:p>
        </p:txBody>
      </p:sp>
      <p:sp>
        <p:nvSpPr>
          <p:cNvPr id="22" name="">
            <a:extLst xmlns:a="http://schemas.openxmlformats.org/drawingml/2006/main">
              <a:ext uri="{FF2B5EF4-FFF2-40B4-BE49-F238E27FC236}">
                <a16:creationId xmlns:a16="http://schemas.microsoft.com/office/drawing/2014/main" id="{58F4813B-4E7A-4A66-9757-D80746D97735}"/>
              </a:ext>
            </a:extLst>
          </p:cNvPr>
          <p:cNvSpPr>
            <a:spLocks xmlns:a="http://schemas.openxmlformats.org/drawingml/2006/main" noGrp="1"/>
          </p:cNvSpPr>
          <p:nvPr/>
        </p:nvSpPr>
        <p:spPr>
          <a:xfrm xmlns:a="http://schemas.openxmlformats.org/drawingml/2006/main">
            <a:off x="7810500" y="2181225"/>
            <a:ext cx="552450" cy="552450"/>
          </a:xfrm>
          <a:prstGeom xmlns:a="http://schemas.openxmlformats.org/drawingml/2006/main" prst="ellipse">
            <a:avLst/>
          </a:prstGeom>
          <a:solidFill xmlns:a="http://schemas.openxmlformats.org/drawingml/2006/main">
            <a:srgbClr val="6B49C8"/>
          </a:solidFill>
          <a:ln xmlns:a="http://schemas.openxmlformats.org/drawingml/2006/main" w="0">
            <a:solidFill>
              <a:srgbClr val="6B49C8"/>
            </a:solidFill>
          </a:ln>
        </p:spPr>
      </p:sp>
      <p:sp>
        <p:nvSpPr>
          <p:cNvPr id="23" name="">
            <a:extLst xmlns:a="http://schemas.openxmlformats.org/drawingml/2006/main">
              <a:ext uri="{FF2B5EF4-FFF2-40B4-BE49-F238E27FC236}">
                <a16:creationId xmlns:a16="http://schemas.microsoft.com/office/drawing/2014/main" id="{C17A7BC0-D76F-4B93-9349-6FAF663C10F3}"/>
              </a:ext>
            </a:extLst>
          </p:cNvPr>
          <p:cNvSpPr>
            <a:spLocks xmlns:a="http://schemas.openxmlformats.org/drawingml/2006/main" noGrp="1"/>
          </p:cNvSpPr>
          <p:nvPr/>
        </p:nvSpPr>
        <p:spPr>
          <a:xfrm xmlns:a="http://schemas.openxmlformats.org/drawingml/2006/main">
            <a:off x="7934325" y="2295525"/>
            <a:ext cx="3048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defRPr>
            </a:pPr>
            <a:r>
              <a:rPr sz="1200" b="1">
                <a:solidFill>
                  <a:srgbClr val="FFFFFF"/>
                </a:solidFill>
              </a:rPr>
              <a:t>4</a:t>
            </a:r>
          </a:p>
        </p:txBody>
      </p:sp>
      <p:sp>
        <p:nvSpPr>
          <p:cNvPr id="24" name="">
            <a:extLst xmlns:a="http://schemas.openxmlformats.org/drawingml/2006/main">
              <a:ext uri="{FF2B5EF4-FFF2-40B4-BE49-F238E27FC236}">
                <a16:creationId xmlns:a16="http://schemas.microsoft.com/office/drawing/2014/main" id="{137188D0-C8EB-4F51-83BF-34B227F4784C}"/>
              </a:ext>
            </a:extLst>
          </p:cNvPr>
          <p:cNvSpPr>
            <a:spLocks xmlns:a="http://schemas.openxmlformats.org/drawingml/2006/main" noGrp="1"/>
          </p:cNvSpPr>
          <p:nvPr/>
        </p:nvSpPr>
        <p:spPr>
          <a:xfrm xmlns:a="http://schemas.openxmlformats.org/drawingml/2006/main">
            <a:off x="7591425" y="2905125"/>
            <a:ext cx="1000125"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02033"/>
                </a:solidFill>
              </a:defRPr>
            </a:pPr>
            <a:r>
              <a:rPr sz="1200" b="1">
                <a:solidFill>
                  <a:srgbClr val="102033"/>
                </a:solidFill>
              </a:rPr>
              <a:t>授权依据</a:t>
            </a:r>
          </a:p>
        </p:txBody>
      </p:sp>
      <p:sp>
        <p:nvSpPr>
          <p:cNvPr id="25" name="">
            <a:extLst xmlns:a="http://schemas.openxmlformats.org/drawingml/2006/main">
              <a:ext uri="{FF2B5EF4-FFF2-40B4-BE49-F238E27FC236}">
                <a16:creationId xmlns:a16="http://schemas.microsoft.com/office/drawing/2014/main" id="{96C494C7-C617-421A-8F63-FA6A9BCC57BB}"/>
              </a:ext>
            </a:extLst>
          </p:cNvPr>
          <p:cNvSpPr>
            <a:spLocks xmlns:a="http://schemas.openxmlformats.org/drawingml/2006/main" noGrp="1"/>
          </p:cNvSpPr>
          <p:nvPr/>
        </p:nvSpPr>
        <p:spPr>
          <a:xfrm xmlns:a="http://schemas.openxmlformats.org/drawingml/2006/main">
            <a:off x="7419975" y="3181350"/>
            <a:ext cx="13525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10" b="0">
                <a:solidFill>
                  <a:srgbClr val="53657A"/>
                </a:solidFill>
              </a:defRPr>
            </a:pPr>
            <a:r>
              <a:rPr sz="810" b="0">
                <a:solidFill>
                  <a:srgbClr val="53657A"/>
                </a:solidFill>
              </a:rPr>
              <a:t>override evidence</a:t>
            </a:r>
          </a:p>
        </p:txBody>
      </p:sp>
      <p:sp>
        <p:nvSpPr>
          <p:cNvPr id="26" name="">
            <a:extLst xmlns:a="http://schemas.openxmlformats.org/drawingml/2006/main">
              <a:ext uri="{FF2B5EF4-FFF2-40B4-BE49-F238E27FC236}">
                <a16:creationId xmlns:a16="http://schemas.microsoft.com/office/drawing/2014/main" id="{E5F464D2-14D6-4841-8F24-E241B47CC286}"/>
              </a:ext>
            </a:extLst>
          </p:cNvPr>
          <p:cNvSpPr>
            <a:spLocks xmlns:a="http://schemas.openxmlformats.org/drawingml/2006/main" noGrp="1"/>
          </p:cNvSpPr>
          <p:nvPr/>
        </p:nvSpPr>
        <p:spPr>
          <a:xfrm xmlns:a="http://schemas.openxmlformats.org/drawingml/2006/main">
            <a:off x="10048875" y="2181225"/>
            <a:ext cx="552450" cy="552450"/>
          </a:xfrm>
          <a:prstGeom xmlns:a="http://schemas.openxmlformats.org/drawingml/2006/main" prst="ellipse">
            <a:avLst/>
          </a:prstGeom>
          <a:solidFill xmlns:a="http://schemas.openxmlformats.org/drawingml/2006/main">
            <a:srgbClr val="1E83E6"/>
          </a:solidFill>
          <a:ln xmlns:a="http://schemas.openxmlformats.org/drawingml/2006/main" w="0">
            <a:solidFill>
              <a:srgbClr val="1E83E6"/>
            </a:solidFill>
          </a:ln>
        </p:spPr>
      </p:sp>
      <p:sp>
        <p:nvSpPr>
          <p:cNvPr id="27" name="">
            <a:extLst xmlns:a="http://schemas.openxmlformats.org/drawingml/2006/main">
              <a:ext uri="{FF2B5EF4-FFF2-40B4-BE49-F238E27FC236}">
                <a16:creationId xmlns:a16="http://schemas.microsoft.com/office/drawing/2014/main" id="{50B96093-CA19-4656-8335-FB68CC7D46C4}"/>
              </a:ext>
            </a:extLst>
          </p:cNvPr>
          <p:cNvSpPr>
            <a:spLocks xmlns:a="http://schemas.openxmlformats.org/drawingml/2006/main" noGrp="1"/>
          </p:cNvSpPr>
          <p:nvPr/>
        </p:nvSpPr>
        <p:spPr>
          <a:xfrm xmlns:a="http://schemas.openxmlformats.org/drawingml/2006/main">
            <a:off x="10172700" y="2295525"/>
            <a:ext cx="3048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defRPr>
            </a:pPr>
            <a:r>
              <a:rPr sz="1200" b="1">
                <a:solidFill>
                  <a:srgbClr val="FFFFFF"/>
                </a:solidFill>
              </a:rPr>
              <a:t>5</a:t>
            </a:r>
          </a:p>
        </p:txBody>
      </p:sp>
      <p:sp>
        <p:nvSpPr>
          <p:cNvPr id="28" name="">
            <a:extLst xmlns:a="http://schemas.openxmlformats.org/drawingml/2006/main">
              <a:ext uri="{FF2B5EF4-FFF2-40B4-BE49-F238E27FC236}">
                <a16:creationId xmlns:a16="http://schemas.microsoft.com/office/drawing/2014/main" id="{6D0A8210-3857-4313-B4B4-E7DF0A48208E}"/>
              </a:ext>
            </a:extLst>
          </p:cNvPr>
          <p:cNvSpPr>
            <a:spLocks xmlns:a="http://schemas.openxmlformats.org/drawingml/2006/main" noGrp="1"/>
          </p:cNvSpPr>
          <p:nvPr/>
        </p:nvSpPr>
        <p:spPr>
          <a:xfrm xmlns:a="http://schemas.openxmlformats.org/drawingml/2006/main">
            <a:off x="9829800" y="2905125"/>
            <a:ext cx="1000125"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02033"/>
                </a:solidFill>
              </a:defRPr>
            </a:pPr>
            <a:r>
              <a:rPr sz="1200" b="1">
                <a:solidFill>
                  <a:srgbClr val="102033"/>
                </a:solidFill>
              </a:rPr>
              <a:t>执行落点</a:t>
            </a:r>
          </a:p>
        </p:txBody>
      </p:sp>
      <p:sp>
        <p:nvSpPr>
          <p:cNvPr id="29" name="">
            <a:extLst xmlns:a="http://schemas.openxmlformats.org/drawingml/2006/main">
              <a:ext uri="{FF2B5EF4-FFF2-40B4-BE49-F238E27FC236}">
                <a16:creationId xmlns:a16="http://schemas.microsoft.com/office/drawing/2014/main" id="{DF755389-6CBB-4103-865C-F5854B013D7A}"/>
              </a:ext>
            </a:extLst>
          </p:cNvPr>
          <p:cNvSpPr>
            <a:spLocks xmlns:a="http://schemas.openxmlformats.org/drawingml/2006/main" noGrp="1"/>
          </p:cNvSpPr>
          <p:nvPr/>
        </p:nvSpPr>
        <p:spPr>
          <a:xfrm xmlns:a="http://schemas.openxmlformats.org/drawingml/2006/main">
            <a:off x="9658350" y="3181350"/>
            <a:ext cx="13525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10" b="0">
                <a:solidFill>
                  <a:srgbClr val="53657A"/>
                </a:solidFill>
              </a:defRPr>
            </a:pPr>
            <a:r>
              <a:rPr sz="810" b="0">
                <a:solidFill>
                  <a:srgbClr val="53657A"/>
                </a:solidFill>
              </a:rPr>
              <a:t>endpoint selection</a:t>
            </a:r>
          </a:p>
        </p:txBody>
      </p:sp>
      <p:sp>
        <p:nvSpPr>
          <p:cNvPr id="30" name="">
            <a:extLst xmlns:a="http://schemas.openxmlformats.org/drawingml/2006/main">
              <a:ext uri="{FF2B5EF4-FFF2-40B4-BE49-F238E27FC236}">
                <a16:creationId xmlns:a16="http://schemas.microsoft.com/office/drawing/2014/main" id="{44D81E7E-FAF9-4883-A078-C97A52EBCE1E}"/>
              </a:ext>
            </a:extLst>
          </p:cNvPr>
          <p:cNvSpPr>
            <a:spLocks xmlns:a="http://schemas.openxmlformats.org/drawingml/2006/main" noGrp="1"/>
          </p:cNvSpPr>
          <p:nvPr/>
        </p:nvSpPr>
        <p:spPr>
          <a:xfrm xmlns:a="http://schemas.openxmlformats.org/drawingml/2006/main">
            <a:off x="838200" y="4095750"/>
            <a:ext cx="4552950" cy="142875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9525">
            <a:solidFill>
              <a:srgbClr val="C9DDF3"/>
            </a:solidFill>
          </a:ln>
        </p:spPr>
      </p:sp>
      <p:sp>
        <p:nvSpPr>
          <p:cNvPr id="31" name="">
            <a:extLst xmlns:a="http://schemas.openxmlformats.org/drawingml/2006/main">
              <a:ext uri="{FF2B5EF4-FFF2-40B4-BE49-F238E27FC236}">
                <a16:creationId xmlns:a16="http://schemas.microsoft.com/office/drawing/2014/main" id="{4052B3E5-14FE-484E-9E21-933005643216}"/>
              </a:ext>
            </a:extLst>
          </p:cNvPr>
          <p:cNvSpPr>
            <a:spLocks xmlns:a="http://schemas.openxmlformats.org/drawingml/2006/main" noGrp="1"/>
          </p:cNvSpPr>
          <p:nvPr/>
        </p:nvSpPr>
        <p:spPr>
          <a:xfrm xmlns:a="http://schemas.openxmlformats.org/drawingml/2006/main">
            <a:off x="1104900" y="4343400"/>
            <a:ext cx="295275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2033"/>
                </a:solidFill>
              </a:defRPr>
            </a:pPr>
            <a:r>
              <a:rPr sz="1350" b="1">
                <a:solidFill>
                  <a:srgbClr val="102033"/>
                </a:solidFill>
              </a:rPr>
              <a:t>评审可追问的问题有明确落点</a:t>
            </a:r>
          </a:p>
        </p:txBody>
      </p:sp>
      <p:sp>
        <p:nvSpPr>
          <p:cNvPr id="32" name="">
            <a:extLst xmlns:a="http://schemas.openxmlformats.org/drawingml/2006/main">
              <a:ext uri="{FF2B5EF4-FFF2-40B4-BE49-F238E27FC236}">
                <a16:creationId xmlns:a16="http://schemas.microsoft.com/office/drawing/2014/main" id="{4732BB6E-83E0-4142-8097-9106C0012BF7}"/>
              </a:ext>
            </a:extLst>
          </p:cNvPr>
          <p:cNvSpPr>
            <a:spLocks xmlns:a="http://schemas.openxmlformats.org/drawingml/2006/main" noGrp="1"/>
          </p:cNvSpPr>
          <p:nvPr/>
        </p:nvSpPr>
        <p:spPr>
          <a:xfrm xmlns:a="http://schemas.openxmlformats.org/drawingml/2006/main">
            <a:off x="1162050" y="4772025"/>
            <a:ext cx="76200" cy="76200"/>
          </a:xfrm>
          <a:prstGeom xmlns:a="http://schemas.openxmlformats.org/drawingml/2006/main" prst="ellipse">
            <a:avLst/>
          </a:prstGeom>
          <a:solidFill xmlns:a="http://schemas.openxmlformats.org/drawingml/2006/main">
            <a:srgbClr val="0B63CE"/>
          </a:solidFill>
          <a:ln xmlns:a="http://schemas.openxmlformats.org/drawingml/2006/main" w="0">
            <a:solidFill>
              <a:srgbClr val="0B63CE"/>
            </a:solidFill>
          </a:ln>
        </p:spPr>
      </p:sp>
      <p:sp>
        <p:nvSpPr>
          <p:cNvPr id="33" name="">
            <a:extLst xmlns:a="http://schemas.openxmlformats.org/drawingml/2006/main">
              <a:ext uri="{FF2B5EF4-FFF2-40B4-BE49-F238E27FC236}">
                <a16:creationId xmlns:a16="http://schemas.microsoft.com/office/drawing/2014/main" id="{706D0527-C0B6-4698-8445-0CFB53FDF84E}"/>
              </a:ext>
            </a:extLst>
          </p:cNvPr>
          <p:cNvSpPr>
            <a:spLocks xmlns:a="http://schemas.openxmlformats.org/drawingml/2006/main" noGrp="1"/>
          </p:cNvSpPr>
          <p:nvPr/>
        </p:nvSpPr>
        <p:spPr>
          <a:xfrm xmlns:a="http://schemas.openxmlformats.org/drawingml/2006/main">
            <a:off x="1343025" y="4724400"/>
            <a:ext cx="33337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53657A"/>
                </a:solidFill>
              </a:defRPr>
            </a:pPr>
            <a:r>
              <a:rPr sz="938" b="0">
                <a:solidFill>
                  <a:srgbClr val="53657A"/>
                </a:solidFill>
              </a:rPr>
              <a:t>为什么选择该能力</a:t>
            </a:r>
          </a:p>
        </p:txBody>
      </p:sp>
      <p:sp>
        <p:nvSpPr>
          <p:cNvPr id="34" name="">
            <a:extLst xmlns:a="http://schemas.openxmlformats.org/drawingml/2006/main">
              <a:ext uri="{FF2B5EF4-FFF2-40B4-BE49-F238E27FC236}">
                <a16:creationId xmlns:a16="http://schemas.microsoft.com/office/drawing/2014/main" id="{C6121CB1-BDDE-408C-B43A-3B8820F9E4FF}"/>
              </a:ext>
            </a:extLst>
          </p:cNvPr>
          <p:cNvSpPr>
            <a:spLocks xmlns:a="http://schemas.openxmlformats.org/drawingml/2006/main" noGrp="1"/>
          </p:cNvSpPr>
          <p:nvPr/>
        </p:nvSpPr>
        <p:spPr>
          <a:xfrm xmlns:a="http://schemas.openxmlformats.org/drawingml/2006/main">
            <a:off x="1162050" y="5000625"/>
            <a:ext cx="76200" cy="76200"/>
          </a:xfrm>
          <a:prstGeom xmlns:a="http://schemas.openxmlformats.org/drawingml/2006/main" prst="ellipse">
            <a:avLst/>
          </a:prstGeom>
          <a:solidFill xmlns:a="http://schemas.openxmlformats.org/drawingml/2006/main">
            <a:srgbClr val="0B63CE"/>
          </a:solidFill>
          <a:ln xmlns:a="http://schemas.openxmlformats.org/drawingml/2006/main" w="0">
            <a:solidFill>
              <a:srgbClr val="0B63CE"/>
            </a:solidFill>
          </a:ln>
        </p:spPr>
      </p:sp>
      <p:sp>
        <p:nvSpPr>
          <p:cNvPr id="35" name="">
            <a:extLst xmlns:a="http://schemas.openxmlformats.org/drawingml/2006/main">
              <a:ext uri="{FF2B5EF4-FFF2-40B4-BE49-F238E27FC236}">
                <a16:creationId xmlns:a16="http://schemas.microsoft.com/office/drawing/2014/main" id="{24198211-40E9-4F10-A594-5480972C6A9D}"/>
              </a:ext>
            </a:extLst>
          </p:cNvPr>
          <p:cNvSpPr>
            <a:spLocks xmlns:a="http://schemas.openxmlformats.org/drawingml/2006/main" noGrp="1"/>
          </p:cNvSpPr>
          <p:nvPr/>
        </p:nvSpPr>
        <p:spPr>
          <a:xfrm xmlns:a="http://schemas.openxmlformats.org/drawingml/2006/main">
            <a:off x="1343025" y="4953000"/>
            <a:ext cx="33337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53657A"/>
                </a:solidFill>
              </a:defRPr>
            </a:pPr>
            <a:r>
              <a:rPr sz="938" b="0">
                <a:solidFill>
                  <a:srgbClr val="53657A"/>
                </a:solidFill>
              </a:rPr>
              <a:t>为何触发慢路径复核</a:t>
            </a:r>
          </a:p>
        </p:txBody>
      </p:sp>
      <p:sp>
        <p:nvSpPr>
          <p:cNvPr id="36" name="">
            <a:extLst xmlns:a="http://schemas.openxmlformats.org/drawingml/2006/main">
              <a:ext uri="{FF2B5EF4-FFF2-40B4-BE49-F238E27FC236}">
                <a16:creationId xmlns:a16="http://schemas.microsoft.com/office/drawing/2014/main" id="{305469E3-0C82-4EAC-9601-461096E59EAA}"/>
              </a:ext>
            </a:extLst>
          </p:cNvPr>
          <p:cNvSpPr>
            <a:spLocks xmlns:a="http://schemas.openxmlformats.org/drawingml/2006/main" noGrp="1"/>
          </p:cNvSpPr>
          <p:nvPr/>
        </p:nvSpPr>
        <p:spPr>
          <a:xfrm xmlns:a="http://schemas.openxmlformats.org/drawingml/2006/main">
            <a:off x="1162050" y="5229225"/>
            <a:ext cx="76200" cy="76200"/>
          </a:xfrm>
          <a:prstGeom xmlns:a="http://schemas.openxmlformats.org/drawingml/2006/main" prst="ellipse">
            <a:avLst/>
          </a:prstGeom>
          <a:solidFill xmlns:a="http://schemas.openxmlformats.org/drawingml/2006/main">
            <a:srgbClr val="0B63CE"/>
          </a:solidFill>
          <a:ln xmlns:a="http://schemas.openxmlformats.org/drawingml/2006/main" w="0">
            <a:solidFill>
              <a:srgbClr val="0B63CE"/>
            </a:solidFill>
          </a:ln>
        </p:spPr>
      </p:sp>
      <p:sp>
        <p:nvSpPr>
          <p:cNvPr id="37" name="">
            <a:extLst xmlns:a="http://schemas.openxmlformats.org/drawingml/2006/main">
              <a:ext uri="{FF2B5EF4-FFF2-40B4-BE49-F238E27FC236}">
                <a16:creationId xmlns:a16="http://schemas.microsoft.com/office/drawing/2014/main" id="{1D90E888-4DBF-4179-B4AA-9589A0EC3F1E}"/>
              </a:ext>
            </a:extLst>
          </p:cNvPr>
          <p:cNvSpPr>
            <a:spLocks xmlns:a="http://schemas.openxmlformats.org/drawingml/2006/main" noGrp="1"/>
          </p:cNvSpPr>
          <p:nvPr/>
        </p:nvSpPr>
        <p:spPr>
          <a:xfrm xmlns:a="http://schemas.openxmlformats.org/drawingml/2006/main">
            <a:off x="1343025" y="5181600"/>
            <a:ext cx="33337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53657A"/>
                </a:solidFill>
              </a:defRPr>
            </a:pPr>
            <a:r>
              <a:rPr sz="938" b="0">
                <a:solidFill>
                  <a:srgbClr val="53657A"/>
                </a:solidFill>
              </a:rPr>
              <a:t>改判依据来自哪个角色</a:t>
            </a:r>
          </a:p>
        </p:txBody>
      </p:sp>
      <p:sp>
        <p:nvSpPr>
          <p:cNvPr id="38" name="">
            <a:extLst xmlns:a="http://schemas.openxmlformats.org/drawingml/2006/main">
              <a:ext uri="{FF2B5EF4-FFF2-40B4-BE49-F238E27FC236}">
                <a16:creationId xmlns:a16="http://schemas.microsoft.com/office/drawing/2014/main" id="{F35D14E1-5CB9-414D-8FAC-7E1968D88AA1}"/>
              </a:ext>
            </a:extLst>
          </p:cNvPr>
          <p:cNvSpPr>
            <a:spLocks xmlns:a="http://schemas.openxmlformats.org/drawingml/2006/main" noGrp="1"/>
          </p:cNvSpPr>
          <p:nvPr/>
        </p:nvSpPr>
        <p:spPr>
          <a:xfrm xmlns:a="http://schemas.openxmlformats.org/drawingml/2006/main">
            <a:off x="1162050" y="5457825"/>
            <a:ext cx="76200" cy="76200"/>
          </a:xfrm>
          <a:prstGeom xmlns:a="http://schemas.openxmlformats.org/drawingml/2006/main" prst="ellipse">
            <a:avLst/>
          </a:prstGeom>
          <a:solidFill xmlns:a="http://schemas.openxmlformats.org/drawingml/2006/main">
            <a:srgbClr val="0B63CE"/>
          </a:solidFill>
          <a:ln xmlns:a="http://schemas.openxmlformats.org/drawingml/2006/main" w="0">
            <a:solidFill>
              <a:srgbClr val="0B63CE"/>
            </a:solidFill>
          </a:ln>
        </p:spPr>
      </p:sp>
      <p:sp>
        <p:nvSpPr>
          <p:cNvPr id="39" name="">
            <a:extLst xmlns:a="http://schemas.openxmlformats.org/drawingml/2006/main">
              <a:ext uri="{FF2B5EF4-FFF2-40B4-BE49-F238E27FC236}">
                <a16:creationId xmlns:a16="http://schemas.microsoft.com/office/drawing/2014/main" id="{3E6481DC-FE07-4765-BB33-69BA8E6C598B}"/>
              </a:ext>
            </a:extLst>
          </p:cNvPr>
          <p:cNvSpPr>
            <a:spLocks xmlns:a="http://schemas.openxmlformats.org/drawingml/2006/main" noGrp="1"/>
          </p:cNvSpPr>
          <p:nvPr/>
        </p:nvSpPr>
        <p:spPr>
          <a:xfrm xmlns:a="http://schemas.openxmlformats.org/drawingml/2006/main">
            <a:off x="1343025" y="5410200"/>
            <a:ext cx="33337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53657A"/>
                </a:solidFill>
              </a:defRPr>
            </a:pPr>
            <a:r>
              <a:rPr sz="938" b="0">
                <a:solidFill>
                  <a:srgbClr val="53657A"/>
                </a:solidFill>
              </a:rPr>
              <a:t>错误属于召回、裁决还是 related 恢复</a:t>
            </a:r>
          </a:p>
        </p:txBody>
      </p:sp>
      <p:sp>
        <p:nvSpPr>
          <p:cNvPr id="40" name="">
            <a:extLst xmlns:a="http://schemas.openxmlformats.org/drawingml/2006/main">
              <a:ext uri="{FF2B5EF4-FFF2-40B4-BE49-F238E27FC236}">
                <a16:creationId xmlns:a16="http://schemas.microsoft.com/office/drawing/2014/main" id="{B4C61EBD-5F56-453C-826B-C1F1956A1FA9}"/>
              </a:ext>
            </a:extLst>
          </p:cNvPr>
          <p:cNvSpPr>
            <a:spLocks xmlns:a="http://schemas.openxmlformats.org/drawingml/2006/main" noGrp="1"/>
          </p:cNvSpPr>
          <p:nvPr/>
        </p:nvSpPr>
        <p:spPr>
          <a:xfrm xmlns:a="http://schemas.openxmlformats.org/drawingml/2006/main">
            <a:off x="6134100" y="4095750"/>
            <a:ext cx="4667250" cy="1428750"/>
          </a:xfrm>
          <a:prstGeom xmlns:a="http://schemas.openxmlformats.org/drawingml/2006/main" prst="roundRect">
            <a:avLst>
              <a:gd name="adj" fmla="val 11000"/>
            </a:avLst>
          </a:prstGeom>
          <a:solidFill xmlns:a="http://schemas.openxmlformats.org/drawingml/2006/main">
            <a:srgbClr val="F2F7FF"/>
          </a:solidFill>
          <a:ln xmlns:a="http://schemas.openxmlformats.org/drawingml/2006/main" w="11430">
            <a:solidFill>
              <a:srgbClr val="1E83E6"/>
            </a:solidFill>
          </a:ln>
        </p:spPr>
      </p:sp>
      <p:sp>
        <p:nvSpPr>
          <p:cNvPr id="41" name="">
            <a:extLst xmlns:a="http://schemas.openxmlformats.org/drawingml/2006/main">
              <a:ext uri="{FF2B5EF4-FFF2-40B4-BE49-F238E27FC236}">
                <a16:creationId xmlns:a16="http://schemas.microsoft.com/office/drawing/2014/main" id="{728D7156-B708-459E-9B58-8CE58F1F821B}"/>
              </a:ext>
            </a:extLst>
          </p:cNvPr>
          <p:cNvSpPr>
            <a:spLocks xmlns:a="http://schemas.openxmlformats.org/drawingml/2006/main" noGrp="1"/>
          </p:cNvSpPr>
          <p:nvPr/>
        </p:nvSpPr>
        <p:spPr>
          <a:xfrm xmlns:a="http://schemas.openxmlformats.org/drawingml/2006/main">
            <a:off x="6419850" y="4343400"/>
            <a:ext cx="17145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0B63CE"/>
                </a:solidFill>
              </a:defRPr>
            </a:pPr>
            <a:r>
              <a:rPr sz="1350" b="1">
                <a:solidFill>
                  <a:srgbClr val="0B63CE"/>
                </a:solidFill>
              </a:rPr>
              <a:t>后续可增强方向</a:t>
            </a:r>
          </a:p>
        </p:txBody>
      </p:sp>
      <p:sp>
        <p:nvSpPr>
          <p:cNvPr id="42" name="">
            <a:extLst xmlns:a="http://schemas.openxmlformats.org/drawingml/2006/main">
              <a:ext uri="{FF2B5EF4-FFF2-40B4-BE49-F238E27FC236}">
                <a16:creationId xmlns:a16="http://schemas.microsoft.com/office/drawing/2014/main" id="{99346F1C-19C4-4666-9D74-BFD1FAAA681F}"/>
              </a:ext>
            </a:extLst>
          </p:cNvPr>
          <p:cNvSpPr>
            <a:spLocks xmlns:a="http://schemas.openxmlformats.org/drawingml/2006/main" noGrp="1"/>
          </p:cNvSpPr>
          <p:nvPr/>
        </p:nvSpPr>
        <p:spPr>
          <a:xfrm xmlns:a="http://schemas.openxmlformats.org/drawingml/2006/main">
            <a:off x="6419850" y="4829175"/>
            <a:ext cx="11620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38" b="1">
                <a:solidFill>
                  <a:srgbClr val="0B63CE"/>
                </a:solidFill>
              </a:defRPr>
            </a:pPr>
            <a:r>
              <a:rPr sz="938" b="1">
                <a:solidFill>
                  <a:srgbClr val="0B63CE"/>
                </a:solidFill>
              </a:rPr>
              <a:t>hash-chain 校验与篡改检测</a:t>
            </a:r>
          </a:p>
        </p:txBody>
      </p:sp>
      <p:sp>
        <p:nvSpPr>
          <p:cNvPr id="43" name="">
            <a:extLst xmlns:a="http://schemas.openxmlformats.org/drawingml/2006/main">
              <a:ext uri="{FF2B5EF4-FFF2-40B4-BE49-F238E27FC236}">
                <a16:creationId xmlns:a16="http://schemas.microsoft.com/office/drawing/2014/main" id="{CC90845E-D935-4102-8995-86D4A9C04CB9}"/>
              </a:ext>
            </a:extLst>
          </p:cNvPr>
          <p:cNvSpPr>
            <a:spLocks xmlns:a="http://schemas.openxmlformats.org/drawingml/2006/main" noGrp="1"/>
          </p:cNvSpPr>
          <p:nvPr/>
        </p:nvSpPr>
        <p:spPr>
          <a:xfrm xmlns:a="http://schemas.openxmlformats.org/drawingml/2006/main">
            <a:off x="7772400" y="4829175"/>
            <a:ext cx="11620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38" b="1">
                <a:solidFill>
                  <a:srgbClr val="0E8A57"/>
                </a:solidFill>
              </a:defRPr>
            </a:pPr>
            <a:r>
              <a:rPr sz="938" b="1">
                <a:solidFill>
                  <a:srgbClr val="0E8A57"/>
                </a:solidFill>
              </a:rPr>
              <a:t>演示端 routing_trace 可视化</a:t>
            </a:r>
          </a:p>
        </p:txBody>
      </p:sp>
      <p:sp>
        <p:nvSpPr>
          <p:cNvPr id="44" name="">
            <a:extLst xmlns:a="http://schemas.openxmlformats.org/drawingml/2006/main">
              <a:ext uri="{FF2B5EF4-FFF2-40B4-BE49-F238E27FC236}">
                <a16:creationId xmlns:a16="http://schemas.microsoft.com/office/drawing/2014/main" id="{DC47F4F4-F865-442E-888E-2253A4C53592}"/>
              </a:ext>
            </a:extLst>
          </p:cNvPr>
          <p:cNvSpPr>
            <a:spLocks xmlns:a="http://schemas.openxmlformats.org/drawingml/2006/main" noGrp="1"/>
          </p:cNvSpPr>
          <p:nvPr/>
        </p:nvSpPr>
        <p:spPr>
          <a:xfrm xmlns:a="http://schemas.openxmlformats.org/drawingml/2006/main">
            <a:off x="9124950" y="4829175"/>
            <a:ext cx="11620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38" b="1">
                <a:solidFill>
                  <a:srgbClr val="E97132"/>
                </a:solidFill>
              </a:defRPr>
            </a:pPr>
            <a:r>
              <a:rPr sz="938" b="1">
                <a:solidFill>
                  <a:srgbClr val="E97132"/>
                </a:solidFill>
              </a:rPr>
              <a:t>多批次审计扫描与错误桶复盘</a:t>
            </a:r>
          </a:p>
        </p:txBody>
      </p:sp>
      <p:sp>
        <p:nvSpPr>
          <p:cNvPr id="45" name="">
            <a:extLst xmlns:a="http://schemas.openxmlformats.org/drawingml/2006/main">
              <a:ext uri="{FF2B5EF4-FFF2-40B4-BE49-F238E27FC236}">
                <a16:creationId xmlns:a16="http://schemas.microsoft.com/office/drawing/2014/main" id="{A934AC8D-E4D3-4742-A44A-D03998167B12}"/>
              </a:ext>
            </a:extLst>
          </p:cNvPr>
          <p:cNvSpPr>
            <a:spLocks xmlns:a="http://schemas.openxmlformats.org/drawingml/2006/main" noGrp="1"/>
          </p:cNvSpPr>
          <p:nvPr/>
        </p:nvSpPr>
        <p:spPr>
          <a:xfrm xmlns:a="http://schemas.openxmlformats.org/drawingml/2006/main">
            <a:off x="476250" y="6457950"/>
            <a:ext cx="8572500" cy="9525"/>
          </a:xfrm>
          <a:prstGeom xmlns:a="http://schemas.openxmlformats.org/drawingml/2006/main" prst="rect">
            <a:avLst/>
          </a:prstGeom>
          <a:solidFill xmlns:a="http://schemas.openxmlformats.org/drawingml/2006/main">
            <a:srgbClr val="E4EDF8"/>
          </a:solidFill>
          <a:ln xmlns:a="http://schemas.openxmlformats.org/drawingml/2006/main" w="0">
            <a:solidFill>
              <a:srgbClr val="E4EDF8"/>
            </a:solidFill>
          </a:ln>
        </p:spPr>
      </p:sp>
      <p:sp>
        <p:nvSpPr>
          <p:cNvPr id="46" name="">
            <a:extLst xmlns:a="http://schemas.openxmlformats.org/drawingml/2006/main">
              <a:ext uri="{FF2B5EF4-FFF2-40B4-BE49-F238E27FC236}">
                <a16:creationId xmlns:a16="http://schemas.microsoft.com/office/drawing/2014/main" id="{05E2D7EE-6BF6-4CDC-8140-6F4A5DE71C84}"/>
              </a:ext>
            </a:extLst>
          </p:cNvPr>
          <p:cNvSpPr>
            <a:spLocks xmlns:a="http://schemas.openxmlformats.org/drawingml/2006/main" noGrp="1"/>
          </p:cNvSpPr>
          <p:nvPr/>
        </p:nvSpPr>
        <p:spPr>
          <a:xfrm xmlns:a="http://schemas.openxmlformats.org/drawingml/2006/main">
            <a:off x="476250" y="6553200"/>
            <a:ext cx="5905500" cy="1333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675" b="0">
                <a:solidFill>
                  <a:srgbClr val="8394A8"/>
                </a:solidFill>
              </a:defRPr>
            </a:pPr>
            <a:r>
              <a:rPr sz="675" b="0">
                <a:solidFill>
                  <a:srgbClr val="8394A8"/>
                </a:solidFill>
              </a:rPr>
              <a:t>面向互联网基础资源的大模型多智能体协作与可信认知标识技术研究</a:t>
            </a:r>
          </a:p>
        </p:txBody>
      </p:sp>
      <p:sp>
        <p:nvSpPr>
          <p:cNvPr id="47" name="">
            <a:extLst xmlns:a="http://schemas.openxmlformats.org/drawingml/2006/main">
              <a:ext uri="{FF2B5EF4-FFF2-40B4-BE49-F238E27FC236}">
                <a16:creationId xmlns:a16="http://schemas.microsoft.com/office/drawing/2014/main" id="{76707079-F0A6-4AAF-AFED-2EF2876DACDE}"/>
              </a:ext>
            </a:extLst>
          </p:cNvPr>
          <p:cNvSpPr>
            <a:spLocks xmlns:a="http://schemas.openxmlformats.org/drawingml/2006/main" noGrp="1"/>
          </p:cNvSpPr>
          <p:nvPr/>
        </p:nvSpPr>
        <p:spPr>
          <a:xfrm xmlns:a="http://schemas.openxmlformats.org/drawingml/2006/main">
            <a:off x="11382375" y="6515100"/>
            <a:ext cx="3238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0">
                <a:solidFill>
                  <a:srgbClr val="8394A8"/>
                </a:solidFill>
              </a:defRPr>
            </a:pPr>
            <a:r>
              <a:rPr sz="750" b="0">
                <a:solidFill>
                  <a:srgbClr val="8394A8"/>
                </a:solidFill>
              </a:rPr>
              <a:t>08</a:t>
            </a:r>
          </a:p>
        </p:txBody>
      </p:sp>
    </p:spTree>
    <p:extLst>
      <p:ext uri="{BB962C8B-B14F-4D97-AF65-F5344CB8AC3E}">
        <p14:creationId xmlns:p14="http://schemas.microsoft.com/office/powerpoint/2010/main" val="206988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7f1c79744f844b5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55E8DAC-781C-4228-8C99-A83EE6D62E03}"/>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082B6D"/>
          </a:solidFill>
          <a:ln xmlns:a="http://schemas.openxmlformats.org/drawingml/2006/main" w="0">
            <a:solidFill>
              <a:srgbClr val="082B6D"/>
            </a:solidFill>
          </a:ln>
        </p:spPr>
      </p:sp>
      <p:sp>
        <p:nvSpPr>
          <p:cNvPr id="3" name="">
            <a:extLst xmlns:a="http://schemas.openxmlformats.org/drawingml/2006/main">
              <a:ext uri="{FF2B5EF4-FFF2-40B4-BE49-F238E27FC236}">
                <a16:creationId xmlns:a16="http://schemas.microsoft.com/office/drawing/2014/main" id="{3602C8C4-5D13-4901-89EE-C54215539E74}"/>
              </a:ext>
            </a:extLst>
          </p:cNvPr>
          <p:cNvSpPr>
            <a:spLocks xmlns:a="http://schemas.openxmlformats.org/drawingml/2006/main" noGrp="1"/>
          </p:cNvSpPr>
          <p:nvPr/>
        </p:nvSpPr>
        <p:spPr>
          <a:xfrm xmlns:a="http://schemas.openxmlformats.org/drawingml/2006/main">
            <a:off x="0" y="104775"/>
            <a:ext cx="12192000" cy="28575"/>
          </a:xfrm>
          <a:prstGeom xmlns:a="http://schemas.openxmlformats.org/drawingml/2006/main" prst="rect">
            <a:avLst/>
          </a:prstGeom>
          <a:solidFill xmlns:a="http://schemas.openxmlformats.org/drawingml/2006/main">
            <a:srgbClr val="1E83E6"/>
          </a:solidFill>
          <a:ln xmlns:a="http://schemas.openxmlformats.org/drawingml/2006/main" w="0">
            <a:solidFill>
              <a:srgbClr val="1E83E6"/>
            </a:solidFill>
          </a:ln>
        </p:spPr>
      </p:sp>
      <p:sp>
        <p:nvSpPr>
          <p:cNvPr id="4" name="">
            <a:extLst xmlns:a="http://schemas.openxmlformats.org/drawingml/2006/main">
              <a:ext uri="{FF2B5EF4-FFF2-40B4-BE49-F238E27FC236}">
                <a16:creationId xmlns:a16="http://schemas.microsoft.com/office/drawing/2014/main" id="{EB082FF7-25F9-4540-BE5A-BD5B6350FDCB}"/>
              </a:ext>
            </a:extLst>
          </p:cNvPr>
          <p:cNvSpPr>
            <a:spLocks xmlns:a="http://schemas.openxmlformats.org/drawingml/2006/main" noGrp="1"/>
          </p:cNvSpPr>
          <p:nvPr/>
        </p:nvSpPr>
        <p:spPr>
          <a:xfrm xmlns:a="http://schemas.openxmlformats.org/drawingml/2006/main">
            <a:off x="476250" y="285750"/>
            <a:ext cx="666750" cy="228600"/>
          </a:xfrm>
          <a:prstGeom xmlns:a="http://schemas.openxmlformats.org/drawingml/2006/main" prst="roundRect">
            <a:avLst>
              <a:gd name="adj" fmla="val 45000"/>
            </a:avLst>
          </a:prstGeom>
          <a:solidFill xmlns:a="http://schemas.openxmlformats.org/drawingml/2006/main">
            <a:srgbClr val="E8F2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0B63CE"/>
                </a:solidFill>
              </a:defRPr>
            </a:pPr>
            <a:r>
              <a:rPr sz="1050" b="1">
                <a:solidFill>
                  <a:srgbClr val="0B63CE"/>
                </a:solidFill>
              </a:rPr>
              <a:t>07</a:t>
            </a:r>
          </a:p>
        </p:txBody>
      </p:sp>
      <p:sp>
        <p:nvSpPr>
          <p:cNvPr id="5" name="">
            <a:extLst xmlns:a="http://schemas.openxmlformats.org/drawingml/2006/main">
              <a:ext uri="{FF2B5EF4-FFF2-40B4-BE49-F238E27FC236}">
                <a16:creationId xmlns:a16="http://schemas.microsoft.com/office/drawing/2014/main" id="{A9E10A49-8113-4104-A37E-6A6ED432BCB2}"/>
              </a:ext>
            </a:extLst>
          </p:cNvPr>
          <p:cNvSpPr>
            <a:spLocks xmlns:a="http://schemas.openxmlformats.org/drawingml/2006/main" noGrp="1"/>
          </p:cNvSpPr>
          <p:nvPr/>
        </p:nvSpPr>
        <p:spPr>
          <a:xfrm xmlns:a="http://schemas.openxmlformats.org/drawingml/2006/main">
            <a:off x="1285875" y="276225"/>
            <a:ext cx="80962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02033"/>
                </a:solidFill>
              </a:defRPr>
            </a:pPr>
            <a:r>
              <a:rPr sz="1800" b="1">
                <a:solidFill>
                  <a:srgbClr val="102033"/>
                </a:solidFill>
              </a:rPr>
              <a:t>原型系统与代码实现：研究链路已经沉淀为可运行模块</a:t>
            </a:r>
          </a:p>
        </p:txBody>
      </p:sp>
      <p:sp>
        <p:nvSpPr>
          <p:cNvPr id="6" name="">
            <a:extLst xmlns:a="http://schemas.openxmlformats.org/drawingml/2006/main">
              <a:ext uri="{FF2B5EF4-FFF2-40B4-BE49-F238E27FC236}">
                <a16:creationId xmlns:a16="http://schemas.microsoft.com/office/drawing/2014/main" id="{EC98688F-63BE-4FCB-A2A5-DA56E358DD4E}"/>
              </a:ext>
            </a:extLst>
          </p:cNvPr>
          <p:cNvSpPr>
            <a:spLocks xmlns:a="http://schemas.openxmlformats.org/drawingml/2006/main" noGrp="1"/>
          </p:cNvSpPr>
          <p:nvPr/>
        </p:nvSpPr>
        <p:spPr>
          <a:xfrm xmlns:a="http://schemas.openxmlformats.org/drawingml/2006/main">
            <a:off x="1285875" y="609600"/>
            <a:ext cx="80010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53657A"/>
                </a:solidFill>
              </a:defRPr>
            </a:pPr>
            <a:r>
              <a:rPr sz="938" b="0">
                <a:solidFill>
                  <a:srgbClr val="53657A"/>
                </a:solidFill>
              </a:rPr>
              <a:t>仓库已形成面向 AgentDNS 风格场景的路由服务、实验脚本、评测脚本和测试用例。</a:t>
            </a:r>
          </a:p>
        </p:txBody>
      </p:sp>
      <p:sp>
        <p:nvSpPr>
          <p:cNvPr id="7" name="">
            <a:extLst xmlns:a="http://schemas.openxmlformats.org/drawingml/2006/main">
              <a:ext uri="{FF2B5EF4-FFF2-40B4-BE49-F238E27FC236}">
                <a16:creationId xmlns:a16="http://schemas.microsoft.com/office/drawing/2014/main" id="{EB4757A0-6681-4495-8B41-26D4F48674C5}"/>
              </a:ext>
            </a:extLst>
          </p:cNvPr>
          <p:cNvSpPr>
            <a:spLocks xmlns:a="http://schemas.openxmlformats.org/drawingml/2006/main" noGrp="1"/>
          </p:cNvSpPr>
          <p:nvPr/>
        </p:nvSpPr>
        <p:spPr>
          <a:xfrm xmlns:a="http://schemas.openxmlformats.org/drawingml/2006/main">
            <a:off x="10782300" y="276225"/>
            <a:ext cx="9144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00" b="1">
                <a:solidFill>
                  <a:srgbClr val="0B63CE"/>
                </a:solidFill>
              </a:defRPr>
            </a:pPr>
            <a:r>
              <a:rPr sz="1800" b="1">
                <a:solidFill>
                  <a:srgbClr val="0B63CE"/>
                </a:solidFill>
              </a:rPr>
              <a:t>CNNIC</a:t>
            </a:r>
          </a:p>
        </p:txBody>
      </p:sp>
      <p:sp>
        <p:nvSpPr>
          <p:cNvPr id="8" name="">
            <a:extLst xmlns:a="http://schemas.openxmlformats.org/drawingml/2006/main">
              <a:ext uri="{FF2B5EF4-FFF2-40B4-BE49-F238E27FC236}">
                <a16:creationId xmlns:a16="http://schemas.microsoft.com/office/drawing/2014/main" id="{030156C9-0784-4CE1-9DEF-DE79CF57907A}"/>
              </a:ext>
            </a:extLst>
          </p:cNvPr>
          <p:cNvSpPr>
            <a:spLocks xmlns:a="http://schemas.openxmlformats.org/drawingml/2006/main" noGrp="1"/>
          </p:cNvSpPr>
          <p:nvPr/>
        </p:nvSpPr>
        <p:spPr>
          <a:xfrm xmlns:a="http://schemas.openxmlformats.org/drawingml/2006/main">
            <a:off x="9906000" y="533400"/>
            <a:ext cx="17907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88" b="0">
                <a:solidFill>
                  <a:srgbClr val="53657A"/>
                </a:solidFill>
              </a:defRPr>
            </a:pPr>
            <a:r>
              <a:rPr sz="788" b="0">
                <a:solidFill>
                  <a:srgbClr val="53657A"/>
                </a:solidFill>
              </a:rPr>
              <a:t>中国互联网络信息中心</a:t>
            </a:r>
          </a:p>
        </p:txBody>
      </p:sp>
      <p:sp>
        <p:nvSpPr>
          <p:cNvPr id="9" name="">
            <a:extLst xmlns:a="http://schemas.openxmlformats.org/drawingml/2006/main">
              <a:ext uri="{FF2B5EF4-FFF2-40B4-BE49-F238E27FC236}">
                <a16:creationId xmlns:a16="http://schemas.microsoft.com/office/drawing/2014/main" id="{68EC8BA4-EB18-47E2-889E-30D013179B5F}"/>
              </a:ext>
            </a:extLst>
          </p:cNvPr>
          <p:cNvSpPr>
            <a:spLocks xmlns:a="http://schemas.openxmlformats.org/drawingml/2006/main" noGrp="1"/>
          </p:cNvSpPr>
          <p:nvPr/>
        </p:nvSpPr>
        <p:spPr>
          <a:xfrm xmlns:a="http://schemas.openxmlformats.org/drawingml/2006/main">
            <a:off x="685800" y="1466850"/>
            <a:ext cx="1809750" cy="1381125"/>
          </a:xfrm>
          <a:prstGeom xmlns:a="http://schemas.openxmlformats.org/drawingml/2006/main" prst="roundRect">
            <a:avLst>
              <a:gd name="adj" fmla="val 10500"/>
            </a:avLst>
          </a:prstGeom>
          <a:solidFill xmlns:a="http://schemas.openxmlformats.org/drawingml/2006/main">
            <a:srgbClr val="FFFFFF"/>
          </a:solidFill>
          <a:ln xmlns:a="http://schemas.openxmlformats.org/drawingml/2006/main" w="11430">
            <a:solidFill>
              <a:srgbClr val="0B63CE"/>
            </a:solidFill>
          </a:ln>
        </p:spPr>
      </p:sp>
      <p:sp>
        <p:nvSpPr>
          <p:cNvPr id="10" name="">
            <a:extLst xmlns:a="http://schemas.openxmlformats.org/drawingml/2006/main">
              <a:ext uri="{FF2B5EF4-FFF2-40B4-BE49-F238E27FC236}">
                <a16:creationId xmlns:a16="http://schemas.microsoft.com/office/drawing/2014/main" id="{B646266D-2440-4229-B462-7B3D0B6149D6}"/>
              </a:ext>
            </a:extLst>
          </p:cNvPr>
          <p:cNvSpPr>
            <a:spLocks xmlns:a="http://schemas.openxmlformats.org/drawingml/2006/main" noGrp="1"/>
          </p:cNvSpPr>
          <p:nvPr/>
        </p:nvSpPr>
        <p:spPr>
          <a:xfrm xmlns:a="http://schemas.openxmlformats.org/drawingml/2006/main">
            <a:off x="685800" y="1466850"/>
            <a:ext cx="1809750" cy="57150"/>
          </a:xfrm>
          <a:prstGeom xmlns:a="http://schemas.openxmlformats.org/drawingml/2006/main" prst="rect">
            <a:avLst/>
          </a:prstGeom>
          <a:solidFill xmlns:a="http://schemas.openxmlformats.org/drawingml/2006/main">
            <a:srgbClr val="0B63CE"/>
          </a:solidFill>
          <a:ln xmlns:a="http://schemas.openxmlformats.org/drawingml/2006/main" w="0">
            <a:solidFill>
              <a:srgbClr val="0B63CE"/>
            </a:solidFill>
          </a:ln>
        </p:spPr>
      </p:sp>
      <p:sp>
        <p:nvSpPr>
          <p:cNvPr id="11" name="">
            <a:extLst xmlns:a="http://schemas.openxmlformats.org/drawingml/2006/main">
              <a:ext uri="{FF2B5EF4-FFF2-40B4-BE49-F238E27FC236}">
                <a16:creationId xmlns:a16="http://schemas.microsoft.com/office/drawing/2014/main" id="{58204CD7-DD99-4D39-85EF-DF33196A37EC}"/>
              </a:ext>
            </a:extLst>
          </p:cNvPr>
          <p:cNvSpPr>
            <a:spLocks xmlns:a="http://schemas.openxmlformats.org/drawingml/2006/main" noGrp="1"/>
          </p:cNvSpPr>
          <p:nvPr/>
        </p:nvSpPr>
        <p:spPr>
          <a:xfrm xmlns:a="http://schemas.openxmlformats.org/drawingml/2006/main">
            <a:off x="819150" y="1628775"/>
            <a:ext cx="15430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63" b="1">
                <a:solidFill>
                  <a:srgbClr val="0B63CE"/>
                </a:solidFill>
              </a:defRPr>
            </a:pPr>
            <a:r>
              <a:rPr sz="1163" b="1">
                <a:solidFill>
                  <a:srgbClr val="0B63CE"/>
                </a:solidFill>
              </a:rPr>
              <a:t>命名空间</a:t>
            </a:r>
          </a:p>
        </p:txBody>
      </p:sp>
      <p:sp>
        <p:nvSpPr>
          <p:cNvPr id="12" name="">
            <a:extLst xmlns:a="http://schemas.openxmlformats.org/drawingml/2006/main">
              <a:ext uri="{FF2B5EF4-FFF2-40B4-BE49-F238E27FC236}">
                <a16:creationId xmlns:a16="http://schemas.microsoft.com/office/drawing/2014/main" id="{BC262B08-0006-42FF-BE63-725A1AFCAA1D}"/>
              </a:ext>
            </a:extLst>
          </p:cNvPr>
          <p:cNvSpPr>
            <a:spLocks xmlns:a="http://schemas.openxmlformats.org/drawingml/2006/main" noGrp="1"/>
          </p:cNvSpPr>
          <p:nvPr/>
        </p:nvSpPr>
        <p:spPr>
          <a:xfrm xmlns:a="http://schemas.openxmlformats.org/drawingml/2006/main">
            <a:off x="819150" y="1914525"/>
            <a:ext cx="1543050" cy="828675"/>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40" b="0">
                <a:solidFill>
                  <a:srgbClr val="53657A"/>
                </a:solidFill>
              </a:defRPr>
            </a:pPr>
            <a:r>
              <a:rPr sz="840" b="0">
                <a:solidFill>
                  <a:srgbClr val="53657A"/>
                </a:solidFill>
              </a:rPr>
              <a:t>能力节点、FQDN、标签与层级关系。</a:t>
            </a:r>
          </a:p>
        </p:txBody>
      </p:sp>
      <p:sp>
        <p:nvSpPr>
          <p:cNvPr id="13" name="">
            <a:extLst xmlns:a="http://schemas.openxmlformats.org/drawingml/2006/main">
              <a:ext uri="{FF2B5EF4-FFF2-40B4-BE49-F238E27FC236}">
                <a16:creationId xmlns:a16="http://schemas.microsoft.com/office/drawing/2014/main" id="{FF147898-09F3-4546-87AC-DDA35F9BAE65}"/>
              </a:ext>
            </a:extLst>
          </p:cNvPr>
          <p:cNvSpPr>
            <a:spLocks xmlns:a="http://schemas.openxmlformats.org/drawingml/2006/main" noGrp="1"/>
          </p:cNvSpPr>
          <p:nvPr/>
        </p:nvSpPr>
        <p:spPr>
          <a:xfrm xmlns:a="http://schemas.openxmlformats.org/drawingml/2006/main">
            <a:off x="819150" y="2524125"/>
            <a:ext cx="15240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80" b="0">
                <a:solidFill>
                  <a:srgbClr val="0B63CE"/>
                </a:solidFill>
              </a:defRPr>
            </a:pPr>
            <a:r>
              <a:rPr sz="780" b="0">
                <a:solidFill>
                  <a:srgbClr val="0B63CE"/>
                </a:solidFill>
              </a:rPr>
              <a:t>namespace.py</a:t>
            </a:r>
          </a:p>
        </p:txBody>
      </p:sp>
      <p:sp>
        <p:nvSpPr>
          <p:cNvPr id="14" name="">
            <a:extLst xmlns:a="http://schemas.openxmlformats.org/drawingml/2006/main">
              <a:ext uri="{FF2B5EF4-FFF2-40B4-BE49-F238E27FC236}">
                <a16:creationId xmlns:a16="http://schemas.microsoft.com/office/drawing/2014/main" id="{9725BCF6-50AC-4E48-A7B0-CCC63EA72428}"/>
              </a:ext>
            </a:extLst>
          </p:cNvPr>
          <p:cNvSpPr>
            <a:spLocks xmlns:a="http://schemas.openxmlformats.org/drawingml/2006/main" noGrp="1"/>
          </p:cNvSpPr>
          <p:nvPr/>
        </p:nvSpPr>
        <p:spPr>
          <a:xfrm xmlns:a="http://schemas.openxmlformats.org/drawingml/2006/main">
            <a:off x="2552700" y="2000250"/>
            <a:ext cx="304800" cy="228600"/>
          </a:xfrm>
          <a:prstGeom xmlns:a="http://schemas.openxmlformats.org/drawingml/2006/main" prst="rightArrow">
            <a:avLst/>
          </a:prstGeom>
          <a:solidFill xmlns:a="http://schemas.openxmlformats.org/drawingml/2006/main">
            <a:srgbClr val="9EC4EE"/>
          </a:solidFill>
          <a:ln xmlns:a="http://schemas.openxmlformats.org/drawingml/2006/main" w="0">
            <a:solidFill>
              <a:srgbClr val="9EC4EE"/>
            </a:solidFill>
          </a:ln>
        </p:spPr>
      </p:sp>
      <p:sp>
        <p:nvSpPr>
          <p:cNvPr id="15" name="">
            <a:extLst xmlns:a="http://schemas.openxmlformats.org/drawingml/2006/main">
              <a:ext uri="{FF2B5EF4-FFF2-40B4-BE49-F238E27FC236}">
                <a16:creationId xmlns:a16="http://schemas.microsoft.com/office/drawing/2014/main" id="{271CA4CF-31A0-4070-863C-3DB4ECEE36B2}"/>
              </a:ext>
            </a:extLst>
          </p:cNvPr>
          <p:cNvSpPr>
            <a:spLocks xmlns:a="http://schemas.openxmlformats.org/drawingml/2006/main" noGrp="1"/>
          </p:cNvSpPr>
          <p:nvPr/>
        </p:nvSpPr>
        <p:spPr>
          <a:xfrm xmlns:a="http://schemas.openxmlformats.org/drawingml/2006/main">
            <a:off x="2895600" y="1466850"/>
            <a:ext cx="1809750" cy="1381125"/>
          </a:xfrm>
          <a:prstGeom xmlns:a="http://schemas.openxmlformats.org/drawingml/2006/main" prst="roundRect">
            <a:avLst>
              <a:gd name="adj" fmla="val 10500"/>
            </a:avLst>
          </a:prstGeom>
          <a:solidFill xmlns:a="http://schemas.openxmlformats.org/drawingml/2006/main">
            <a:srgbClr val="FFFFFF"/>
          </a:solidFill>
          <a:ln xmlns:a="http://schemas.openxmlformats.org/drawingml/2006/main" w="11430">
            <a:solidFill>
              <a:srgbClr val="1E83E6"/>
            </a:solidFill>
          </a:ln>
        </p:spPr>
      </p:sp>
      <p:sp>
        <p:nvSpPr>
          <p:cNvPr id="16" name="">
            <a:extLst xmlns:a="http://schemas.openxmlformats.org/drawingml/2006/main">
              <a:ext uri="{FF2B5EF4-FFF2-40B4-BE49-F238E27FC236}">
                <a16:creationId xmlns:a16="http://schemas.microsoft.com/office/drawing/2014/main" id="{8A568014-51DC-4095-B792-2BAB83BA03A8}"/>
              </a:ext>
            </a:extLst>
          </p:cNvPr>
          <p:cNvSpPr>
            <a:spLocks xmlns:a="http://schemas.openxmlformats.org/drawingml/2006/main" noGrp="1"/>
          </p:cNvSpPr>
          <p:nvPr/>
        </p:nvSpPr>
        <p:spPr>
          <a:xfrm xmlns:a="http://schemas.openxmlformats.org/drawingml/2006/main">
            <a:off x="2895600" y="1466850"/>
            <a:ext cx="1809750" cy="57150"/>
          </a:xfrm>
          <a:prstGeom xmlns:a="http://schemas.openxmlformats.org/drawingml/2006/main" prst="rect">
            <a:avLst/>
          </a:prstGeom>
          <a:solidFill xmlns:a="http://schemas.openxmlformats.org/drawingml/2006/main">
            <a:srgbClr val="1E83E6"/>
          </a:solidFill>
          <a:ln xmlns:a="http://schemas.openxmlformats.org/drawingml/2006/main" w="0">
            <a:solidFill>
              <a:srgbClr val="1E83E6"/>
            </a:solidFill>
          </a:ln>
        </p:spPr>
      </p:sp>
      <p:sp>
        <p:nvSpPr>
          <p:cNvPr id="17" name="">
            <a:extLst xmlns:a="http://schemas.openxmlformats.org/drawingml/2006/main">
              <a:ext uri="{FF2B5EF4-FFF2-40B4-BE49-F238E27FC236}">
                <a16:creationId xmlns:a16="http://schemas.microsoft.com/office/drawing/2014/main" id="{9E2D99E2-C87B-40C4-85DF-3ADB0F4291BD}"/>
              </a:ext>
            </a:extLst>
          </p:cNvPr>
          <p:cNvSpPr>
            <a:spLocks xmlns:a="http://schemas.openxmlformats.org/drawingml/2006/main" noGrp="1"/>
          </p:cNvSpPr>
          <p:nvPr/>
        </p:nvSpPr>
        <p:spPr>
          <a:xfrm xmlns:a="http://schemas.openxmlformats.org/drawingml/2006/main">
            <a:off x="3028950" y="1628775"/>
            <a:ext cx="15430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63" b="1">
                <a:solidFill>
                  <a:srgbClr val="1E83E6"/>
                </a:solidFill>
              </a:defRPr>
            </a:pPr>
            <a:r>
              <a:rPr sz="1163" b="1">
                <a:solidFill>
                  <a:srgbClr val="1E83E6"/>
                </a:solidFill>
              </a:rPr>
              <a:t>候选召回</a:t>
            </a:r>
          </a:p>
        </p:txBody>
      </p:sp>
      <p:sp>
        <p:nvSpPr>
          <p:cNvPr id="18" name="">
            <a:extLst xmlns:a="http://schemas.openxmlformats.org/drawingml/2006/main">
              <a:ext uri="{FF2B5EF4-FFF2-40B4-BE49-F238E27FC236}">
                <a16:creationId xmlns:a16="http://schemas.microsoft.com/office/drawing/2014/main" id="{E53904BD-7354-467C-8FB7-911382DA30D0}"/>
              </a:ext>
            </a:extLst>
          </p:cNvPr>
          <p:cNvSpPr>
            <a:spLocks xmlns:a="http://schemas.openxmlformats.org/drawingml/2006/main" noGrp="1"/>
          </p:cNvSpPr>
          <p:nvPr/>
        </p:nvSpPr>
        <p:spPr>
          <a:xfrm xmlns:a="http://schemas.openxmlformats.org/drawingml/2006/main">
            <a:off x="3028950" y="1914525"/>
            <a:ext cx="1543050" cy="828675"/>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40" b="0">
                <a:solidFill>
                  <a:srgbClr val="53657A"/>
                </a:solidFill>
              </a:defRPr>
            </a:pPr>
            <a:r>
              <a:rPr sz="840" b="0">
                <a:solidFill>
                  <a:srgbClr val="53657A"/>
                </a:solidFill>
              </a:rPr>
              <a:t>基于描述、别名和元数据构造候选集合。</a:t>
            </a:r>
          </a:p>
        </p:txBody>
      </p:sp>
      <p:sp>
        <p:nvSpPr>
          <p:cNvPr id="19" name="">
            <a:extLst xmlns:a="http://schemas.openxmlformats.org/drawingml/2006/main">
              <a:ext uri="{FF2B5EF4-FFF2-40B4-BE49-F238E27FC236}">
                <a16:creationId xmlns:a16="http://schemas.microsoft.com/office/drawing/2014/main" id="{43D8C69B-9324-4BE2-BD57-8C6BFBA1BA07}"/>
              </a:ext>
            </a:extLst>
          </p:cNvPr>
          <p:cNvSpPr>
            <a:spLocks xmlns:a="http://schemas.openxmlformats.org/drawingml/2006/main" noGrp="1"/>
          </p:cNvSpPr>
          <p:nvPr/>
        </p:nvSpPr>
        <p:spPr>
          <a:xfrm xmlns:a="http://schemas.openxmlformats.org/drawingml/2006/main">
            <a:off x="3028950" y="2524125"/>
            <a:ext cx="15240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80" b="0">
                <a:solidFill>
                  <a:srgbClr val="1E83E6"/>
                </a:solidFill>
              </a:defRPr>
            </a:pPr>
            <a:r>
              <a:rPr sz="780" b="0">
                <a:solidFill>
                  <a:srgbClr val="1E83E6"/>
                </a:solidFill>
              </a:rPr>
              <a:t>stage_r_clean.py</a:t>
            </a:r>
          </a:p>
        </p:txBody>
      </p:sp>
      <p:sp>
        <p:nvSpPr>
          <p:cNvPr id="20" name="">
            <a:extLst xmlns:a="http://schemas.openxmlformats.org/drawingml/2006/main">
              <a:ext uri="{FF2B5EF4-FFF2-40B4-BE49-F238E27FC236}">
                <a16:creationId xmlns:a16="http://schemas.microsoft.com/office/drawing/2014/main" id="{56D537FC-3E26-4F91-957C-36A0E05F35FE}"/>
              </a:ext>
            </a:extLst>
          </p:cNvPr>
          <p:cNvSpPr>
            <a:spLocks xmlns:a="http://schemas.openxmlformats.org/drawingml/2006/main" noGrp="1"/>
          </p:cNvSpPr>
          <p:nvPr/>
        </p:nvSpPr>
        <p:spPr>
          <a:xfrm xmlns:a="http://schemas.openxmlformats.org/drawingml/2006/main">
            <a:off x="4762500" y="2000250"/>
            <a:ext cx="304800" cy="228600"/>
          </a:xfrm>
          <a:prstGeom xmlns:a="http://schemas.openxmlformats.org/drawingml/2006/main" prst="rightArrow">
            <a:avLst/>
          </a:prstGeom>
          <a:solidFill xmlns:a="http://schemas.openxmlformats.org/drawingml/2006/main">
            <a:srgbClr val="9EC4EE"/>
          </a:solidFill>
          <a:ln xmlns:a="http://schemas.openxmlformats.org/drawingml/2006/main" w="0">
            <a:solidFill>
              <a:srgbClr val="9EC4EE"/>
            </a:solidFill>
          </a:ln>
        </p:spPr>
      </p:sp>
      <p:sp>
        <p:nvSpPr>
          <p:cNvPr id="21" name="">
            <a:extLst xmlns:a="http://schemas.openxmlformats.org/drawingml/2006/main">
              <a:ext uri="{FF2B5EF4-FFF2-40B4-BE49-F238E27FC236}">
                <a16:creationId xmlns:a16="http://schemas.microsoft.com/office/drawing/2014/main" id="{23748FAD-F726-49D9-8EB5-E46728888367}"/>
              </a:ext>
            </a:extLst>
          </p:cNvPr>
          <p:cNvSpPr>
            <a:spLocks xmlns:a="http://schemas.openxmlformats.org/drawingml/2006/main" noGrp="1"/>
          </p:cNvSpPr>
          <p:nvPr/>
        </p:nvSpPr>
        <p:spPr>
          <a:xfrm xmlns:a="http://schemas.openxmlformats.org/drawingml/2006/main">
            <a:off x="5105400" y="1466850"/>
            <a:ext cx="1809750" cy="1381125"/>
          </a:xfrm>
          <a:prstGeom xmlns:a="http://schemas.openxmlformats.org/drawingml/2006/main" prst="roundRect">
            <a:avLst>
              <a:gd name="adj" fmla="val 10500"/>
            </a:avLst>
          </a:prstGeom>
          <a:solidFill xmlns:a="http://schemas.openxmlformats.org/drawingml/2006/main">
            <a:srgbClr val="FFFFFF"/>
          </a:solidFill>
          <a:ln xmlns:a="http://schemas.openxmlformats.org/drawingml/2006/main" w="11430">
            <a:solidFill>
              <a:srgbClr val="0E8A57"/>
            </a:solidFill>
          </a:ln>
        </p:spPr>
      </p:sp>
      <p:sp>
        <p:nvSpPr>
          <p:cNvPr id="22" name="">
            <a:extLst xmlns:a="http://schemas.openxmlformats.org/drawingml/2006/main">
              <a:ext uri="{FF2B5EF4-FFF2-40B4-BE49-F238E27FC236}">
                <a16:creationId xmlns:a16="http://schemas.microsoft.com/office/drawing/2014/main" id="{2280EBB1-C715-4FA8-892F-9185527731FD}"/>
              </a:ext>
            </a:extLst>
          </p:cNvPr>
          <p:cNvSpPr>
            <a:spLocks xmlns:a="http://schemas.openxmlformats.org/drawingml/2006/main" noGrp="1"/>
          </p:cNvSpPr>
          <p:nvPr/>
        </p:nvSpPr>
        <p:spPr>
          <a:xfrm xmlns:a="http://schemas.openxmlformats.org/drawingml/2006/main">
            <a:off x="5105400" y="1466850"/>
            <a:ext cx="1809750" cy="57150"/>
          </a:xfrm>
          <a:prstGeom xmlns:a="http://schemas.openxmlformats.org/drawingml/2006/main" prst="rect">
            <a:avLst/>
          </a:prstGeom>
          <a:solidFill xmlns:a="http://schemas.openxmlformats.org/drawingml/2006/main">
            <a:srgbClr val="0E8A57"/>
          </a:solidFill>
          <a:ln xmlns:a="http://schemas.openxmlformats.org/drawingml/2006/main" w="0">
            <a:solidFill>
              <a:srgbClr val="0E8A57"/>
            </a:solidFill>
          </a:ln>
        </p:spPr>
      </p:sp>
      <p:sp>
        <p:nvSpPr>
          <p:cNvPr id="23" name="">
            <a:extLst xmlns:a="http://schemas.openxmlformats.org/drawingml/2006/main">
              <a:ext uri="{FF2B5EF4-FFF2-40B4-BE49-F238E27FC236}">
                <a16:creationId xmlns:a16="http://schemas.microsoft.com/office/drawing/2014/main" id="{DBCAF13F-291B-44C7-BE2C-852348F44239}"/>
              </a:ext>
            </a:extLst>
          </p:cNvPr>
          <p:cNvSpPr>
            <a:spLocks xmlns:a="http://schemas.openxmlformats.org/drawingml/2006/main" noGrp="1"/>
          </p:cNvSpPr>
          <p:nvPr/>
        </p:nvSpPr>
        <p:spPr>
          <a:xfrm xmlns:a="http://schemas.openxmlformats.org/drawingml/2006/main">
            <a:off x="5238750" y="1628775"/>
            <a:ext cx="15430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63" b="1">
                <a:solidFill>
                  <a:srgbClr val="0E8A57"/>
                </a:solidFill>
              </a:defRPr>
            </a:pPr>
            <a:r>
              <a:rPr sz="1163" b="1">
                <a:solidFill>
                  <a:srgbClr val="0E8A57"/>
                </a:solidFill>
              </a:rPr>
              <a:t>语义裁决</a:t>
            </a:r>
          </a:p>
        </p:txBody>
      </p:sp>
      <p:sp>
        <p:nvSpPr>
          <p:cNvPr id="24" name="">
            <a:extLst xmlns:a="http://schemas.openxmlformats.org/drawingml/2006/main">
              <a:ext uri="{FF2B5EF4-FFF2-40B4-BE49-F238E27FC236}">
                <a16:creationId xmlns:a16="http://schemas.microsoft.com/office/drawing/2014/main" id="{309D4941-09E2-4A14-823F-CA6070B8FFBE}"/>
              </a:ext>
            </a:extLst>
          </p:cNvPr>
          <p:cNvSpPr>
            <a:spLocks xmlns:a="http://schemas.openxmlformats.org/drawingml/2006/main" noGrp="1"/>
          </p:cNvSpPr>
          <p:nvPr/>
        </p:nvSpPr>
        <p:spPr>
          <a:xfrm xmlns:a="http://schemas.openxmlformats.org/drawingml/2006/main">
            <a:off x="5238750" y="1914525"/>
            <a:ext cx="1543050" cy="828675"/>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40" b="0">
                <a:solidFill>
                  <a:srgbClr val="53657A"/>
                </a:solidFill>
              </a:defRPr>
            </a:pPr>
            <a:r>
              <a:rPr sz="840" b="0">
                <a:solidFill>
                  <a:srgbClr val="53657A"/>
                </a:solidFill>
              </a:rPr>
              <a:t>输出结构化 primary / related / uncertainty。</a:t>
            </a:r>
          </a:p>
        </p:txBody>
      </p:sp>
      <p:sp>
        <p:nvSpPr>
          <p:cNvPr id="25" name="">
            <a:extLst xmlns:a="http://schemas.openxmlformats.org/drawingml/2006/main">
              <a:ext uri="{FF2B5EF4-FFF2-40B4-BE49-F238E27FC236}">
                <a16:creationId xmlns:a16="http://schemas.microsoft.com/office/drawing/2014/main" id="{A78DF2A6-EEC1-4F5E-83DB-6A16EFACF345}"/>
              </a:ext>
            </a:extLst>
          </p:cNvPr>
          <p:cNvSpPr>
            <a:spLocks xmlns:a="http://schemas.openxmlformats.org/drawingml/2006/main" noGrp="1"/>
          </p:cNvSpPr>
          <p:nvPr/>
        </p:nvSpPr>
        <p:spPr>
          <a:xfrm xmlns:a="http://schemas.openxmlformats.org/drawingml/2006/main">
            <a:off x="5238750" y="2524125"/>
            <a:ext cx="15240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80" b="0">
                <a:solidFill>
                  <a:srgbClr val="0E8A57"/>
                </a:solidFill>
              </a:defRPr>
            </a:pPr>
            <a:r>
              <a:rPr sz="780" b="0">
                <a:solidFill>
                  <a:srgbClr val="0E8A57"/>
                </a:solidFill>
              </a:rPr>
              <a:t>stage_a_llm.py</a:t>
            </a:r>
          </a:p>
        </p:txBody>
      </p:sp>
      <p:sp>
        <p:nvSpPr>
          <p:cNvPr id="26" name="">
            <a:extLst xmlns:a="http://schemas.openxmlformats.org/drawingml/2006/main">
              <a:ext uri="{FF2B5EF4-FFF2-40B4-BE49-F238E27FC236}">
                <a16:creationId xmlns:a16="http://schemas.microsoft.com/office/drawing/2014/main" id="{D3846430-1C15-40CB-A975-35B9285B84F8}"/>
              </a:ext>
            </a:extLst>
          </p:cNvPr>
          <p:cNvSpPr>
            <a:spLocks xmlns:a="http://schemas.openxmlformats.org/drawingml/2006/main" noGrp="1"/>
          </p:cNvSpPr>
          <p:nvPr/>
        </p:nvSpPr>
        <p:spPr>
          <a:xfrm xmlns:a="http://schemas.openxmlformats.org/drawingml/2006/main">
            <a:off x="6972300" y="2000250"/>
            <a:ext cx="304800" cy="228600"/>
          </a:xfrm>
          <a:prstGeom xmlns:a="http://schemas.openxmlformats.org/drawingml/2006/main" prst="rightArrow">
            <a:avLst/>
          </a:prstGeom>
          <a:solidFill xmlns:a="http://schemas.openxmlformats.org/drawingml/2006/main">
            <a:srgbClr val="9EC4EE"/>
          </a:solidFill>
          <a:ln xmlns:a="http://schemas.openxmlformats.org/drawingml/2006/main" w="0">
            <a:solidFill>
              <a:srgbClr val="9EC4EE"/>
            </a:solidFill>
          </a:ln>
        </p:spPr>
      </p:sp>
      <p:sp>
        <p:nvSpPr>
          <p:cNvPr id="27" name="">
            <a:extLst xmlns:a="http://schemas.openxmlformats.org/drawingml/2006/main">
              <a:ext uri="{FF2B5EF4-FFF2-40B4-BE49-F238E27FC236}">
                <a16:creationId xmlns:a16="http://schemas.microsoft.com/office/drawing/2014/main" id="{BFAF5B99-3BF7-48F3-968A-4539980258ED}"/>
              </a:ext>
            </a:extLst>
          </p:cNvPr>
          <p:cNvSpPr>
            <a:spLocks xmlns:a="http://schemas.openxmlformats.org/drawingml/2006/main" noGrp="1"/>
          </p:cNvSpPr>
          <p:nvPr/>
        </p:nvSpPr>
        <p:spPr>
          <a:xfrm xmlns:a="http://schemas.openxmlformats.org/drawingml/2006/main">
            <a:off x="7315200" y="1466850"/>
            <a:ext cx="1809750" cy="1381125"/>
          </a:xfrm>
          <a:prstGeom xmlns:a="http://schemas.openxmlformats.org/drawingml/2006/main" prst="roundRect">
            <a:avLst>
              <a:gd name="adj" fmla="val 10500"/>
            </a:avLst>
          </a:prstGeom>
          <a:solidFill xmlns:a="http://schemas.openxmlformats.org/drawingml/2006/main">
            <a:srgbClr val="FFFFFF"/>
          </a:solidFill>
          <a:ln xmlns:a="http://schemas.openxmlformats.org/drawingml/2006/main" w="11430">
            <a:solidFill>
              <a:srgbClr val="E97132"/>
            </a:solidFill>
          </a:ln>
        </p:spPr>
      </p:sp>
      <p:sp>
        <p:nvSpPr>
          <p:cNvPr id="28" name="">
            <a:extLst xmlns:a="http://schemas.openxmlformats.org/drawingml/2006/main">
              <a:ext uri="{FF2B5EF4-FFF2-40B4-BE49-F238E27FC236}">
                <a16:creationId xmlns:a16="http://schemas.microsoft.com/office/drawing/2014/main" id="{231D4BD5-B01E-46E3-9B4E-1B90E451673D}"/>
              </a:ext>
            </a:extLst>
          </p:cNvPr>
          <p:cNvSpPr>
            <a:spLocks xmlns:a="http://schemas.openxmlformats.org/drawingml/2006/main" noGrp="1"/>
          </p:cNvSpPr>
          <p:nvPr/>
        </p:nvSpPr>
        <p:spPr>
          <a:xfrm xmlns:a="http://schemas.openxmlformats.org/drawingml/2006/main">
            <a:off x="7315200" y="1466850"/>
            <a:ext cx="1809750" cy="57150"/>
          </a:xfrm>
          <a:prstGeom xmlns:a="http://schemas.openxmlformats.org/drawingml/2006/main" prst="rect">
            <a:avLst/>
          </a:prstGeom>
          <a:solidFill xmlns:a="http://schemas.openxmlformats.org/drawingml/2006/main">
            <a:srgbClr val="E97132"/>
          </a:solidFill>
          <a:ln xmlns:a="http://schemas.openxmlformats.org/drawingml/2006/main" w="0">
            <a:solidFill>
              <a:srgbClr val="E97132"/>
            </a:solidFill>
          </a:ln>
        </p:spPr>
      </p:sp>
      <p:sp>
        <p:nvSpPr>
          <p:cNvPr id="29" name="">
            <a:extLst xmlns:a="http://schemas.openxmlformats.org/drawingml/2006/main">
              <a:ext uri="{FF2B5EF4-FFF2-40B4-BE49-F238E27FC236}">
                <a16:creationId xmlns:a16="http://schemas.microsoft.com/office/drawing/2014/main" id="{3B229491-F109-4C56-B0F1-D8550FC161BA}"/>
              </a:ext>
            </a:extLst>
          </p:cNvPr>
          <p:cNvSpPr>
            <a:spLocks xmlns:a="http://schemas.openxmlformats.org/drawingml/2006/main" noGrp="1"/>
          </p:cNvSpPr>
          <p:nvPr/>
        </p:nvSpPr>
        <p:spPr>
          <a:xfrm xmlns:a="http://schemas.openxmlformats.org/drawingml/2006/main">
            <a:off x="7448550" y="1628775"/>
            <a:ext cx="15430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63" b="1">
                <a:solidFill>
                  <a:srgbClr val="E97132"/>
                </a:solidFill>
              </a:defRPr>
            </a:pPr>
            <a:r>
              <a:rPr sz="1163" b="1">
                <a:solidFill>
                  <a:srgbClr val="E97132"/>
                </a:solidFill>
              </a:rPr>
              <a:t>协作复核</a:t>
            </a:r>
          </a:p>
        </p:txBody>
      </p:sp>
      <p:sp>
        <p:nvSpPr>
          <p:cNvPr id="30" name="">
            <a:extLst xmlns:a="http://schemas.openxmlformats.org/drawingml/2006/main">
              <a:ext uri="{FF2B5EF4-FFF2-40B4-BE49-F238E27FC236}">
                <a16:creationId xmlns:a16="http://schemas.microsoft.com/office/drawing/2014/main" id="{003B477C-B0DC-415A-80C7-5B6E3E3F5273}"/>
              </a:ext>
            </a:extLst>
          </p:cNvPr>
          <p:cNvSpPr>
            <a:spLocks xmlns:a="http://schemas.openxmlformats.org/drawingml/2006/main" noGrp="1"/>
          </p:cNvSpPr>
          <p:nvPr/>
        </p:nvSpPr>
        <p:spPr>
          <a:xfrm xmlns:a="http://schemas.openxmlformats.org/drawingml/2006/main">
            <a:off x="7448550" y="1914525"/>
            <a:ext cx="1543050" cy="828675"/>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40" b="0">
                <a:solidFill>
                  <a:srgbClr val="53657A"/>
                </a:solidFill>
              </a:defRPr>
            </a:pPr>
            <a:r>
              <a:rPr sz="840" b="0">
                <a:solidFill>
                  <a:srgbClr val="53657A"/>
                </a:solidFill>
              </a:rPr>
              <a:t>角色提案、授权控制和改判判断。</a:t>
            </a:r>
          </a:p>
        </p:txBody>
      </p:sp>
      <p:sp>
        <p:nvSpPr>
          <p:cNvPr id="31" name="">
            <a:extLst xmlns:a="http://schemas.openxmlformats.org/drawingml/2006/main">
              <a:ext uri="{FF2B5EF4-FFF2-40B4-BE49-F238E27FC236}">
                <a16:creationId xmlns:a16="http://schemas.microsoft.com/office/drawing/2014/main" id="{35ADC26C-8AFF-4AAF-AF34-159D75574FDC}"/>
              </a:ext>
            </a:extLst>
          </p:cNvPr>
          <p:cNvSpPr>
            <a:spLocks xmlns:a="http://schemas.openxmlformats.org/drawingml/2006/main" noGrp="1"/>
          </p:cNvSpPr>
          <p:nvPr/>
        </p:nvSpPr>
        <p:spPr>
          <a:xfrm xmlns:a="http://schemas.openxmlformats.org/drawingml/2006/main">
            <a:off x="7448550" y="2524125"/>
            <a:ext cx="15240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80" b="0">
                <a:solidFill>
                  <a:srgbClr val="E97132"/>
                </a:solidFill>
              </a:defRPr>
            </a:pPr>
            <a:r>
              <a:rPr sz="780" b="0">
                <a:solidFill>
                  <a:srgbClr val="E97132"/>
                </a:solidFill>
              </a:rPr>
              <a:t>stage_b_consensus.py</a:t>
            </a:r>
          </a:p>
        </p:txBody>
      </p:sp>
      <p:sp>
        <p:nvSpPr>
          <p:cNvPr id="32" name="">
            <a:extLst xmlns:a="http://schemas.openxmlformats.org/drawingml/2006/main">
              <a:ext uri="{FF2B5EF4-FFF2-40B4-BE49-F238E27FC236}">
                <a16:creationId xmlns:a16="http://schemas.microsoft.com/office/drawing/2014/main" id="{356D145E-C007-451A-AE86-FD056FC76870}"/>
              </a:ext>
            </a:extLst>
          </p:cNvPr>
          <p:cNvSpPr>
            <a:spLocks xmlns:a="http://schemas.openxmlformats.org/drawingml/2006/main" noGrp="1"/>
          </p:cNvSpPr>
          <p:nvPr/>
        </p:nvSpPr>
        <p:spPr>
          <a:xfrm xmlns:a="http://schemas.openxmlformats.org/drawingml/2006/main">
            <a:off x="9182100" y="2000250"/>
            <a:ext cx="304800" cy="228600"/>
          </a:xfrm>
          <a:prstGeom xmlns:a="http://schemas.openxmlformats.org/drawingml/2006/main" prst="rightArrow">
            <a:avLst/>
          </a:prstGeom>
          <a:solidFill xmlns:a="http://schemas.openxmlformats.org/drawingml/2006/main">
            <a:srgbClr val="9EC4EE"/>
          </a:solidFill>
          <a:ln xmlns:a="http://schemas.openxmlformats.org/drawingml/2006/main" w="0">
            <a:solidFill>
              <a:srgbClr val="9EC4EE"/>
            </a:solidFill>
          </a:ln>
        </p:spPr>
      </p:sp>
      <p:sp>
        <p:nvSpPr>
          <p:cNvPr id="33" name="">
            <a:extLst xmlns:a="http://schemas.openxmlformats.org/drawingml/2006/main">
              <a:ext uri="{FF2B5EF4-FFF2-40B4-BE49-F238E27FC236}">
                <a16:creationId xmlns:a16="http://schemas.microsoft.com/office/drawing/2014/main" id="{5CD81654-E1AC-4BF5-8E60-3DF104E53D00}"/>
              </a:ext>
            </a:extLst>
          </p:cNvPr>
          <p:cNvSpPr>
            <a:spLocks xmlns:a="http://schemas.openxmlformats.org/drawingml/2006/main" noGrp="1"/>
          </p:cNvSpPr>
          <p:nvPr/>
        </p:nvSpPr>
        <p:spPr>
          <a:xfrm xmlns:a="http://schemas.openxmlformats.org/drawingml/2006/main">
            <a:off x="9525000" y="1466850"/>
            <a:ext cx="1809750" cy="1381125"/>
          </a:xfrm>
          <a:prstGeom xmlns:a="http://schemas.openxmlformats.org/drawingml/2006/main" prst="roundRect">
            <a:avLst>
              <a:gd name="adj" fmla="val 10500"/>
            </a:avLst>
          </a:prstGeom>
          <a:solidFill xmlns:a="http://schemas.openxmlformats.org/drawingml/2006/main">
            <a:srgbClr val="FFFFFF"/>
          </a:solidFill>
          <a:ln xmlns:a="http://schemas.openxmlformats.org/drawingml/2006/main" w="11430">
            <a:solidFill>
              <a:srgbClr val="6B49C8"/>
            </a:solidFill>
          </a:ln>
        </p:spPr>
      </p:sp>
      <p:sp>
        <p:nvSpPr>
          <p:cNvPr id="34" name="">
            <a:extLst xmlns:a="http://schemas.openxmlformats.org/drawingml/2006/main">
              <a:ext uri="{FF2B5EF4-FFF2-40B4-BE49-F238E27FC236}">
                <a16:creationId xmlns:a16="http://schemas.microsoft.com/office/drawing/2014/main" id="{0861324D-DF29-4541-9BD3-75A7B4F87786}"/>
              </a:ext>
            </a:extLst>
          </p:cNvPr>
          <p:cNvSpPr>
            <a:spLocks xmlns:a="http://schemas.openxmlformats.org/drawingml/2006/main" noGrp="1"/>
          </p:cNvSpPr>
          <p:nvPr/>
        </p:nvSpPr>
        <p:spPr>
          <a:xfrm xmlns:a="http://schemas.openxmlformats.org/drawingml/2006/main">
            <a:off x="9525000" y="1466850"/>
            <a:ext cx="1809750" cy="57150"/>
          </a:xfrm>
          <a:prstGeom xmlns:a="http://schemas.openxmlformats.org/drawingml/2006/main" prst="rect">
            <a:avLst/>
          </a:prstGeom>
          <a:solidFill xmlns:a="http://schemas.openxmlformats.org/drawingml/2006/main">
            <a:srgbClr val="6B49C8"/>
          </a:solidFill>
          <a:ln xmlns:a="http://schemas.openxmlformats.org/drawingml/2006/main" w="0">
            <a:solidFill>
              <a:srgbClr val="6B49C8"/>
            </a:solidFill>
          </a:ln>
        </p:spPr>
      </p:sp>
      <p:sp>
        <p:nvSpPr>
          <p:cNvPr id="35" name="">
            <a:extLst xmlns:a="http://schemas.openxmlformats.org/drawingml/2006/main">
              <a:ext uri="{FF2B5EF4-FFF2-40B4-BE49-F238E27FC236}">
                <a16:creationId xmlns:a16="http://schemas.microsoft.com/office/drawing/2014/main" id="{67BF68A9-260B-41A9-B865-58E58D827E4F}"/>
              </a:ext>
            </a:extLst>
          </p:cNvPr>
          <p:cNvSpPr>
            <a:spLocks xmlns:a="http://schemas.openxmlformats.org/drawingml/2006/main" noGrp="1"/>
          </p:cNvSpPr>
          <p:nvPr/>
        </p:nvSpPr>
        <p:spPr>
          <a:xfrm xmlns:a="http://schemas.openxmlformats.org/drawingml/2006/main">
            <a:off x="9658350" y="1628775"/>
            <a:ext cx="15430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63" b="1">
                <a:solidFill>
                  <a:srgbClr val="6B49C8"/>
                </a:solidFill>
              </a:defRPr>
            </a:pPr>
            <a:r>
              <a:rPr sz="1163" b="1">
                <a:solidFill>
                  <a:srgbClr val="6B49C8"/>
                </a:solidFill>
              </a:rPr>
              <a:t>执行选择</a:t>
            </a:r>
          </a:p>
        </p:txBody>
      </p:sp>
      <p:sp>
        <p:nvSpPr>
          <p:cNvPr id="36" name="">
            <a:extLst xmlns:a="http://schemas.openxmlformats.org/drawingml/2006/main">
              <a:ext uri="{FF2B5EF4-FFF2-40B4-BE49-F238E27FC236}">
                <a16:creationId xmlns:a16="http://schemas.microsoft.com/office/drawing/2014/main" id="{FCECAF05-3830-4132-A122-315DCF74FE66}"/>
              </a:ext>
            </a:extLst>
          </p:cNvPr>
          <p:cNvSpPr>
            <a:spLocks xmlns:a="http://schemas.openxmlformats.org/drawingml/2006/main" noGrp="1"/>
          </p:cNvSpPr>
          <p:nvPr/>
        </p:nvSpPr>
        <p:spPr>
          <a:xfrm xmlns:a="http://schemas.openxmlformats.org/drawingml/2006/main">
            <a:off x="9658350" y="1914525"/>
            <a:ext cx="1543050" cy="828675"/>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40" b="0">
                <a:solidFill>
                  <a:srgbClr val="53657A"/>
                </a:solidFill>
              </a:defRPr>
            </a:pPr>
            <a:r>
              <a:rPr sz="840" b="0">
                <a:solidFill>
                  <a:srgbClr val="53657A"/>
                </a:solidFill>
              </a:rPr>
              <a:t>exact match、schema、health 和 endpoint 过滤。</a:t>
            </a:r>
          </a:p>
        </p:txBody>
      </p:sp>
      <p:sp>
        <p:nvSpPr>
          <p:cNvPr id="37" name="">
            <a:extLst xmlns:a="http://schemas.openxmlformats.org/drawingml/2006/main">
              <a:ext uri="{FF2B5EF4-FFF2-40B4-BE49-F238E27FC236}">
                <a16:creationId xmlns:a16="http://schemas.microsoft.com/office/drawing/2014/main" id="{328F3D3F-891A-47DB-B45E-D075AE86B675}"/>
              </a:ext>
            </a:extLst>
          </p:cNvPr>
          <p:cNvSpPr>
            <a:spLocks xmlns:a="http://schemas.openxmlformats.org/drawingml/2006/main" noGrp="1"/>
          </p:cNvSpPr>
          <p:nvPr/>
        </p:nvSpPr>
        <p:spPr>
          <a:xfrm xmlns:a="http://schemas.openxmlformats.org/drawingml/2006/main">
            <a:off x="9658350" y="2524125"/>
            <a:ext cx="15240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80" b="0">
                <a:solidFill>
                  <a:srgbClr val="6B49C8"/>
                </a:solidFill>
              </a:defRPr>
            </a:pPr>
            <a:r>
              <a:rPr sz="780" b="0">
                <a:solidFill>
                  <a:srgbClr val="6B49C8"/>
                </a:solidFill>
              </a:rPr>
              <a:t>stage_c_selector.py</a:t>
            </a:r>
          </a:p>
        </p:txBody>
      </p:sp>
      <p:sp>
        <p:nvSpPr>
          <p:cNvPr id="38" name="">
            <a:extLst xmlns:a="http://schemas.openxmlformats.org/drawingml/2006/main">
              <a:ext uri="{FF2B5EF4-FFF2-40B4-BE49-F238E27FC236}">
                <a16:creationId xmlns:a16="http://schemas.microsoft.com/office/drawing/2014/main" id="{CFC1EA0F-ACAB-45A0-A91B-3711DD4FF1B0}"/>
              </a:ext>
            </a:extLst>
          </p:cNvPr>
          <p:cNvSpPr>
            <a:spLocks xmlns:a="http://schemas.openxmlformats.org/drawingml/2006/main" noGrp="1"/>
          </p:cNvSpPr>
          <p:nvPr/>
        </p:nvSpPr>
        <p:spPr>
          <a:xfrm xmlns:a="http://schemas.openxmlformats.org/drawingml/2006/main">
            <a:off x="723900" y="3676650"/>
            <a:ext cx="4857750" cy="1581150"/>
          </a:xfrm>
          <a:prstGeom xmlns:a="http://schemas.openxmlformats.org/drawingml/2006/main" prst="roundRect">
            <a:avLst>
              <a:gd name="adj" fmla="val 11000"/>
            </a:avLst>
          </a:prstGeom>
          <a:solidFill xmlns:a="http://schemas.openxmlformats.org/drawingml/2006/main">
            <a:srgbClr val="071A45"/>
          </a:solidFill>
          <a:ln xmlns:a="http://schemas.openxmlformats.org/drawingml/2006/main" w="10478">
            <a:solidFill>
              <a:srgbClr val="194F93"/>
            </a:solidFill>
          </a:ln>
        </p:spPr>
      </p:sp>
      <p:sp>
        <p:nvSpPr>
          <p:cNvPr id="39" name="">
            <a:extLst xmlns:a="http://schemas.openxmlformats.org/drawingml/2006/main">
              <a:ext uri="{FF2B5EF4-FFF2-40B4-BE49-F238E27FC236}">
                <a16:creationId xmlns:a16="http://schemas.microsoft.com/office/drawing/2014/main" id="{B519871C-B124-41AF-B78A-DAAB45D7F961}"/>
              </a:ext>
            </a:extLst>
          </p:cNvPr>
          <p:cNvSpPr>
            <a:spLocks xmlns:a="http://schemas.openxmlformats.org/drawingml/2006/main" noGrp="1"/>
          </p:cNvSpPr>
          <p:nvPr/>
        </p:nvSpPr>
        <p:spPr>
          <a:xfrm xmlns:a="http://schemas.openxmlformats.org/drawingml/2006/main">
            <a:off x="990600" y="3914775"/>
            <a:ext cx="11430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FFFFFF"/>
                </a:solidFill>
              </a:defRPr>
            </a:pPr>
            <a:r>
              <a:rPr sz="1275" b="1">
                <a:solidFill>
                  <a:srgbClr val="FFFFFF"/>
                </a:solidFill>
              </a:rPr>
              <a:t>运行入口</a:t>
            </a:r>
          </a:p>
        </p:txBody>
      </p:sp>
      <p:sp>
        <p:nvSpPr>
          <p:cNvPr id="40" name="">
            <a:extLst xmlns:a="http://schemas.openxmlformats.org/drawingml/2006/main">
              <a:ext uri="{FF2B5EF4-FFF2-40B4-BE49-F238E27FC236}">
                <a16:creationId xmlns:a16="http://schemas.microsoft.com/office/drawing/2014/main" id="{69295EC0-B7AC-4291-972E-1B0EAEEC4D18}"/>
              </a:ext>
            </a:extLst>
          </p:cNvPr>
          <p:cNvSpPr>
            <a:spLocks xmlns:a="http://schemas.openxmlformats.org/drawingml/2006/main" noGrp="1"/>
          </p:cNvSpPr>
          <p:nvPr/>
        </p:nvSpPr>
        <p:spPr>
          <a:xfrm xmlns:a="http://schemas.openxmlformats.org/drawingml/2006/main">
            <a:off x="1009650" y="4305300"/>
            <a:ext cx="39052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40" b="0">
                <a:solidFill>
                  <a:srgbClr val="D5E8FF"/>
                </a:solidFill>
              </a:defRPr>
            </a:pPr>
            <a:r>
              <a:rPr sz="840" b="0">
                <a:solidFill>
                  <a:srgbClr val="D5E8FF"/>
                </a:solidFill>
              </a:rPr>
              <a:t>scripts/run_stage_r_clean_snapshot.py</a:t>
            </a:r>
          </a:p>
        </p:txBody>
      </p:sp>
      <p:sp>
        <p:nvSpPr>
          <p:cNvPr id="41" name="">
            <a:extLst xmlns:a="http://schemas.openxmlformats.org/drawingml/2006/main">
              <a:ext uri="{FF2B5EF4-FFF2-40B4-BE49-F238E27FC236}">
                <a16:creationId xmlns:a16="http://schemas.microsoft.com/office/drawing/2014/main" id="{77A52ACC-6F0D-419D-BDB3-8084655AE8C2}"/>
              </a:ext>
            </a:extLst>
          </p:cNvPr>
          <p:cNvSpPr>
            <a:spLocks xmlns:a="http://schemas.openxmlformats.org/drawingml/2006/main" noGrp="1"/>
          </p:cNvSpPr>
          <p:nvPr/>
        </p:nvSpPr>
        <p:spPr>
          <a:xfrm xmlns:a="http://schemas.openxmlformats.org/drawingml/2006/main">
            <a:off x="1009650" y="4533900"/>
            <a:ext cx="39052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40" b="0">
                <a:solidFill>
                  <a:srgbClr val="D5E8FF"/>
                </a:solidFill>
              </a:defRPr>
            </a:pPr>
            <a:r>
              <a:rPr sz="840" b="0">
                <a:solidFill>
                  <a:srgbClr val="D5E8FF"/>
                </a:solidFill>
              </a:rPr>
              <a:t>scripts/run_stage_a_llm.py</a:t>
            </a:r>
          </a:p>
        </p:txBody>
      </p:sp>
      <p:sp>
        <p:nvSpPr>
          <p:cNvPr id="42" name="">
            <a:extLst xmlns:a="http://schemas.openxmlformats.org/drawingml/2006/main">
              <a:ext uri="{FF2B5EF4-FFF2-40B4-BE49-F238E27FC236}">
                <a16:creationId xmlns:a16="http://schemas.microsoft.com/office/drawing/2014/main" id="{45F0A2F2-2226-447F-A323-5F59464CD4D6}"/>
              </a:ext>
            </a:extLst>
          </p:cNvPr>
          <p:cNvSpPr>
            <a:spLocks xmlns:a="http://schemas.openxmlformats.org/drawingml/2006/main" noGrp="1"/>
          </p:cNvSpPr>
          <p:nvPr/>
        </p:nvSpPr>
        <p:spPr>
          <a:xfrm xmlns:a="http://schemas.openxmlformats.org/drawingml/2006/main">
            <a:off x="1009650" y="4762500"/>
            <a:ext cx="39052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40" b="0">
                <a:solidFill>
                  <a:srgbClr val="D5E8FF"/>
                </a:solidFill>
              </a:defRPr>
            </a:pPr>
            <a:r>
              <a:rPr sz="840" b="0">
                <a:solidFill>
                  <a:srgbClr val="D5E8FF"/>
                </a:solidFill>
              </a:rPr>
              <a:t>scripts/run_stage_b.py</a:t>
            </a:r>
          </a:p>
        </p:txBody>
      </p:sp>
      <p:sp>
        <p:nvSpPr>
          <p:cNvPr id="43" name="">
            <a:extLst xmlns:a="http://schemas.openxmlformats.org/drawingml/2006/main">
              <a:ext uri="{FF2B5EF4-FFF2-40B4-BE49-F238E27FC236}">
                <a16:creationId xmlns:a16="http://schemas.microsoft.com/office/drawing/2014/main" id="{8BBDBA27-222F-440D-8F06-4959C3E5861D}"/>
              </a:ext>
            </a:extLst>
          </p:cNvPr>
          <p:cNvSpPr>
            <a:spLocks xmlns:a="http://schemas.openxmlformats.org/drawingml/2006/main" noGrp="1"/>
          </p:cNvSpPr>
          <p:nvPr/>
        </p:nvSpPr>
        <p:spPr>
          <a:xfrm xmlns:a="http://schemas.openxmlformats.org/drawingml/2006/main">
            <a:off x="1009650" y="4991100"/>
            <a:ext cx="39052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40" b="0">
                <a:solidFill>
                  <a:srgbClr val="D5E8FF"/>
                </a:solidFill>
              </a:defRPr>
            </a:pPr>
            <a:r>
              <a:rPr sz="840" b="0">
                <a:solidFill>
                  <a:srgbClr val="D5E8FF"/>
                </a:solidFill>
              </a:rPr>
              <a:t>scripts/run_routing_service.py</a:t>
            </a:r>
          </a:p>
        </p:txBody>
      </p:sp>
      <p:sp>
        <p:nvSpPr>
          <p:cNvPr id="44" name="">
            <a:extLst xmlns:a="http://schemas.openxmlformats.org/drawingml/2006/main">
              <a:ext uri="{FF2B5EF4-FFF2-40B4-BE49-F238E27FC236}">
                <a16:creationId xmlns:a16="http://schemas.microsoft.com/office/drawing/2014/main" id="{E5B1EBF4-CAF1-4B20-8475-80C356B2C412}"/>
              </a:ext>
            </a:extLst>
          </p:cNvPr>
          <p:cNvSpPr>
            <a:spLocks xmlns:a="http://schemas.openxmlformats.org/drawingml/2006/main" noGrp="1"/>
          </p:cNvSpPr>
          <p:nvPr/>
        </p:nvSpPr>
        <p:spPr>
          <a:xfrm xmlns:a="http://schemas.openxmlformats.org/drawingml/2006/main">
            <a:off x="6191250" y="3676650"/>
            <a:ext cx="4762500" cy="158115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9525">
            <a:solidFill>
              <a:srgbClr val="C9DDF3"/>
            </a:solidFill>
          </a:ln>
        </p:spPr>
      </p:sp>
      <p:sp>
        <p:nvSpPr>
          <p:cNvPr id="45" name="">
            <a:extLst xmlns:a="http://schemas.openxmlformats.org/drawingml/2006/main">
              <a:ext uri="{FF2B5EF4-FFF2-40B4-BE49-F238E27FC236}">
                <a16:creationId xmlns:a16="http://schemas.microsoft.com/office/drawing/2014/main" id="{CB774F80-F6AF-4648-ADA4-A98B544150F1}"/>
              </a:ext>
            </a:extLst>
          </p:cNvPr>
          <p:cNvSpPr>
            <a:spLocks xmlns:a="http://schemas.openxmlformats.org/drawingml/2006/main" noGrp="1"/>
          </p:cNvSpPr>
          <p:nvPr/>
        </p:nvSpPr>
        <p:spPr>
          <a:xfrm xmlns:a="http://schemas.openxmlformats.org/drawingml/2006/main">
            <a:off x="6457950" y="3914775"/>
            <a:ext cx="11430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02033"/>
                </a:solidFill>
              </a:defRPr>
            </a:pPr>
            <a:r>
              <a:rPr sz="1275" b="1">
                <a:solidFill>
                  <a:srgbClr val="102033"/>
                </a:solidFill>
              </a:rPr>
              <a:t>验证覆盖</a:t>
            </a:r>
          </a:p>
        </p:txBody>
      </p:sp>
      <p:sp>
        <p:nvSpPr>
          <p:cNvPr id="46" name="">
            <a:extLst xmlns:a="http://schemas.openxmlformats.org/drawingml/2006/main">
              <a:ext uri="{FF2B5EF4-FFF2-40B4-BE49-F238E27FC236}">
                <a16:creationId xmlns:a16="http://schemas.microsoft.com/office/drawing/2014/main" id="{4BE2BBF6-FA6E-4ED3-94E4-70C98ADA0A3C}"/>
              </a:ext>
            </a:extLst>
          </p:cNvPr>
          <p:cNvSpPr>
            <a:spLocks xmlns:a="http://schemas.openxmlformats.org/drawingml/2006/main" noGrp="1"/>
          </p:cNvSpPr>
          <p:nvPr/>
        </p:nvSpPr>
        <p:spPr>
          <a:xfrm xmlns:a="http://schemas.openxmlformats.org/drawingml/2006/main">
            <a:off x="6477000" y="4305300"/>
            <a:ext cx="11620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38" b="1">
                <a:solidFill>
                  <a:srgbClr val="0B63CE"/>
                </a:solidFill>
              </a:defRPr>
            </a:pPr>
            <a:r>
              <a:rPr sz="938" b="1">
                <a:solidFill>
                  <a:srgbClr val="0B63CE"/>
                </a:solidFill>
              </a:rPr>
              <a:t>test_stage_r_clean.py</a:t>
            </a:r>
          </a:p>
        </p:txBody>
      </p:sp>
      <p:sp>
        <p:nvSpPr>
          <p:cNvPr id="47" name="">
            <a:extLst xmlns:a="http://schemas.openxmlformats.org/drawingml/2006/main">
              <a:ext uri="{FF2B5EF4-FFF2-40B4-BE49-F238E27FC236}">
                <a16:creationId xmlns:a16="http://schemas.microsoft.com/office/drawing/2014/main" id="{1317C4BE-6799-4EC9-ACDD-CADE266E7D2E}"/>
              </a:ext>
            </a:extLst>
          </p:cNvPr>
          <p:cNvSpPr>
            <a:spLocks xmlns:a="http://schemas.openxmlformats.org/drawingml/2006/main" noGrp="1"/>
          </p:cNvSpPr>
          <p:nvPr/>
        </p:nvSpPr>
        <p:spPr>
          <a:xfrm xmlns:a="http://schemas.openxmlformats.org/drawingml/2006/main">
            <a:off x="8477250" y="4305300"/>
            <a:ext cx="11620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38" b="1">
                <a:solidFill>
                  <a:srgbClr val="0E8A57"/>
                </a:solidFill>
              </a:defRPr>
            </a:pPr>
            <a:r>
              <a:rPr sz="938" b="1">
                <a:solidFill>
                  <a:srgbClr val="0E8A57"/>
                </a:solidFill>
              </a:rPr>
              <a:t>test_stage_a_llm.py</a:t>
            </a:r>
          </a:p>
        </p:txBody>
      </p:sp>
      <p:sp>
        <p:nvSpPr>
          <p:cNvPr id="48" name="">
            <a:extLst xmlns:a="http://schemas.openxmlformats.org/drawingml/2006/main">
              <a:ext uri="{FF2B5EF4-FFF2-40B4-BE49-F238E27FC236}">
                <a16:creationId xmlns:a16="http://schemas.microsoft.com/office/drawing/2014/main" id="{B9ED8011-8147-4C93-8DD3-8170B2862533}"/>
              </a:ext>
            </a:extLst>
          </p:cNvPr>
          <p:cNvSpPr>
            <a:spLocks xmlns:a="http://schemas.openxmlformats.org/drawingml/2006/main" noGrp="1"/>
          </p:cNvSpPr>
          <p:nvPr/>
        </p:nvSpPr>
        <p:spPr>
          <a:xfrm xmlns:a="http://schemas.openxmlformats.org/drawingml/2006/main">
            <a:off x="6477000" y="4733925"/>
            <a:ext cx="11620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38" b="1">
                <a:solidFill>
                  <a:srgbClr val="E97132"/>
                </a:solidFill>
              </a:defRPr>
            </a:pPr>
            <a:r>
              <a:rPr sz="938" b="1">
                <a:solidFill>
                  <a:srgbClr val="E97132"/>
                </a:solidFill>
              </a:rPr>
              <a:t>test_stage_b.py</a:t>
            </a:r>
          </a:p>
        </p:txBody>
      </p:sp>
      <p:sp>
        <p:nvSpPr>
          <p:cNvPr id="49" name="">
            <a:extLst xmlns:a="http://schemas.openxmlformats.org/drawingml/2006/main">
              <a:ext uri="{FF2B5EF4-FFF2-40B4-BE49-F238E27FC236}">
                <a16:creationId xmlns:a16="http://schemas.microsoft.com/office/drawing/2014/main" id="{C574DF04-A82E-44F5-9EFE-324810F2631B}"/>
              </a:ext>
            </a:extLst>
          </p:cNvPr>
          <p:cNvSpPr>
            <a:spLocks xmlns:a="http://schemas.openxmlformats.org/drawingml/2006/main" noGrp="1"/>
          </p:cNvSpPr>
          <p:nvPr/>
        </p:nvSpPr>
        <p:spPr>
          <a:xfrm xmlns:a="http://schemas.openxmlformats.org/drawingml/2006/main">
            <a:off x="8477250" y="4733925"/>
            <a:ext cx="11620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38" b="1">
                <a:solidFill>
                  <a:srgbClr val="6B49C8"/>
                </a:solidFill>
              </a:defRPr>
            </a:pPr>
            <a:r>
              <a:rPr sz="938" b="1">
                <a:solidFill>
                  <a:srgbClr val="6B49C8"/>
                </a:solidFill>
              </a:rPr>
              <a:t>test_stage_c.py</a:t>
            </a:r>
          </a:p>
        </p:txBody>
      </p:sp>
      <p:sp>
        <p:nvSpPr>
          <p:cNvPr id="50" name="">
            <a:extLst xmlns:a="http://schemas.openxmlformats.org/drawingml/2006/main">
              <a:ext uri="{FF2B5EF4-FFF2-40B4-BE49-F238E27FC236}">
                <a16:creationId xmlns:a16="http://schemas.microsoft.com/office/drawing/2014/main" id="{5F3C92D7-C465-426F-8A62-7E6FF6FA401B}"/>
              </a:ext>
            </a:extLst>
          </p:cNvPr>
          <p:cNvSpPr>
            <a:spLocks xmlns:a="http://schemas.openxmlformats.org/drawingml/2006/main" noGrp="1"/>
          </p:cNvSpPr>
          <p:nvPr/>
        </p:nvSpPr>
        <p:spPr>
          <a:xfrm xmlns:a="http://schemas.openxmlformats.org/drawingml/2006/main">
            <a:off x="781050" y="5848350"/>
            <a:ext cx="7810500" cy="238125"/>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02033"/>
                </a:solidFill>
              </a:defRPr>
            </a:pPr>
            <a:r>
              <a:rPr sz="1125" b="1">
                <a:solidFill>
                  <a:srgbClr val="102033"/>
                </a:solidFill>
              </a:rPr>
              <a:t>代码结构支撑从离线实验到服务化调用的迁移；后续重点是与演示端做更稳定的端到端联调。</a:t>
            </a:r>
          </a:p>
        </p:txBody>
      </p:sp>
      <p:sp>
        <p:nvSpPr>
          <p:cNvPr id="51" name="">
            <a:extLst xmlns:a="http://schemas.openxmlformats.org/drawingml/2006/main">
              <a:ext uri="{FF2B5EF4-FFF2-40B4-BE49-F238E27FC236}">
                <a16:creationId xmlns:a16="http://schemas.microsoft.com/office/drawing/2014/main" id="{29094958-4DE8-4507-9069-4DBCF2B3DD78}"/>
              </a:ext>
            </a:extLst>
          </p:cNvPr>
          <p:cNvSpPr>
            <a:spLocks xmlns:a="http://schemas.openxmlformats.org/drawingml/2006/main" noGrp="1"/>
          </p:cNvSpPr>
          <p:nvPr/>
        </p:nvSpPr>
        <p:spPr>
          <a:xfrm xmlns:a="http://schemas.openxmlformats.org/drawingml/2006/main">
            <a:off x="476250" y="6457950"/>
            <a:ext cx="8572500" cy="9525"/>
          </a:xfrm>
          <a:prstGeom xmlns:a="http://schemas.openxmlformats.org/drawingml/2006/main" prst="rect">
            <a:avLst/>
          </a:prstGeom>
          <a:solidFill xmlns:a="http://schemas.openxmlformats.org/drawingml/2006/main">
            <a:srgbClr val="E4EDF8"/>
          </a:solidFill>
          <a:ln xmlns:a="http://schemas.openxmlformats.org/drawingml/2006/main" w="0">
            <a:solidFill>
              <a:srgbClr val="E4EDF8"/>
            </a:solidFill>
          </a:ln>
        </p:spPr>
      </p:sp>
      <p:sp>
        <p:nvSpPr>
          <p:cNvPr id="52" name="">
            <a:extLst xmlns:a="http://schemas.openxmlformats.org/drawingml/2006/main">
              <a:ext uri="{FF2B5EF4-FFF2-40B4-BE49-F238E27FC236}">
                <a16:creationId xmlns:a16="http://schemas.microsoft.com/office/drawing/2014/main" id="{B4B6697E-2196-4998-B705-600F94786C0D}"/>
              </a:ext>
            </a:extLst>
          </p:cNvPr>
          <p:cNvSpPr>
            <a:spLocks xmlns:a="http://schemas.openxmlformats.org/drawingml/2006/main" noGrp="1"/>
          </p:cNvSpPr>
          <p:nvPr/>
        </p:nvSpPr>
        <p:spPr>
          <a:xfrm xmlns:a="http://schemas.openxmlformats.org/drawingml/2006/main">
            <a:off x="476250" y="6553200"/>
            <a:ext cx="5905500" cy="1333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675" b="0">
                <a:solidFill>
                  <a:srgbClr val="8394A8"/>
                </a:solidFill>
              </a:defRPr>
            </a:pPr>
            <a:r>
              <a:rPr sz="675" b="0">
                <a:solidFill>
                  <a:srgbClr val="8394A8"/>
                </a:solidFill>
              </a:rPr>
              <a:t>面向互联网基础资源的大模型多智能体协作与可信认知标识技术研究</a:t>
            </a:r>
          </a:p>
        </p:txBody>
      </p:sp>
      <p:sp>
        <p:nvSpPr>
          <p:cNvPr id="53" name="">
            <a:extLst xmlns:a="http://schemas.openxmlformats.org/drawingml/2006/main">
              <a:ext uri="{FF2B5EF4-FFF2-40B4-BE49-F238E27FC236}">
                <a16:creationId xmlns:a16="http://schemas.microsoft.com/office/drawing/2014/main" id="{0604404D-BD2B-476B-A92A-2DF5C15A9FFF}"/>
              </a:ext>
            </a:extLst>
          </p:cNvPr>
          <p:cNvSpPr>
            <a:spLocks xmlns:a="http://schemas.openxmlformats.org/drawingml/2006/main" noGrp="1"/>
          </p:cNvSpPr>
          <p:nvPr/>
        </p:nvSpPr>
        <p:spPr>
          <a:xfrm xmlns:a="http://schemas.openxmlformats.org/drawingml/2006/main">
            <a:off x="11382375" y="6515100"/>
            <a:ext cx="3238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0">
                <a:solidFill>
                  <a:srgbClr val="8394A8"/>
                </a:solidFill>
              </a:defRPr>
            </a:pPr>
            <a:r>
              <a:rPr sz="750" b="0">
                <a:solidFill>
                  <a:srgbClr val="8394A8"/>
                </a:solidFill>
              </a:rPr>
              <a:t>09</a:t>
            </a:r>
          </a:p>
        </p:txBody>
      </p:sp>
    </p:spTree>
    <p:extLst>
      <p:ext uri="{BB962C8B-B14F-4D97-AF65-F5344CB8AC3E}">
        <p14:creationId xmlns:p14="http://schemas.microsoft.com/office/powerpoint/2010/main" val="196637805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91c50f77ea2f4a7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C51526E-3B2F-462F-AED9-FCC04273304F}"/>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082B6D"/>
          </a:solidFill>
          <a:ln xmlns:a="http://schemas.openxmlformats.org/drawingml/2006/main" w="0">
            <a:solidFill>
              <a:srgbClr val="082B6D"/>
            </a:solidFill>
          </a:ln>
        </p:spPr>
      </p:sp>
      <p:sp>
        <p:nvSpPr>
          <p:cNvPr id="3" name="">
            <a:extLst xmlns:a="http://schemas.openxmlformats.org/drawingml/2006/main">
              <a:ext uri="{FF2B5EF4-FFF2-40B4-BE49-F238E27FC236}">
                <a16:creationId xmlns:a16="http://schemas.microsoft.com/office/drawing/2014/main" id="{162B0F8D-42FC-4A36-89E6-2E710205FE57}"/>
              </a:ext>
            </a:extLst>
          </p:cNvPr>
          <p:cNvSpPr>
            <a:spLocks xmlns:a="http://schemas.openxmlformats.org/drawingml/2006/main" noGrp="1"/>
          </p:cNvSpPr>
          <p:nvPr/>
        </p:nvSpPr>
        <p:spPr>
          <a:xfrm xmlns:a="http://schemas.openxmlformats.org/drawingml/2006/main">
            <a:off x="0" y="104775"/>
            <a:ext cx="12192000" cy="28575"/>
          </a:xfrm>
          <a:prstGeom xmlns:a="http://schemas.openxmlformats.org/drawingml/2006/main" prst="rect">
            <a:avLst/>
          </a:prstGeom>
          <a:solidFill xmlns:a="http://schemas.openxmlformats.org/drawingml/2006/main">
            <a:srgbClr val="1E83E6"/>
          </a:solidFill>
          <a:ln xmlns:a="http://schemas.openxmlformats.org/drawingml/2006/main" w="0">
            <a:solidFill>
              <a:srgbClr val="1E83E6"/>
            </a:solidFill>
          </a:ln>
        </p:spPr>
      </p:sp>
      <p:sp>
        <p:nvSpPr>
          <p:cNvPr id="4" name="">
            <a:extLst xmlns:a="http://schemas.openxmlformats.org/drawingml/2006/main">
              <a:ext uri="{FF2B5EF4-FFF2-40B4-BE49-F238E27FC236}">
                <a16:creationId xmlns:a16="http://schemas.microsoft.com/office/drawing/2014/main" id="{0E443DF9-AC8B-4742-822D-C7755887A95C}"/>
              </a:ext>
            </a:extLst>
          </p:cNvPr>
          <p:cNvSpPr>
            <a:spLocks xmlns:a="http://schemas.openxmlformats.org/drawingml/2006/main" noGrp="1"/>
          </p:cNvSpPr>
          <p:nvPr/>
        </p:nvSpPr>
        <p:spPr>
          <a:xfrm xmlns:a="http://schemas.openxmlformats.org/drawingml/2006/main">
            <a:off x="476250" y="285750"/>
            <a:ext cx="666750" cy="228600"/>
          </a:xfrm>
          <a:prstGeom xmlns:a="http://schemas.openxmlformats.org/drawingml/2006/main" prst="roundRect">
            <a:avLst>
              <a:gd name="adj" fmla="val 45000"/>
            </a:avLst>
          </a:prstGeom>
          <a:solidFill xmlns:a="http://schemas.openxmlformats.org/drawingml/2006/main">
            <a:srgbClr val="E8F2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0B63CE"/>
                </a:solidFill>
              </a:defRPr>
            </a:pPr>
            <a:r>
              <a:rPr sz="1050" b="1">
                <a:solidFill>
                  <a:srgbClr val="0B63CE"/>
                </a:solidFill>
              </a:rPr>
              <a:t>08</a:t>
            </a:r>
          </a:p>
        </p:txBody>
      </p:sp>
      <p:sp>
        <p:nvSpPr>
          <p:cNvPr id="5" name="">
            <a:extLst xmlns:a="http://schemas.openxmlformats.org/drawingml/2006/main">
              <a:ext uri="{FF2B5EF4-FFF2-40B4-BE49-F238E27FC236}">
                <a16:creationId xmlns:a16="http://schemas.microsoft.com/office/drawing/2014/main" id="{7372C653-3CA1-4F19-8C68-52D8E2C8D391}"/>
              </a:ext>
            </a:extLst>
          </p:cNvPr>
          <p:cNvSpPr>
            <a:spLocks xmlns:a="http://schemas.openxmlformats.org/drawingml/2006/main" noGrp="1"/>
          </p:cNvSpPr>
          <p:nvPr/>
        </p:nvSpPr>
        <p:spPr>
          <a:xfrm xmlns:a="http://schemas.openxmlformats.org/drawingml/2006/main">
            <a:off x="1285875" y="276225"/>
            <a:ext cx="80962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02033"/>
                </a:solidFill>
              </a:defRPr>
            </a:pPr>
            <a:r>
              <a:rPr sz="1800" b="1">
                <a:solidFill>
                  <a:srgbClr val="102033"/>
                </a:solidFill>
              </a:rPr>
              <a:t>数据与评测协议：冻结样本池支撑统一口径验收</a:t>
            </a:r>
          </a:p>
        </p:txBody>
      </p:sp>
      <p:sp>
        <p:nvSpPr>
          <p:cNvPr id="6" name="">
            <a:extLst xmlns:a="http://schemas.openxmlformats.org/drawingml/2006/main">
              <a:ext uri="{FF2B5EF4-FFF2-40B4-BE49-F238E27FC236}">
                <a16:creationId xmlns:a16="http://schemas.microsoft.com/office/drawing/2014/main" id="{194C8FF4-A4F0-4B40-8B86-AD193420D93A}"/>
              </a:ext>
            </a:extLst>
          </p:cNvPr>
          <p:cNvSpPr>
            <a:spLocks xmlns:a="http://schemas.openxmlformats.org/drawingml/2006/main" noGrp="1"/>
          </p:cNvSpPr>
          <p:nvPr/>
        </p:nvSpPr>
        <p:spPr>
          <a:xfrm xmlns:a="http://schemas.openxmlformats.org/drawingml/2006/main">
            <a:off x="1285875" y="609600"/>
            <a:ext cx="80010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53657A"/>
                </a:solidFill>
              </a:defRPr>
            </a:pPr>
            <a:r>
              <a:rPr sz="938" b="0">
                <a:solidFill>
                  <a:srgbClr val="53657A"/>
                </a:solidFill>
              </a:rPr>
              <a:t>主结果采用 dev + blind + challenge + holdout2 + holdout3 合并后的固定 train/test 协议。</a:t>
            </a:r>
          </a:p>
        </p:txBody>
      </p:sp>
      <p:sp>
        <p:nvSpPr>
          <p:cNvPr id="7" name="">
            <a:extLst xmlns:a="http://schemas.openxmlformats.org/drawingml/2006/main">
              <a:ext uri="{FF2B5EF4-FFF2-40B4-BE49-F238E27FC236}">
                <a16:creationId xmlns:a16="http://schemas.microsoft.com/office/drawing/2014/main" id="{65724474-12A8-4315-824E-273B29ABB5A5}"/>
              </a:ext>
            </a:extLst>
          </p:cNvPr>
          <p:cNvSpPr>
            <a:spLocks xmlns:a="http://schemas.openxmlformats.org/drawingml/2006/main" noGrp="1"/>
          </p:cNvSpPr>
          <p:nvPr/>
        </p:nvSpPr>
        <p:spPr>
          <a:xfrm xmlns:a="http://schemas.openxmlformats.org/drawingml/2006/main">
            <a:off x="10782300" y="276225"/>
            <a:ext cx="9144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00" b="1">
                <a:solidFill>
                  <a:srgbClr val="0B63CE"/>
                </a:solidFill>
              </a:defRPr>
            </a:pPr>
            <a:r>
              <a:rPr sz="1800" b="1">
                <a:solidFill>
                  <a:srgbClr val="0B63CE"/>
                </a:solidFill>
              </a:rPr>
              <a:t>CNNIC</a:t>
            </a:r>
          </a:p>
        </p:txBody>
      </p:sp>
      <p:sp>
        <p:nvSpPr>
          <p:cNvPr id="8" name="">
            <a:extLst xmlns:a="http://schemas.openxmlformats.org/drawingml/2006/main">
              <a:ext uri="{FF2B5EF4-FFF2-40B4-BE49-F238E27FC236}">
                <a16:creationId xmlns:a16="http://schemas.microsoft.com/office/drawing/2014/main" id="{72791EE5-720D-48CF-A0E0-65B224984C25}"/>
              </a:ext>
            </a:extLst>
          </p:cNvPr>
          <p:cNvSpPr>
            <a:spLocks xmlns:a="http://schemas.openxmlformats.org/drawingml/2006/main" noGrp="1"/>
          </p:cNvSpPr>
          <p:nvPr/>
        </p:nvSpPr>
        <p:spPr>
          <a:xfrm xmlns:a="http://schemas.openxmlformats.org/drawingml/2006/main">
            <a:off x="9906000" y="533400"/>
            <a:ext cx="17907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88" b="0">
                <a:solidFill>
                  <a:srgbClr val="53657A"/>
                </a:solidFill>
              </a:defRPr>
            </a:pPr>
            <a:r>
              <a:rPr sz="788" b="0">
                <a:solidFill>
                  <a:srgbClr val="53657A"/>
                </a:solidFill>
              </a:rPr>
              <a:t>中国互联网络信息中心</a:t>
            </a:r>
          </a:p>
        </p:txBody>
      </p:sp>
      <p:sp>
        <p:nvSpPr>
          <p:cNvPr id="9" name="">
            <a:extLst xmlns:a="http://schemas.openxmlformats.org/drawingml/2006/main">
              <a:ext uri="{FF2B5EF4-FFF2-40B4-BE49-F238E27FC236}">
                <a16:creationId xmlns:a16="http://schemas.microsoft.com/office/drawing/2014/main" id="{D350BC61-A1E5-4B87-9F4F-360E4C97ECC2}"/>
              </a:ext>
            </a:extLst>
          </p:cNvPr>
          <p:cNvSpPr>
            <a:spLocks xmlns:a="http://schemas.openxmlformats.org/drawingml/2006/main" noGrp="1"/>
          </p:cNvSpPr>
          <p:nvPr/>
        </p:nvSpPr>
        <p:spPr>
          <a:xfrm xmlns:a="http://schemas.openxmlformats.org/drawingml/2006/main">
            <a:off x="819150" y="1381125"/>
            <a:ext cx="1524000" cy="4953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a:solidFill>
                  <a:srgbClr val="0B63CE"/>
                </a:solidFill>
              </a:defRPr>
            </a:pPr>
            <a:r>
              <a:rPr sz="2925" b="1">
                <a:solidFill>
                  <a:srgbClr val="0B63CE"/>
                </a:solidFill>
              </a:rPr>
              <a:t>563</a:t>
            </a:r>
          </a:p>
        </p:txBody>
      </p:sp>
      <p:sp>
        <p:nvSpPr>
          <p:cNvPr id="10" name="">
            <a:extLst xmlns:a="http://schemas.openxmlformats.org/drawingml/2006/main">
              <a:ext uri="{FF2B5EF4-FFF2-40B4-BE49-F238E27FC236}">
                <a16:creationId xmlns:a16="http://schemas.microsoft.com/office/drawing/2014/main" id="{DC716DCA-49A6-4E01-9D9C-05D31394FEB2}"/>
              </a:ext>
            </a:extLst>
          </p:cNvPr>
          <p:cNvSpPr>
            <a:spLocks xmlns:a="http://schemas.openxmlformats.org/drawingml/2006/main" noGrp="1"/>
          </p:cNvSpPr>
          <p:nvPr/>
        </p:nvSpPr>
        <p:spPr>
          <a:xfrm xmlns:a="http://schemas.openxmlformats.org/drawingml/2006/main">
            <a:off x="838200" y="1895475"/>
            <a:ext cx="17526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02033"/>
                </a:solidFill>
              </a:defRPr>
            </a:pPr>
            <a:r>
              <a:rPr sz="1125" b="1">
                <a:solidFill>
                  <a:srgbClr val="102033"/>
                </a:solidFill>
              </a:rPr>
              <a:t>总样本数</a:t>
            </a:r>
          </a:p>
        </p:txBody>
      </p:sp>
      <p:sp>
        <p:nvSpPr>
          <p:cNvPr id="11" name="">
            <a:extLst xmlns:a="http://schemas.openxmlformats.org/drawingml/2006/main">
              <a:ext uri="{FF2B5EF4-FFF2-40B4-BE49-F238E27FC236}">
                <a16:creationId xmlns:a16="http://schemas.microsoft.com/office/drawing/2014/main" id="{A4DE169D-F1C1-40B0-B3C7-B1BA1AC649B5}"/>
              </a:ext>
            </a:extLst>
          </p:cNvPr>
          <p:cNvSpPr>
            <a:spLocks xmlns:a="http://schemas.openxmlformats.org/drawingml/2006/main" noGrp="1"/>
          </p:cNvSpPr>
          <p:nvPr/>
        </p:nvSpPr>
        <p:spPr>
          <a:xfrm xmlns:a="http://schemas.openxmlformats.org/drawingml/2006/main">
            <a:off x="838200" y="2143125"/>
            <a:ext cx="18097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88" b="0">
                <a:solidFill>
                  <a:srgbClr val="53657A"/>
                </a:solidFill>
              </a:defRPr>
            </a:pPr>
            <a:r>
              <a:rPr sz="788" b="0">
                <a:solidFill>
                  <a:srgbClr val="53657A"/>
                </a:solidFill>
              </a:rPr>
              <a:t>覆盖 9 类领域、25 个能力基座</a:t>
            </a:r>
          </a:p>
        </p:txBody>
      </p:sp>
      <p:sp>
        <p:nvSpPr>
          <p:cNvPr id="12" name="">
            <a:extLst xmlns:a="http://schemas.openxmlformats.org/drawingml/2006/main">
              <a:ext uri="{FF2B5EF4-FFF2-40B4-BE49-F238E27FC236}">
                <a16:creationId xmlns:a16="http://schemas.microsoft.com/office/drawing/2014/main" id="{921FAA3C-1B63-4398-A8CD-7F647E8F93D1}"/>
              </a:ext>
            </a:extLst>
          </p:cNvPr>
          <p:cNvSpPr>
            <a:spLocks xmlns:a="http://schemas.openxmlformats.org/drawingml/2006/main" noGrp="1"/>
          </p:cNvSpPr>
          <p:nvPr/>
        </p:nvSpPr>
        <p:spPr>
          <a:xfrm xmlns:a="http://schemas.openxmlformats.org/drawingml/2006/main">
            <a:off x="2667000" y="1381125"/>
            <a:ext cx="1524000" cy="4953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a:solidFill>
                  <a:srgbClr val="0E8A57"/>
                </a:solidFill>
              </a:defRPr>
            </a:pPr>
            <a:r>
              <a:rPr sz="2925" b="1">
                <a:solidFill>
                  <a:srgbClr val="0E8A57"/>
                </a:solidFill>
              </a:rPr>
              <a:t>450</a:t>
            </a:r>
          </a:p>
        </p:txBody>
      </p:sp>
      <p:sp>
        <p:nvSpPr>
          <p:cNvPr id="13" name="">
            <a:extLst xmlns:a="http://schemas.openxmlformats.org/drawingml/2006/main">
              <a:ext uri="{FF2B5EF4-FFF2-40B4-BE49-F238E27FC236}">
                <a16:creationId xmlns:a16="http://schemas.microsoft.com/office/drawing/2014/main" id="{250CECFC-8C88-4ED7-90FE-40889A49DB73}"/>
              </a:ext>
            </a:extLst>
          </p:cNvPr>
          <p:cNvSpPr>
            <a:spLocks xmlns:a="http://schemas.openxmlformats.org/drawingml/2006/main" noGrp="1"/>
          </p:cNvSpPr>
          <p:nvPr/>
        </p:nvSpPr>
        <p:spPr>
          <a:xfrm xmlns:a="http://schemas.openxmlformats.org/drawingml/2006/main">
            <a:off x="2686050" y="1895475"/>
            <a:ext cx="17526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02033"/>
                </a:solidFill>
              </a:defRPr>
            </a:pPr>
            <a:r>
              <a:rPr sz="1125" b="1">
                <a:solidFill>
                  <a:srgbClr val="102033"/>
                </a:solidFill>
              </a:rPr>
              <a:t>训练划分</a:t>
            </a:r>
          </a:p>
        </p:txBody>
      </p:sp>
      <p:sp>
        <p:nvSpPr>
          <p:cNvPr id="14" name="">
            <a:extLst xmlns:a="http://schemas.openxmlformats.org/drawingml/2006/main">
              <a:ext uri="{FF2B5EF4-FFF2-40B4-BE49-F238E27FC236}">
                <a16:creationId xmlns:a16="http://schemas.microsoft.com/office/drawing/2014/main" id="{D44503C7-3F53-4AAD-921B-F3131EF1A02B}"/>
              </a:ext>
            </a:extLst>
          </p:cNvPr>
          <p:cNvSpPr>
            <a:spLocks xmlns:a="http://schemas.openxmlformats.org/drawingml/2006/main" noGrp="1"/>
          </p:cNvSpPr>
          <p:nvPr/>
        </p:nvSpPr>
        <p:spPr>
          <a:xfrm xmlns:a="http://schemas.openxmlformats.org/drawingml/2006/main">
            <a:off x="2686050" y="2143125"/>
            <a:ext cx="18097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88" b="0">
                <a:solidFill>
                  <a:srgbClr val="53657A"/>
                </a:solidFill>
              </a:defRPr>
            </a:pPr>
            <a:r>
              <a:rPr sz="788" b="0">
                <a:solidFill>
                  <a:srgbClr val="53657A"/>
                </a:solidFill>
              </a:rPr>
              <a:t>用于方案开发与配置选择</a:t>
            </a:r>
          </a:p>
        </p:txBody>
      </p:sp>
      <p:sp>
        <p:nvSpPr>
          <p:cNvPr id="15" name="">
            <a:extLst xmlns:a="http://schemas.openxmlformats.org/drawingml/2006/main">
              <a:ext uri="{FF2B5EF4-FFF2-40B4-BE49-F238E27FC236}">
                <a16:creationId xmlns:a16="http://schemas.microsoft.com/office/drawing/2014/main" id="{C2E8FF6C-D27D-4C7B-8EC7-81B29CE58D4C}"/>
              </a:ext>
            </a:extLst>
          </p:cNvPr>
          <p:cNvSpPr>
            <a:spLocks xmlns:a="http://schemas.openxmlformats.org/drawingml/2006/main" noGrp="1"/>
          </p:cNvSpPr>
          <p:nvPr/>
        </p:nvSpPr>
        <p:spPr>
          <a:xfrm xmlns:a="http://schemas.openxmlformats.org/drawingml/2006/main">
            <a:off x="4476750" y="1381125"/>
            <a:ext cx="1524000" cy="4953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a:solidFill>
                  <a:srgbClr val="E97132"/>
                </a:solidFill>
              </a:defRPr>
            </a:pPr>
            <a:r>
              <a:rPr sz="2925" b="1">
                <a:solidFill>
                  <a:srgbClr val="E97132"/>
                </a:solidFill>
              </a:rPr>
              <a:t>113</a:t>
            </a:r>
          </a:p>
        </p:txBody>
      </p:sp>
      <p:sp>
        <p:nvSpPr>
          <p:cNvPr id="16" name="">
            <a:extLst xmlns:a="http://schemas.openxmlformats.org/drawingml/2006/main">
              <a:ext uri="{FF2B5EF4-FFF2-40B4-BE49-F238E27FC236}">
                <a16:creationId xmlns:a16="http://schemas.microsoft.com/office/drawing/2014/main" id="{F09C498E-BF56-486B-970A-71B8B6E6A379}"/>
              </a:ext>
            </a:extLst>
          </p:cNvPr>
          <p:cNvSpPr>
            <a:spLocks xmlns:a="http://schemas.openxmlformats.org/drawingml/2006/main" noGrp="1"/>
          </p:cNvSpPr>
          <p:nvPr/>
        </p:nvSpPr>
        <p:spPr>
          <a:xfrm xmlns:a="http://schemas.openxmlformats.org/drawingml/2006/main">
            <a:off x="4495800" y="1895475"/>
            <a:ext cx="17526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02033"/>
                </a:solidFill>
              </a:defRPr>
            </a:pPr>
            <a:r>
              <a:rPr sz="1125" b="1">
                <a:solidFill>
                  <a:srgbClr val="102033"/>
                </a:solidFill>
              </a:rPr>
              <a:t>测试划分</a:t>
            </a:r>
          </a:p>
        </p:txBody>
      </p:sp>
      <p:sp>
        <p:nvSpPr>
          <p:cNvPr id="17" name="">
            <a:extLst xmlns:a="http://schemas.openxmlformats.org/drawingml/2006/main">
              <a:ext uri="{FF2B5EF4-FFF2-40B4-BE49-F238E27FC236}">
                <a16:creationId xmlns:a16="http://schemas.microsoft.com/office/drawing/2014/main" id="{0B9F9E11-DDCC-46C5-B5B0-B0F88F8D4739}"/>
              </a:ext>
            </a:extLst>
          </p:cNvPr>
          <p:cNvSpPr>
            <a:spLocks xmlns:a="http://schemas.openxmlformats.org/drawingml/2006/main" noGrp="1"/>
          </p:cNvSpPr>
          <p:nvPr/>
        </p:nvSpPr>
        <p:spPr>
          <a:xfrm xmlns:a="http://schemas.openxmlformats.org/drawingml/2006/main">
            <a:off x="4495800" y="2143125"/>
            <a:ext cx="18097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88" b="0">
                <a:solidFill>
                  <a:srgbClr val="53657A"/>
                </a:solidFill>
              </a:defRPr>
            </a:pPr>
            <a:r>
              <a:rPr sz="788" b="0">
                <a:solidFill>
                  <a:srgbClr val="53657A"/>
                </a:solidFill>
              </a:rPr>
              <a:t>用于一次性主结果报告</a:t>
            </a:r>
          </a:p>
        </p:txBody>
      </p:sp>
      <p:sp>
        <p:nvSpPr>
          <p:cNvPr id="18" name="">
            <a:extLst xmlns:a="http://schemas.openxmlformats.org/drawingml/2006/main">
              <a:ext uri="{FF2B5EF4-FFF2-40B4-BE49-F238E27FC236}">
                <a16:creationId xmlns:a16="http://schemas.microsoft.com/office/drawing/2014/main" id="{21A5452F-EA3D-40BC-9796-50E196CCE8A6}"/>
              </a:ext>
            </a:extLst>
          </p:cNvPr>
          <p:cNvSpPr>
            <a:spLocks xmlns:a="http://schemas.openxmlformats.org/drawingml/2006/main" noGrp="1"/>
          </p:cNvSpPr>
          <p:nvPr/>
        </p:nvSpPr>
        <p:spPr>
          <a:xfrm xmlns:a="http://schemas.openxmlformats.org/drawingml/2006/main">
            <a:off x="6762750" y="1257300"/>
            <a:ext cx="4000500" cy="127635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9525">
            <a:solidFill>
              <a:srgbClr val="C9DDF3"/>
            </a:solidFill>
          </a:ln>
        </p:spPr>
      </p:sp>
      <p:sp>
        <p:nvSpPr>
          <p:cNvPr id="19" name="">
            <a:extLst xmlns:a="http://schemas.openxmlformats.org/drawingml/2006/main">
              <a:ext uri="{FF2B5EF4-FFF2-40B4-BE49-F238E27FC236}">
                <a16:creationId xmlns:a16="http://schemas.microsoft.com/office/drawing/2014/main" id="{13C4BBB6-AD63-4407-8987-6976A01EFF62}"/>
              </a:ext>
            </a:extLst>
          </p:cNvPr>
          <p:cNvSpPr>
            <a:spLocks xmlns:a="http://schemas.openxmlformats.org/drawingml/2006/main" noGrp="1"/>
          </p:cNvSpPr>
          <p:nvPr/>
        </p:nvSpPr>
        <p:spPr>
          <a:xfrm xmlns:a="http://schemas.openxmlformats.org/drawingml/2006/main">
            <a:off x="7048500" y="1485900"/>
            <a:ext cx="13335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2033"/>
                </a:solidFill>
              </a:defRPr>
            </a:pPr>
            <a:r>
              <a:rPr sz="1350" b="1">
                <a:solidFill>
                  <a:srgbClr val="102033"/>
                </a:solidFill>
              </a:rPr>
              <a:t>指标体系</a:t>
            </a:r>
          </a:p>
        </p:txBody>
      </p:sp>
      <p:sp>
        <p:nvSpPr>
          <p:cNvPr id="20" name="">
            <a:extLst xmlns:a="http://schemas.openxmlformats.org/drawingml/2006/main">
              <a:ext uri="{FF2B5EF4-FFF2-40B4-BE49-F238E27FC236}">
                <a16:creationId xmlns:a16="http://schemas.microsoft.com/office/drawing/2014/main" id="{D9646B04-8829-49D8-B768-EC9612D32274}"/>
              </a:ext>
            </a:extLst>
          </p:cNvPr>
          <p:cNvSpPr>
            <a:spLocks xmlns:a="http://schemas.openxmlformats.org/drawingml/2006/main" noGrp="1"/>
          </p:cNvSpPr>
          <p:nvPr/>
        </p:nvSpPr>
        <p:spPr>
          <a:xfrm xmlns:a="http://schemas.openxmlformats.org/drawingml/2006/main">
            <a:off x="7048500" y="1885950"/>
            <a:ext cx="11620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38" b="1">
                <a:solidFill>
                  <a:srgbClr val="0B63CE"/>
                </a:solidFill>
              </a:defRPr>
            </a:pPr>
            <a:r>
              <a:rPr sz="938" b="1">
                <a:solidFill>
                  <a:srgbClr val="0B63CE"/>
                </a:solidFill>
              </a:rPr>
              <a:t>PrimaryAcc@1</a:t>
            </a:r>
          </a:p>
        </p:txBody>
      </p:sp>
      <p:sp>
        <p:nvSpPr>
          <p:cNvPr id="21" name="">
            <a:extLst xmlns:a="http://schemas.openxmlformats.org/drawingml/2006/main">
              <a:ext uri="{FF2B5EF4-FFF2-40B4-BE49-F238E27FC236}">
                <a16:creationId xmlns:a16="http://schemas.microsoft.com/office/drawing/2014/main" id="{7EE99936-8A3C-41E6-B19F-184A2B32577B}"/>
              </a:ext>
            </a:extLst>
          </p:cNvPr>
          <p:cNvSpPr>
            <a:spLocks xmlns:a="http://schemas.openxmlformats.org/drawingml/2006/main" noGrp="1"/>
          </p:cNvSpPr>
          <p:nvPr/>
        </p:nvSpPr>
        <p:spPr>
          <a:xfrm xmlns:a="http://schemas.openxmlformats.org/drawingml/2006/main">
            <a:off x="8210550" y="1885950"/>
            <a:ext cx="11620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38" b="1">
                <a:solidFill>
                  <a:srgbClr val="0E8A57"/>
                </a:solidFill>
              </a:defRPr>
            </a:pPr>
            <a:r>
              <a:rPr sz="938" b="1">
                <a:solidFill>
                  <a:srgbClr val="0E8A57"/>
                </a:solidFill>
              </a:rPr>
              <a:t>Acceptable@1</a:t>
            </a:r>
          </a:p>
        </p:txBody>
      </p:sp>
      <p:sp>
        <p:nvSpPr>
          <p:cNvPr id="22" name="">
            <a:extLst xmlns:a="http://schemas.openxmlformats.org/drawingml/2006/main">
              <a:ext uri="{FF2B5EF4-FFF2-40B4-BE49-F238E27FC236}">
                <a16:creationId xmlns:a16="http://schemas.microsoft.com/office/drawing/2014/main" id="{48539A6F-1D46-47EF-8B49-88BFF1D991D5}"/>
              </a:ext>
            </a:extLst>
          </p:cNvPr>
          <p:cNvSpPr>
            <a:spLocks xmlns:a="http://schemas.openxmlformats.org/drawingml/2006/main" noGrp="1"/>
          </p:cNvSpPr>
          <p:nvPr/>
        </p:nvSpPr>
        <p:spPr>
          <a:xfrm xmlns:a="http://schemas.openxmlformats.org/drawingml/2006/main">
            <a:off x="9372600" y="1885950"/>
            <a:ext cx="11620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38" b="1">
                <a:solidFill>
                  <a:srgbClr val="E97132"/>
                </a:solidFill>
              </a:defRPr>
            </a:pPr>
            <a:r>
              <a:rPr sz="938" b="1">
                <a:solidFill>
                  <a:srgbClr val="E97132"/>
                </a:solidFill>
              </a:rPr>
              <a:t>RelatedRecall</a:t>
            </a:r>
          </a:p>
        </p:txBody>
      </p:sp>
      <p:sp>
        <p:nvSpPr>
          <p:cNvPr id="23" name="">
            <a:extLst xmlns:a="http://schemas.openxmlformats.org/drawingml/2006/main">
              <a:ext uri="{FF2B5EF4-FFF2-40B4-BE49-F238E27FC236}">
                <a16:creationId xmlns:a16="http://schemas.microsoft.com/office/drawing/2014/main" id="{071E1638-DE08-45F8-B99F-461372988405}"/>
              </a:ext>
            </a:extLst>
          </p:cNvPr>
          <p:cNvSpPr>
            <a:spLocks xmlns:a="http://schemas.openxmlformats.org/drawingml/2006/main" noGrp="1"/>
          </p:cNvSpPr>
          <p:nvPr/>
        </p:nvSpPr>
        <p:spPr>
          <a:xfrm xmlns:a="http://schemas.openxmlformats.org/drawingml/2006/main">
            <a:off x="7048500" y="2247900"/>
            <a:ext cx="11620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38" b="1">
                <a:solidFill>
                  <a:srgbClr val="0B63CE"/>
                </a:solidFill>
              </a:defRPr>
            </a:pPr>
            <a:r>
              <a:rPr sz="938" b="1">
                <a:solidFill>
                  <a:srgbClr val="0B63CE"/>
                </a:solidFill>
              </a:rPr>
              <a:t>RelatedPrecision</a:t>
            </a:r>
          </a:p>
        </p:txBody>
      </p:sp>
      <p:sp>
        <p:nvSpPr>
          <p:cNvPr id="24" name="">
            <a:extLst xmlns:a="http://schemas.openxmlformats.org/drawingml/2006/main">
              <a:ext uri="{FF2B5EF4-FFF2-40B4-BE49-F238E27FC236}">
                <a16:creationId xmlns:a16="http://schemas.microsoft.com/office/drawing/2014/main" id="{74C62FC8-F9C2-4745-AAB5-0D7A6D271A9F}"/>
              </a:ext>
            </a:extLst>
          </p:cNvPr>
          <p:cNvSpPr>
            <a:spLocks xmlns:a="http://schemas.openxmlformats.org/drawingml/2006/main" noGrp="1"/>
          </p:cNvSpPr>
          <p:nvPr/>
        </p:nvSpPr>
        <p:spPr>
          <a:xfrm xmlns:a="http://schemas.openxmlformats.org/drawingml/2006/main">
            <a:off x="8210550" y="2247900"/>
            <a:ext cx="11620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38" b="1">
                <a:solidFill>
                  <a:srgbClr val="0E8A57"/>
                </a:solidFill>
              </a:defRPr>
            </a:pPr>
            <a:r>
              <a:rPr sz="938" b="1">
                <a:solidFill>
                  <a:srgbClr val="0E8A57"/>
                </a:solidFill>
              </a:rPr>
              <a:t>改写/修正/回归</a:t>
            </a:r>
          </a:p>
        </p:txBody>
      </p:sp>
      <p:sp>
        <p:nvSpPr>
          <p:cNvPr id="25" name="">
            <a:extLst xmlns:a="http://schemas.openxmlformats.org/drawingml/2006/main">
              <a:ext uri="{FF2B5EF4-FFF2-40B4-BE49-F238E27FC236}">
                <a16:creationId xmlns:a16="http://schemas.microsoft.com/office/drawing/2014/main" id="{209DD867-B8CC-4E2D-88C2-0334A3A682B9}"/>
              </a:ext>
            </a:extLst>
          </p:cNvPr>
          <p:cNvSpPr>
            <a:spLocks xmlns:a="http://schemas.openxmlformats.org/drawingml/2006/main" noGrp="1"/>
          </p:cNvSpPr>
          <p:nvPr/>
        </p:nvSpPr>
        <p:spPr>
          <a:xfrm xmlns:a="http://schemas.openxmlformats.org/drawingml/2006/main">
            <a:off x="819150" y="3476625"/>
            <a:ext cx="1238250" cy="66675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9525">
            <a:solidFill>
              <a:srgbClr val="C9DDF3"/>
            </a:solidFill>
          </a:ln>
        </p:spPr>
      </p:sp>
      <p:sp>
        <p:nvSpPr>
          <p:cNvPr id="26" name="">
            <a:extLst xmlns:a="http://schemas.openxmlformats.org/drawingml/2006/main">
              <a:ext uri="{FF2B5EF4-FFF2-40B4-BE49-F238E27FC236}">
                <a16:creationId xmlns:a16="http://schemas.microsoft.com/office/drawing/2014/main" id="{30E842EA-3BA9-4EDE-9EAF-0DA3FE9AA12F}"/>
              </a:ext>
            </a:extLst>
          </p:cNvPr>
          <p:cNvSpPr>
            <a:spLocks xmlns:a="http://schemas.openxmlformats.org/drawingml/2006/main" noGrp="1"/>
          </p:cNvSpPr>
          <p:nvPr/>
        </p:nvSpPr>
        <p:spPr>
          <a:xfrm xmlns:a="http://schemas.openxmlformats.org/drawingml/2006/main">
            <a:off x="952500" y="3638550"/>
            <a:ext cx="685800"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B63CE"/>
                </a:solidFill>
              </a:defRPr>
            </a:pPr>
            <a:r>
              <a:rPr sz="1050" b="1">
                <a:solidFill>
                  <a:srgbClr val="0B63CE"/>
                </a:solidFill>
              </a:rPr>
              <a:t>dev</a:t>
            </a:r>
          </a:p>
        </p:txBody>
      </p:sp>
      <p:sp>
        <p:nvSpPr>
          <p:cNvPr id="27" name="">
            <a:extLst xmlns:a="http://schemas.openxmlformats.org/drawingml/2006/main">
              <a:ext uri="{FF2B5EF4-FFF2-40B4-BE49-F238E27FC236}">
                <a16:creationId xmlns:a16="http://schemas.microsoft.com/office/drawing/2014/main" id="{D67515F6-B794-4031-B5C1-CCA0D887EDAD}"/>
              </a:ext>
            </a:extLst>
          </p:cNvPr>
          <p:cNvSpPr>
            <a:spLocks xmlns:a="http://schemas.openxmlformats.org/drawingml/2006/main" noGrp="1"/>
          </p:cNvSpPr>
          <p:nvPr/>
        </p:nvSpPr>
        <p:spPr>
          <a:xfrm xmlns:a="http://schemas.openxmlformats.org/drawingml/2006/main">
            <a:off x="1600200" y="3600450"/>
            <a:ext cx="3429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350" b="1">
                <a:solidFill>
                  <a:srgbClr val="102033"/>
                </a:solidFill>
              </a:defRPr>
            </a:pPr>
            <a:r>
              <a:rPr sz="1350" b="1">
                <a:solidFill>
                  <a:srgbClr val="102033"/>
                </a:solidFill>
              </a:rPr>
              <a:t>50</a:t>
            </a:r>
          </a:p>
        </p:txBody>
      </p:sp>
      <p:sp>
        <p:nvSpPr>
          <p:cNvPr id="28" name="">
            <a:extLst xmlns:a="http://schemas.openxmlformats.org/drawingml/2006/main">
              <a:ext uri="{FF2B5EF4-FFF2-40B4-BE49-F238E27FC236}">
                <a16:creationId xmlns:a16="http://schemas.microsoft.com/office/drawing/2014/main" id="{118F8159-2078-4E92-B9A5-B71693A07683}"/>
              </a:ext>
            </a:extLst>
          </p:cNvPr>
          <p:cNvSpPr>
            <a:spLocks xmlns:a="http://schemas.openxmlformats.org/drawingml/2006/main" noGrp="1"/>
          </p:cNvSpPr>
          <p:nvPr/>
        </p:nvSpPr>
        <p:spPr>
          <a:xfrm xmlns:a="http://schemas.openxmlformats.org/drawingml/2006/main">
            <a:off x="2124075" y="3686175"/>
            <a:ext cx="400050" cy="228600"/>
          </a:xfrm>
          <a:prstGeom xmlns:a="http://schemas.openxmlformats.org/drawingml/2006/main" prst="rightArrow">
            <a:avLst/>
          </a:prstGeom>
          <a:solidFill xmlns:a="http://schemas.openxmlformats.org/drawingml/2006/main">
            <a:srgbClr val="BED5EF"/>
          </a:solidFill>
          <a:ln xmlns:a="http://schemas.openxmlformats.org/drawingml/2006/main" w="0">
            <a:solidFill>
              <a:srgbClr val="BED5EF"/>
            </a:solidFill>
          </a:ln>
        </p:spPr>
      </p:sp>
      <p:sp>
        <p:nvSpPr>
          <p:cNvPr id="29" name="">
            <a:extLst xmlns:a="http://schemas.openxmlformats.org/drawingml/2006/main">
              <a:ext uri="{FF2B5EF4-FFF2-40B4-BE49-F238E27FC236}">
                <a16:creationId xmlns:a16="http://schemas.microsoft.com/office/drawing/2014/main" id="{44606754-5CD7-494B-BB65-C15D5436EAED}"/>
              </a:ext>
            </a:extLst>
          </p:cNvPr>
          <p:cNvSpPr>
            <a:spLocks xmlns:a="http://schemas.openxmlformats.org/drawingml/2006/main" noGrp="1"/>
          </p:cNvSpPr>
          <p:nvPr/>
        </p:nvSpPr>
        <p:spPr>
          <a:xfrm xmlns:a="http://schemas.openxmlformats.org/drawingml/2006/main">
            <a:off x="2667000" y="3476625"/>
            <a:ext cx="1238250" cy="66675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9525">
            <a:solidFill>
              <a:srgbClr val="C9DDF3"/>
            </a:solidFill>
          </a:ln>
        </p:spPr>
      </p:sp>
      <p:sp>
        <p:nvSpPr>
          <p:cNvPr id="30" name="">
            <a:extLst xmlns:a="http://schemas.openxmlformats.org/drawingml/2006/main">
              <a:ext uri="{FF2B5EF4-FFF2-40B4-BE49-F238E27FC236}">
                <a16:creationId xmlns:a16="http://schemas.microsoft.com/office/drawing/2014/main" id="{FF33D193-53AA-42E9-9104-1E1CEC55986C}"/>
              </a:ext>
            </a:extLst>
          </p:cNvPr>
          <p:cNvSpPr>
            <a:spLocks xmlns:a="http://schemas.openxmlformats.org/drawingml/2006/main" noGrp="1"/>
          </p:cNvSpPr>
          <p:nvPr/>
        </p:nvSpPr>
        <p:spPr>
          <a:xfrm xmlns:a="http://schemas.openxmlformats.org/drawingml/2006/main">
            <a:off x="2800350" y="3638550"/>
            <a:ext cx="685800"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B63CE"/>
                </a:solidFill>
              </a:defRPr>
            </a:pPr>
            <a:r>
              <a:rPr sz="1050" b="1">
                <a:solidFill>
                  <a:srgbClr val="0B63CE"/>
                </a:solidFill>
              </a:rPr>
              <a:t>blind</a:t>
            </a:r>
          </a:p>
        </p:txBody>
      </p:sp>
      <p:sp>
        <p:nvSpPr>
          <p:cNvPr id="31" name="">
            <a:extLst xmlns:a="http://schemas.openxmlformats.org/drawingml/2006/main">
              <a:ext uri="{FF2B5EF4-FFF2-40B4-BE49-F238E27FC236}">
                <a16:creationId xmlns:a16="http://schemas.microsoft.com/office/drawing/2014/main" id="{C61D3C04-8116-4F52-BC2E-87D6B4B8F566}"/>
              </a:ext>
            </a:extLst>
          </p:cNvPr>
          <p:cNvSpPr>
            <a:spLocks xmlns:a="http://schemas.openxmlformats.org/drawingml/2006/main" noGrp="1"/>
          </p:cNvSpPr>
          <p:nvPr/>
        </p:nvSpPr>
        <p:spPr>
          <a:xfrm xmlns:a="http://schemas.openxmlformats.org/drawingml/2006/main">
            <a:off x="3448050" y="3600450"/>
            <a:ext cx="3429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350" b="1">
                <a:solidFill>
                  <a:srgbClr val="102033"/>
                </a:solidFill>
              </a:defRPr>
            </a:pPr>
            <a:r>
              <a:rPr sz="1350" b="1">
                <a:solidFill>
                  <a:srgbClr val="102033"/>
                </a:solidFill>
              </a:rPr>
              <a:t>35</a:t>
            </a:r>
          </a:p>
        </p:txBody>
      </p:sp>
      <p:sp>
        <p:nvSpPr>
          <p:cNvPr id="32" name="">
            <a:extLst xmlns:a="http://schemas.openxmlformats.org/drawingml/2006/main">
              <a:ext uri="{FF2B5EF4-FFF2-40B4-BE49-F238E27FC236}">
                <a16:creationId xmlns:a16="http://schemas.microsoft.com/office/drawing/2014/main" id="{B3785E39-DE2F-4FE4-B933-ECA4DD528B82}"/>
              </a:ext>
            </a:extLst>
          </p:cNvPr>
          <p:cNvSpPr>
            <a:spLocks xmlns:a="http://schemas.openxmlformats.org/drawingml/2006/main" noGrp="1"/>
          </p:cNvSpPr>
          <p:nvPr/>
        </p:nvSpPr>
        <p:spPr>
          <a:xfrm xmlns:a="http://schemas.openxmlformats.org/drawingml/2006/main">
            <a:off x="3971925" y="3686175"/>
            <a:ext cx="400050" cy="228600"/>
          </a:xfrm>
          <a:prstGeom xmlns:a="http://schemas.openxmlformats.org/drawingml/2006/main" prst="rightArrow">
            <a:avLst/>
          </a:prstGeom>
          <a:solidFill xmlns:a="http://schemas.openxmlformats.org/drawingml/2006/main">
            <a:srgbClr val="BED5EF"/>
          </a:solidFill>
          <a:ln xmlns:a="http://schemas.openxmlformats.org/drawingml/2006/main" w="0">
            <a:solidFill>
              <a:srgbClr val="BED5EF"/>
            </a:solidFill>
          </a:ln>
        </p:spPr>
      </p:sp>
      <p:sp>
        <p:nvSpPr>
          <p:cNvPr id="33" name="">
            <a:extLst xmlns:a="http://schemas.openxmlformats.org/drawingml/2006/main">
              <a:ext uri="{FF2B5EF4-FFF2-40B4-BE49-F238E27FC236}">
                <a16:creationId xmlns:a16="http://schemas.microsoft.com/office/drawing/2014/main" id="{C633253E-0B8C-4FBB-A6D8-BAF10C5DD830}"/>
              </a:ext>
            </a:extLst>
          </p:cNvPr>
          <p:cNvSpPr>
            <a:spLocks xmlns:a="http://schemas.openxmlformats.org/drawingml/2006/main" noGrp="1"/>
          </p:cNvSpPr>
          <p:nvPr/>
        </p:nvSpPr>
        <p:spPr>
          <a:xfrm xmlns:a="http://schemas.openxmlformats.org/drawingml/2006/main">
            <a:off x="4514850" y="3476625"/>
            <a:ext cx="1238250" cy="66675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9525">
            <a:solidFill>
              <a:srgbClr val="C9DDF3"/>
            </a:solidFill>
          </a:ln>
        </p:spPr>
      </p:sp>
      <p:sp>
        <p:nvSpPr>
          <p:cNvPr id="34" name="">
            <a:extLst xmlns:a="http://schemas.openxmlformats.org/drawingml/2006/main">
              <a:ext uri="{FF2B5EF4-FFF2-40B4-BE49-F238E27FC236}">
                <a16:creationId xmlns:a16="http://schemas.microsoft.com/office/drawing/2014/main" id="{A41FE0CA-FDC5-4113-A57A-D6620F4C53F1}"/>
              </a:ext>
            </a:extLst>
          </p:cNvPr>
          <p:cNvSpPr>
            <a:spLocks xmlns:a="http://schemas.openxmlformats.org/drawingml/2006/main" noGrp="1"/>
          </p:cNvSpPr>
          <p:nvPr/>
        </p:nvSpPr>
        <p:spPr>
          <a:xfrm xmlns:a="http://schemas.openxmlformats.org/drawingml/2006/main">
            <a:off x="4648200" y="3638550"/>
            <a:ext cx="685800"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B63CE"/>
                </a:solidFill>
              </a:defRPr>
            </a:pPr>
            <a:r>
              <a:rPr sz="1050" b="1">
                <a:solidFill>
                  <a:srgbClr val="0B63CE"/>
                </a:solidFill>
              </a:rPr>
              <a:t>challenge</a:t>
            </a:r>
          </a:p>
        </p:txBody>
      </p:sp>
      <p:sp>
        <p:nvSpPr>
          <p:cNvPr id="35" name="">
            <a:extLst xmlns:a="http://schemas.openxmlformats.org/drawingml/2006/main">
              <a:ext uri="{FF2B5EF4-FFF2-40B4-BE49-F238E27FC236}">
                <a16:creationId xmlns:a16="http://schemas.microsoft.com/office/drawing/2014/main" id="{C54CDD4E-FF2C-4F45-8F4D-81CE444C82C7}"/>
              </a:ext>
            </a:extLst>
          </p:cNvPr>
          <p:cNvSpPr>
            <a:spLocks xmlns:a="http://schemas.openxmlformats.org/drawingml/2006/main" noGrp="1"/>
          </p:cNvSpPr>
          <p:nvPr/>
        </p:nvSpPr>
        <p:spPr>
          <a:xfrm xmlns:a="http://schemas.openxmlformats.org/drawingml/2006/main">
            <a:off x="5295900" y="3600450"/>
            <a:ext cx="3429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350" b="1">
                <a:solidFill>
                  <a:srgbClr val="102033"/>
                </a:solidFill>
              </a:defRPr>
            </a:pPr>
            <a:r>
              <a:rPr sz="1350" b="1">
                <a:solidFill>
                  <a:srgbClr val="102033"/>
                </a:solidFill>
              </a:rPr>
              <a:t>24</a:t>
            </a:r>
          </a:p>
        </p:txBody>
      </p:sp>
      <p:sp>
        <p:nvSpPr>
          <p:cNvPr id="36" name="">
            <a:extLst xmlns:a="http://schemas.openxmlformats.org/drawingml/2006/main">
              <a:ext uri="{FF2B5EF4-FFF2-40B4-BE49-F238E27FC236}">
                <a16:creationId xmlns:a16="http://schemas.microsoft.com/office/drawing/2014/main" id="{9B741468-A7C2-43D9-972B-69519CD83F68}"/>
              </a:ext>
            </a:extLst>
          </p:cNvPr>
          <p:cNvSpPr>
            <a:spLocks xmlns:a="http://schemas.openxmlformats.org/drawingml/2006/main" noGrp="1"/>
          </p:cNvSpPr>
          <p:nvPr/>
        </p:nvSpPr>
        <p:spPr>
          <a:xfrm xmlns:a="http://schemas.openxmlformats.org/drawingml/2006/main">
            <a:off x="5819775" y="3686175"/>
            <a:ext cx="400050" cy="228600"/>
          </a:xfrm>
          <a:prstGeom xmlns:a="http://schemas.openxmlformats.org/drawingml/2006/main" prst="rightArrow">
            <a:avLst/>
          </a:prstGeom>
          <a:solidFill xmlns:a="http://schemas.openxmlformats.org/drawingml/2006/main">
            <a:srgbClr val="BED5EF"/>
          </a:solidFill>
          <a:ln xmlns:a="http://schemas.openxmlformats.org/drawingml/2006/main" w="0">
            <a:solidFill>
              <a:srgbClr val="BED5EF"/>
            </a:solidFill>
          </a:ln>
        </p:spPr>
      </p:sp>
      <p:sp>
        <p:nvSpPr>
          <p:cNvPr id="37" name="">
            <a:extLst xmlns:a="http://schemas.openxmlformats.org/drawingml/2006/main">
              <a:ext uri="{FF2B5EF4-FFF2-40B4-BE49-F238E27FC236}">
                <a16:creationId xmlns:a16="http://schemas.microsoft.com/office/drawing/2014/main" id="{AA326AA2-7F0A-4112-8DD9-CD0E429D71A3}"/>
              </a:ext>
            </a:extLst>
          </p:cNvPr>
          <p:cNvSpPr>
            <a:spLocks xmlns:a="http://schemas.openxmlformats.org/drawingml/2006/main" noGrp="1"/>
          </p:cNvSpPr>
          <p:nvPr/>
        </p:nvSpPr>
        <p:spPr>
          <a:xfrm xmlns:a="http://schemas.openxmlformats.org/drawingml/2006/main">
            <a:off x="6362700" y="3476625"/>
            <a:ext cx="1238250" cy="66675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9525">
            <a:solidFill>
              <a:srgbClr val="C9DDF3"/>
            </a:solidFill>
          </a:ln>
        </p:spPr>
      </p:sp>
      <p:sp>
        <p:nvSpPr>
          <p:cNvPr id="38" name="">
            <a:extLst xmlns:a="http://schemas.openxmlformats.org/drawingml/2006/main">
              <a:ext uri="{FF2B5EF4-FFF2-40B4-BE49-F238E27FC236}">
                <a16:creationId xmlns:a16="http://schemas.microsoft.com/office/drawing/2014/main" id="{3FC50C71-69BA-4ED1-A43C-C8622E21E902}"/>
              </a:ext>
            </a:extLst>
          </p:cNvPr>
          <p:cNvSpPr>
            <a:spLocks xmlns:a="http://schemas.openxmlformats.org/drawingml/2006/main" noGrp="1"/>
          </p:cNvSpPr>
          <p:nvPr/>
        </p:nvSpPr>
        <p:spPr>
          <a:xfrm xmlns:a="http://schemas.openxmlformats.org/drawingml/2006/main">
            <a:off x="6496050" y="3638550"/>
            <a:ext cx="685800"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B63CE"/>
                </a:solidFill>
              </a:defRPr>
            </a:pPr>
            <a:r>
              <a:rPr sz="1050" b="1">
                <a:solidFill>
                  <a:srgbClr val="0B63CE"/>
                </a:solidFill>
              </a:rPr>
              <a:t>holdout2</a:t>
            </a:r>
          </a:p>
        </p:txBody>
      </p:sp>
      <p:sp>
        <p:nvSpPr>
          <p:cNvPr id="39" name="">
            <a:extLst xmlns:a="http://schemas.openxmlformats.org/drawingml/2006/main">
              <a:ext uri="{FF2B5EF4-FFF2-40B4-BE49-F238E27FC236}">
                <a16:creationId xmlns:a16="http://schemas.microsoft.com/office/drawing/2014/main" id="{D79B190E-9FCE-43D3-BD32-D403B12D68C5}"/>
              </a:ext>
            </a:extLst>
          </p:cNvPr>
          <p:cNvSpPr>
            <a:spLocks xmlns:a="http://schemas.openxmlformats.org/drawingml/2006/main" noGrp="1"/>
          </p:cNvSpPr>
          <p:nvPr/>
        </p:nvSpPr>
        <p:spPr>
          <a:xfrm xmlns:a="http://schemas.openxmlformats.org/drawingml/2006/main">
            <a:off x="7143750" y="3600450"/>
            <a:ext cx="3429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350" b="1">
                <a:solidFill>
                  <a:srgbClr val="102033"/>
                </a:solidFill>
              </a:defRPr>
            </a:pPr>
            <a:r>
              <a:rPr sz="1350" b="1">
                <a:solidFill>
                  <a:srgbClr val="102033"/>
                </a:solidFill>
              </a:rPr>
              <a:t>54</a:t>
            </a:r>
          </a:p>
        </p:txBody>
      </p:sp>
      <p:sp>
        <p:nvSpPr>
          <p:cNvPr id="40" name="">
            <a:extLst xmlns:a="http://schemas.openxmlformats.org/drawingml/2006/main">
              <a:ext uri="{FF2B5EF4-FFF2-40B4-BE49-F238E27FC236}">
                <a16:creationId xmlns:a16="http://schemas.microsoft.com/office/drawing/2014/main" id="{C41414EC-CF0F-476D-B8EA-549848C2EA4A}"/>
              </a:ext>
            </a:extLst>
          </p:cNvPr>
          <p:cNvSpPr>
            <a:spLocks xmlns:a="http://schemas.openxmlformats.org/drawingml/2006/main" noGrp="1"/>
          </p:cNvSpPr>
          <p:nvPr/>
        </p:nvSpPr>
        <p:spPr>
          <a:xfrm xmlns:a="http://schemas.openxmlformats.org/drawingml/2006/main">
            <a:off x="7667625" y="3686175"/>
            <a:ext cx="400050" cy="228600"/>
          </a:xfrm>
          <a:prstGeom xmlns:a="http://schemas.openxmlformats.org/drawingml/2006/main" prst="rightArrow">
            <a:avLst/>
          </a:prstGeom>
          <a:solidFill xmlns:a="http://schemas.openxmlformats.org/drawingml/2006/main">
            <a:srgbClr val="BED5EF"/>
          </a:solidFill>
          <a:ln xmlns:a="http://schemas.openxmlformats.org/drawingml/2006/main" w="0">
            <a:solidFill>
              <a:srgbClr val="BED5EF"/>
            </a:solidFill>
          </a:ln>
        </p:spPr>
      </p:sp>
      <p:sp>
        <p:nvSpPr>
          <p:cNvPr id="41" name="">
            <a:extLst xmlns:a="http://schemas.openxmlformats.org/drawingml/2006/main">
              <a:ext uri="{FF2B5EF4-FFF2-40B4-BE49-F238E27FC236}">
                <a16:creationId xmlns:a16="http://schemas.microsoft.com/office/drawing/2014/main" id="{58276729-3E92-436F-9204-65DF12916BDC}"/>
              </a:ext>
            </a:extLst>
          </p:cNvPr>
          <p:cNvSpPr>
            <a:spLocks xmlns:a="http://schemas.openxmlformats.org/drawingml/2006/main" noGrp="1"/>
          </p:cNvSpPr>
          <p:nvPr/>
        </p:nvSpPr>
        <p:spPr>
          <a:xfrm xmlns:a="http://schemas.openxmlformats.org/drawingml/2006/main">
            <a:off x="8210550" y="3476625"/>
            <a:ext cx="1238250" cy="66675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9525">
            <a:solidFill>
              <a:srgbClr val="C9DDF3"/>
            </a:solidFill>
          </a:ln>
        </p:spPr>
      </p:sp>
      <p:sp>
        <p:nvSpPr>
          <p:cNvPr id="42" name="">
            <a:extLst xmlns:a="http://schemas.openxmlformats.org/drawingml/2006/main">
              <a:ext uri="{FF2B5EF4-FFF2-40B4-BE49-F238E27FC236}">
                <a16:creationId xmlns:a16="http://schemas.microsoft.com/office/drawing/2014/main" id="{16418619-6FB4-4A5E-8E84-A28F7432D8F0}"/>
              </a:ext>
            </a:extLst>
          </p:cNvPr>
          <p:cNvSpPr>
            <a:spLocks xmlns:a="http://schemas.openxmlformats.org/drawingml/2006/main" noGrp="1"/>
          </p:cNvSpPr>
          <p:nvPr/>
        </p:nvSpPr>
        <p:spPr>
          <a:xfrm xmlns:a="http://schemas.openxmlformats.org/drawingml/2006/main">
            <a:off x="8343900" y="3638550"/>
            <a:ext cx="685800"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B63CE"/>
                </a:solidFill>
              </a:defRPr>
            </a:pPr>
            <a:r>
              <a:rPr sz="1050" b="1">
                <a:solidFill>
                  <a:srgbClr val="0B63CE"/>
                </a:solidFill>
              </a:rPr>
              <a:t>holdout3</a:t>
            </a:r>
          </a:p>
        </p:txBody>
      </p:sp>
      <p:sp>
        <p:nvSpPr>
          <p:cNvPr id="43" name="">
            <a:extLst xmlns:a="http://schemas.openxmlformats.org/drawingml/2006/main">
              <a:ext uri="{FF2B5EF4-FFF2-40B4-BE49-F238E27FC236}">
                <a16:creationId xmlns:a16="http://schemas.microsoft.com/office/drawing/2014/main" id="{D6BD550D-A9BA-47A4-9C97-BFD6BA8BF2C9}"/>
              </a:ext>
            </a:extLst>
          </p:cNvPr>
          <p:cNvSpPr>
            <a:spLocks xmlns:a="http://schemas.openxmlformats.org/drawingml/2006/main" noGrp="1"/>
          </p:cNvSpPr>
          <p:nvPr/>
        </p:nvSpPr>
        <p:spPr>
          <a:xfrm xmlns:a="http://schemas.openxmlformats.org/drawingml/2006/main">
            <a:off x="8991600" y="3600450"/>
            <a:ext cx="3429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350" b="1">
                <a:solidFill>
                  <a:srgbClr val="102033"/>
                </a:solidFill>
              </a:defRPr>
            </a:pPr>
            <a:r>
              <a:rPr sz="1350" b="1">
                <a:solidFill>
                  <a:srgbClr val="102033"/>
                </a:solidFill>
              </a:rPr>
              <a:t>400</a:t>
            </a:r>
          </a:p>
        </p:txBody>
      </p:sp>
      <p:sp>
        <p:nvSpPr>
          <p:cNvPr id="44" name="">
            <a:extLst xmlns:a="http://schemas.openxmlformats.org/drawingml/2006/main">
              <a:ext uri="{FF2B5EF4-FFF2-40B4-BE49-F238E27FC236}">
                <a16:creationId xmlns:a16="http://schemas.microsoft.com/office/drawing/2014/main" id="{04F2DF7B-A05C-44F6-B01F-FC8EA0947ACB}"/>
              </a:ext>
            </a:extLst>
          </p:cNvPr>
          <p:cNvSpPr>
            <a:spLocks xmlns:a="http://schemas.openxmlformats.org/drawingml/2006/main" noGrp="1"/>
          </p:cNvSpPr>
          <p:nvPr/>
        </p:nvSpPr>
        <p:spPr>
          <a:xfrm xmlns:a="http://schemas.openxmlformats.org/drawingml/2006/main">
            <a:off x="5238750" y="4381500"/>
            <a:ext cx="952500" cy="228600"/>
          </a:xfrm>
          <a:prstGeom xmlns:a="http://schemas.openxmlformats.org/drawingml/2006/main" prst="rightArrow">
            <a:avLst/>
          </a:prstGeom>
          <a:solidFill xmlns:a="http://schemas.openxmlformats.org/drawingml/2006/main">
            <a:srgbClr val="1E83E6"/>
          </a:solidFill>
          <a:ln xmlns:a="http://schemas.openxmlformats.org/drawingml/2006/main" w="0">
            <a:solidFill>
              <a:srgbClr val="1E83E6"/>
            </a:solidFill>
          </a:ln>
        </p:spPr>
      </p:sp>
      <p:sp>
        <p:nvSpPr>
          <p:cNvPr id="45" name="">
            <a:extLst xmlns:a="http://schemas.openxmlformats.org/drawingml/2006/main">
              <a:ext uri="{FF2B5EF4-FFF2-40B4-BE49-F238E27FC236}">
                <a16:creationId xmlns:a16="http://schemas.microsoft.com/office/drawing/2014/main" id="{3168C7E5-AD4E-4B09-A799-BC0FE5C8DE04}"/>
              </a:ext>
            </a:extLst>
          </p:cNvPr>
          <p:cNvSpPr>
            <a:spLocks xmlns:a="http://schemas.openxmlformats.org/drawingml/2006/main" noGrp="1"/>
          </p:cNvSpPr>
          <p:nvPr/>
        </p:nvSpPr>
        <p:spPr>
          <a:xfrm xmlns:a="http://schemas.openxmlformats.org/drawingml/2006/main">
            <a:off x="6381750" y="4305300"/>
            <a:ext cx="2000250" cy="742950"/>
          </a:xfrm>
          <a:prstGeom xmlns:a="http://schemas.openxmlformats.org/drawingml/2006/main" prst="roundRect">
            <a:avLst>
              <a:gd name="adj" fmla="val 11000"/>
            </a:avLst>
          </a:prstGeom>
          <a:solidFill xmlns:a="http://schemas.openxmlformats.org/drawingml/2006/main">
            <a:srgbClr val="E8F2FF"/>
          </a:solidFill>
          <a:ln xmlns:a="http://schemas.openxmlformats.org/drawingml/2006/main" w="12383">
            <a:solidFill>
              <a:srgbClr val="1E83E6"/>
            </a:solidFill>
          </a:ln>
        </p:spPr>
      </p:sp>
      <p:sp>
        <p:nvSpPr>
          <p:cNvPr id="46" name="">
            <a:extLst xmlns:a="http://schemas.openxmlformats.org/drawingml/2006/main">
              <a:ext uri="{FF2B5EF4-FFF2-40B4-BE49-F238E27FC236}">
                <a16:creationId xmlns:a16="http://schemas.microsoft.com/office/drawing/2014/main" id="{3310F278-BF79-45E5-98F3-CCA7F29CA456}"/>
              </a:ext>
            </a:extLst>
          </p:cNvPr>
          <p:cNvSpPr>
            <a:spLocks xmlns:a="http://schemas.openxmlformats.org/drawingml/2006/main" noGrp="1"/>
          </p:cNvSpPr>
          <p:nvPr/>
        </p:nvSpPr>
        <p:spPr>
          <a:xfrm xmlns:a="http://schemas.openxmlformats.org/drawingml/2006/main">
            <a:off x="6762750" y="4476750"/>
            <a:ext cx="11430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02033"/>
                </a:solidFill>
              </a:defRPr>
            </a:pPr>
            <a:r>
              <a:rPr sz="1275" b="1">
                <a:solidFill>
                  <a:srgbClr val="102033"/>
                </a:solidFill>
              </a:rPr>
              <a:t>统一样本池</a:t>
            </a:r>
          </a:p>
        </p:txBody>
      </p:sp>
      <p:sp>
        <p:nvSpPr>
          <p:cNvPr id="47" name="">
            <a:extLst xmlns:a="http://schemas.openxmlformats.org/drawingml/2006/main">
              <a:ext uri="{FF2B5EF4-FFF2-40B4-BE49-F238E27FC236}">
                <a16:creationId xmlns:a16="http://schemas.microsoft.com/office/drawing/2014/main" id="{31FDDAB1-40BB-4254-BB70-9242EEF1F4A5}"/>
              </a:ext>
            </a:extLst>
          </p:cNvPr>
          <p:cNvSpPr>
            <a:spLocks xmlns:a="http://schemas.openxmlformats.org/drawingml/2006/main" noGrp="1"/>
          </p:cNvSpPr>
          <p:nvPr/>
        </p:nvSpPr>
        <p:spPr>
          <a:xfrm xmlns:a="http://schemas.openxmlformats.org/drawingml/2006/main">
            <a:off x="6762750" y="4743450"/>
            <a:ext cx="11430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10" b="0">
                <a:solidFill>
                  <a:srgbClr val="53657A"/>
                </a:solidFill>
              </a:defRPr>
            </a:pPr>
            <a:r>
              <a:rPr sz="810" b="0">
                <a:solidFill>
                  <a:srgbClr val="53657A"/>
                </a:solidFill>
              </a:rPr>
              <a:t>seed=20260331</a:t>
            </a:r>
          </a:p>
        </p:txBody>
      </p:sp>
      <p:sp>
        <p:nvSpPr>
          <p:cNvPr id="48" name="">
            <a:extLst xmlns:a="http://schemas.openxmlformats.org/drawingml/2006/main">
              <a:ext uri="{FF2B5EF4-FFF2-40B4-BE49-F238E27FC236}">
                <a16:creationId xmlns:a16="http://schemas.microsoft.com/office/drawing/2014/main" id="{2063EDED-9C18-4C79-805A-A5E63839C890}"/>
              </a:ext>
            </a:extLst>
          </p:cNvPr>
          <p:cNvSpPr>
            <a:spLocks xmlns:a="http://schemas.openxmlformats.org/drawingml/2006/main" noGrp="1"/>
          </p:cNvSpPr>
          <p:nvPr/>
        </p:nvSpPr>
        <p:spPr>
          <a:xfrm xmlns:a="http://schemas.openxmlformats.org/drawingml/2006/main">
            <a:off x="8572500" y="4381500"/>
            <a:ext cx="914400" cy="228600"/>
          </a:xfrm>
          <a:prstGeom xmlns:a="http://schemas.openxmlformats.org/drawingml/2006/main" prst="rightArrow">
            <a:avLst/>
          </a:prstGeom>
          <a:solidFill xmlns:a="http://schemas.openxmlformats.org/drawingml/2006/main">
            <a:srgbClr val="1E83E6"/>
          </a:solidFill>
          <a:ln xmlns:a="http://schemas.openxmlformats.org/drawingml/2006/main" w="0">
            <a:solidFill>
              <a:srgbClr val="1E83E6"/>
            </a:solidFill>
          </a:ln>
        </p:spPr>
      </p:sp>
      <p:sp>
        <p:nvSpPr>
          <p:cNvPr id="49" name="">
            <a:extLst xmlns:a="http://schemas.openxmlformats.org/drawingml/2006/main">
              <a:ext uri="{FF2B5EF4-FFF2-40B4-BE49-F238E27FC236}">
                <a16:creationId xmlns:a16="http://schemas.microsoft.com/office/drawing/2014/main" id="{5225325D-199B-4CB0-84F5-5BEC32EC951B}"/>
              </a:ext>
            </a:extLst>
          </p:cNvPr>
          <p:cNvSpPr>
            <a:spLocks xmlns:a="http://schemas.openxmlformats.org/drawingml/2006/main" noGrp="1"/>
          </p:cNvSpPr>
          <p:nvPr/>
        </p:nvSpPr>
        <p:spPr>
          <a:xfrm xmlns:a="http://schemas.openxmlformats.org/drawingml/2006/main">
            <a:off x="9696450" y="4114800"/>
            <a:ext cx="1028700" cy="495300"/>
          </a:xfrm>
          <a:prstGeom xmlns:a="http://schemas.openxmlformats.org/drawingml/2006/main" prst="roundRect">
            <a:avLst>
              <a:gd name="adj" fmla="val 11000"/>
            </a:avLst>
          </a:prstGeom>
          <a:solidFill xmlns:a="http://schemas.openxmlformats.org/drawingml/2006/main">
            <a:srgbClr val="F2FFF8"/>
          </a:solidFill>
          <a:ln xmlns:a="http://schemas.openxmlformats.org/drawingml/2006/main" w="11430">
            <a:solidFill>
              <a:srgbClr val="0E8A57"/>
            </a:solidFill>
          </a:ln>
        </p:spPr>
      </p:sp>
      <p:sp>
        <p:nvSpPr>
          <p:cNvPr id="50" name="">
            <a:extLst xmlns:a="http://schemas.openxmlformats.org/drawingml/2006/main">
              <a:ext uri="{FF2B5EF4-FFF2-40B4-BE49-F238E27FC236}">
                <a16:creationId xmlns:a16="http://schemas.microsoft.com/office/drawing/2014/main" id="{EA851C47-BCE5-4476-B0FE-52721037051F}"/>
              </a:ext>
            </a:extLst>
          </p:cNvPr>
          <p:cNvSpPr>
            <a:spLocks xmlns:a="http://schemas.openxmlformats.org/drawingml/2006/main" noGrp="1"/>
          </p:cNvSpPr>
          <p:nvPr/>
        </p:nvSpPr>
        <p:spPr>
          <a:xfrm xmlns:a="http://schemas.openxmlformats.org/drawingml/2006/main">
            <a:off x="9696450" y="4781550"/>
            <a:ext cx="1028700" cy="495300"/>
          </a:xfrm>
          <a:prstGeom xmlns:a="http://schemas.openxmlformats.org/drawingml/2006/main" prst="roundRect">
            <a:avLst>
              <a:gd name="adj" fmla="val 11000"/>
            </a:avLst>
          </a:prstGeom>
          <a:solidFill xmlns:a="http://schemas.openxmlformats.org/drawingml/2006/main">
            <a:srgbClr val="FFF8EA"/>
          </a:solidFill>
          <a:ln xmlns:a="http://schemas.openxmlformats.org/drawingml/2006/main" w="11430">
            <a:solidFill>
              <a:srgbClr val="E97132"/>
            </a:solidFill>
          </a:ln>
        </p:spPr>
      </p:sp>
      <p:sp>
        <p:nvSpPr>
          <p:cNvPr id="51" name="">
            <a:extLst xmlns:a="http://schemas.openxmlformats.org/drawingml/2006/main">
              <a:ext uri="{FF2B5EF4-FFF2-40B4-BE49-F238E27FC236}">
                <a16:creationId xmlns:a16="http://schemas.microsoft.com/office/drawing/2014/main" id="{FC2FA648-1F58-4241-8290-6612552E2824}"/>
              </a:ext>
            </a:extLst>
          </p:cNvPr>
          <p:cNvSpPr>
            <a:spLocks xmlns:a="http://schemas.openxmlformats.org/drawingml/2006/main" noGrp="1"/>
          </p:cNvSpPr>
          <p:nvPr/>
        </p:nvSpPr>
        <p:spPr>
          <a:xfrm xmlns:a="http://schemas.openxmlformats.org/drawingml/2006/main">
            <a:off x="9801225" y="4276725"/>
            <a:ext cx="8001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38" b="1">
                <a:solidFill>
                  <a:srgbClr val="0E8A57"/>
                </a:solidFill>
              </a:defRPr>
            </a:pPr>
            <a:r>
              <a:rPr sz="938" b="1">
                <a:solidFill>
                  <a:srgbClr val="0E8A57"/>
                </a:solidFill>
              </a:rPr>
              <a:t>train=450</a:t>
            </a:r>
          </a:p>
        </p:txBody>
      </p:sp>
      <p:sp>
        <p:nvSpPr>
          <p:cNvPr id="52" name="">
            <a:extLst xmlns:a="http://schemas.openxmlformats.org/drawingml/2006/main">
              <a:ext uri="{FF2B5EF4-FFF2-40B4-BE49-F238E27FC236}">
                <a16:creationId xmlns:a16="http://schemas.microsoft.com/office/drawing/2014/main" id="{9868FC08-696F-4426-B884-29D768546BE7}"/>
              </a:ext>
            </a:extLst>
          </p:cNvPr>
          <p:cNvSpPr>
            <a:spLocks xmlns:a="http://schemas.openxmlformats.org/drawingml/2006/main" noGrp="1"/>
          </p:cNvSpPr>
          <p:nvPr/>
        </p:nvSpPr>
        <p:spPr>
          <a:xfrm xmlns:a="http://schemas.openxmlformats.org/drawingml/2006/main">
            <a:off x="9801225" y="4943475"/>
            <a:ext cx="8001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38" b="1">
                <a:solidFill>
                  <a:srgbClr val="E97132"/>
                </a:solidFill>
              </a:defRPr>
            </a:pPr>
            <a:r>
              <a:rPr sz="938" b="1">
                <a:solidFill>
                  <a:srgbClr val="E97132"/>
                </a:solidFill>
              </a:rPr>
              <a:t>test=113</a:t>
            </a:r>
          </a:p>
        </p:txBody>
      </p:sp>
      <p:sp>
        <p:nvSpPr>
          <p:cNvPr id="53" name="">
            <a:extLst xmlns:a="http://schemas.openxmlformats.org/drawingml/2006/main">
              <a:ext uri="{FF2B5EF4-FFF2-40B4-BE49-F238E27FC236}">
                <a16:creationId xmlns:a16="http://schemas.microsoft.com/office/drawing/2014/main" id="{3E47EE95-49C2-4C6E-9207-DA50B5EBED5F}"/>
              </a:ext>
            </a:extLst>
          </p:cNvPr>
          <p:cNvSpPr>
            <a:spLocks xmlns:a="http://schemas.openxmlformats.org/drawingml/2006/main" noGrp="1"/>
          </p:cNvSpPr>
          <p:nvPr/>
        </p:nvSpPr>
        <p:spPr>
          <a:xfrm xmlns:a="http://schemas.openxmlformats.org/drawingml/2006/main">
            <a:off x="819150" y="5848350"/>
            <a:ext cx="7239000" cy="219075"/>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88" b="1">
                <a:solidFill>
                  <a:srgbClr val="102033"/>
                </a:solidFill>
              </a:defRPr>
            </a:pPr>
            <a:r>
              <a:rPr sz="1088" b="1">
                <a:solidFill>
                  <a:srgbClr val="102033"/>
                </a:solidFill>
              </a:rPr>
              <a:t>对外汇报统一使用冻结 train/test 主口径；历史 split-by-split 结果只作为诊断和补充分析。</a:t>
            </a:r>
          </a:p>
        </p:txBody>
      </p:sp>
      <p:sp>
        <p:nvSpPr>
          <p:cNvPr id="54" name="">
            <a:extLst xmlns:a="http://schemas.openxmlformats.org/drawingml/2006/main">
              <a:ext uri="{FF2B5EF4-FFF2-40B4-BE49-F238E27FC236}">
                <a16:creationId xmlns:a16="http://schemas.microsoft.com/office/drawing/2014/main" id="{B06F851B-E36E-4590-AD9A-A8DE9EAD1E01}"/>
              </a:ext>
            </a:extLst>
          </p:cNvPr>
          <p:cNvSpPr>
            <a:spLocks xmlns:a="http://schemas.openxmlformats.org/drawingml/2006/main" noGrp="1"/>
          </p:cNvSpPr>
          <p:nvPr/>
        </p:nvSpPr>
        <p:spPr>
          <a:xfrm xmlns:a="http://schemas.openxmlformats.org/drawingml/2006/main">
            <a:off x="476250" y="6457950"/>
            <a:ext cx="8572500" cy="9525"/>
          </a:xfrm>
          <a:prstGeom xmlns:a="http://schemas.openxmlformats.org/drawingml/2006/main" prst="rect">
            <a:avLst/>
          </a:prstGeom>
          <a:solidFill xmlns:a="http://schemas.openxmlformats.org/drawingml/2006/main">
            <a:srgbClr val="E4EDF8"/>
          </a:solidFill>
          <a:ln xmlns:a="http://schemas.openxmlformats.org/drawingml/2006/main" w="0">
            <a:solidFill>
              <a:srgbClr val="E4EDF8"/>
            </a:solidFill>
          </a:ln>
        </p:spPr>
      </p:sp>
      <p:sp>
        <p:nvSpPr>
          <p:cNvPr id="55" name="">
            <a:extLst xmlns:a="http://schemas.openxmlformats.org/drawingml/2006/main">
              <a:ext uri="{FF2B5EF4-FFF2-40B4-BE49-F238E27FC236}">
                <a16:creationId xmlns:a16="http://schemas.microsoft.com/office/drawing/2014/main" id="{3A5A2CAE-1562-4EB0-B3F8-47461FCCFE4C}"/>
              </a:ext>
            </a:extLst>
          </p:cNvPr>
          <p:cNvSpPr>
            <a:spLocks xmlns:a="http://schemas.openxmlformats.org/drawingml/2006/main" noGrp="1"/>
          </p:cNvSpPr>
          <p:nvPr/>
        </p:nvSpPr>
        <p:spPr>
          <a:xfrm xmlns:a="http://schemas.openxmlformats.org/drawingml/2006/main">
            <a:off x="476250" y="6553200"/>
            <a:ext cx="5905500" cy="1333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675" b="0">
                <a:solidFill>
                  <a:srgbClr val="8394A8"/>
                </a:solidFill>
              </a:defRPr>
            </a:pPr>
            <a:r>
              <a:rPr sz="675" b="0">
                <a:solidFill>
                  <a:srgbClr val="8394A8"/>
                </a:solidFill>
              </a:rPr>
              <a:t>面向互联网基础资源的大模型多智能体协作与可信认知标识技术研究</a:t>
            </a:r>
          </a:p>
        </p:txBody>
      </p:sp>
      <p:sp>
        <p:nvSpPr>
          <p:cNvPr id="56" name="">
            <a:extLst xmlns:a="http://schemas.openxmlformats.org/drawingml/2006/main">
              <a:ext uri="{FF2B5EF4-FFF2-40B4-BE49-F238E27FC236}">
                <a16:creationId xmlns:a16="http://schemas.microsoft.com/office/drawing/2014/main" id="{EE6AB4CB-40A8-4B47-8297-6D67A60193E3}"/>
              </a:ext>
            </a:extLst>
          </p:cNvPr>
          <p:cNvSpPr>
            <a:spLocks xmlns:a="http://schemas.openxmlformats.org/drawingml/2006/main" noGrp="1"/>
          </p:cNvSpPr>
          <p:nvPr/>
        </p:nvSpPr>
        <p:spPr>
          <a:xfrm xmlns:a="http://schemas.openxmlformats.org/drawingml/2006/main">
            <a:off x="11382375" y="6515100"/>
            <a:ext cx="3238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0">
                <a:solidFill>
                  <a:srgbClr val="8394A8"/>
                </a:solidFill>
              </a:defRPr>
            </a:pPr>
            <a:r>
              <a:rPr sz="750" b="0">
                <a:solidFill>
                  <a:srgbClr val="8394A8"/>
                </a:solidFill>
              </a:rPr>
              <a:t>10</a:t>
            </a:r>
          </a:p>
        </p:txBody>
      </p:sp>
    </p:spTree>
    <p:extLst>
      <p:ext uri="{BB962C8B-B14F-4D97-AF65-F5344CB8AC3E}">
        <p14:creationId xmlns:p14="http://schemas.microsoft.com/office/powerpoint/2010/main" val="122132543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94cbdfe57c5e49b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AFF99A1-FE75-4517-A714-F183846BAEB5}"/>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082B6D"/>
          </a:solidFill>
          <a:ln xmlns:a="http://schemas.openxmlformats.org/drawingml/2006/main" w="0">
            <a:solidFill>
              <a:srgbClr val="082B6D"/>
            </a:solidFill>
          </a:ln>
        </p:spPr>
      </p:sp>
      <p:sp>
        <p:nvSpPr>
          <p:cNvPr id="3" name="">
            <a:extLst xmlns:a="http://schemas.openxmlformats.org/drawingml/2006/main">
              <a:ext uri="{FF2B5EF4-FFF2-40B4-BE49-F238E27FC236}">
                <a16:creationId xmlns:a16="http://schemas.microsoft.com/office/drawing/2014/main" id="{D6C7755D-7A4A-49E8-BF5A-0760B4BF678B}"/>
              </a:ext>
            </a:extLst>
          </p:cNvPr>
          <p:cNvSpPr>
            <a:spLocks xmlns:a="http://schemas.openxmlformats.org/drawingml/2006/main" noGrp="1"/>
          </p:cNvSpPr>
          <p:nvPr/>
        </p:nvSpPr>
        <p:spPr>
          <a:xfrm xmlns:a="http://schemas.openxmlformats.org/drawingml/2006/main">
            <a:off x="0" y="104775"/>
            <a:ext cx="12192000" cy="28575"/>
          </a:xfrm>
          <a:prstGeom xmlns:a="http://schemas.openxmlformats.org/drawingml/2006/main" prst="rect">
            <a:avLst/>
          </a:prstGeom>
          <a:solidFill xmlns:a="http://schemas.openxmlformats.org/drawingml/2006/main">
            <a:srgbClr val="1E83E6"/>
          </a:solidFill>
          <a:ln xmlns:a="http://schemas.openxmlformats.org/drawingml/2006/main" w="0">
            <a:solidFill>
              <a:srgbClr val="1E83E6"/>
            </a:solidFill>
          </a:ln>
        </p:spPr>
      </p:sp>
      <p:sp>
        <p:nvSpPr>
          <p:cNvPr id="4" name="">
            <a:extLst xmlns:a="http://schemas.openxmlformats.org/drawingml/2006/main">
              <a:ext uri="{FF2B5EF4-FFF2-40B4-BE49-F238E27FC236}">
                <a16:creationId xmlns:a16="http://schemas.microsoft.com/office/drawing/2014/main" id="{7E71789A-414C-4B04-A151-B050F28A5D25}"/>
              </a:ext>
            </a:extLst>
          </p:cNvPr>
          <p:cNvSpPr>
            <a:spLocks xmlns:a="http://schemas.openxmlformats.org/drawingml/2006/main" noGrp="1"/>
          </p:cNvSpPr>
          <p:nvPr/>
        </p:nvSpPr>
        <p:spPr>
          <a:xfrm xmlns:a="http://schemas.openxmlformats.org/drawingml/2006/main">
            <a:off x="476250" y="285750"/>
            <a:ext cx="666750" cy="228600"/>
          </a:xfrm>
          <a:prstGeom xmlns:a="http://schemas.openxmlformats.org/drawingml/2006/main" prst="roundRect">
            <a:avLst>
              <a:gd name="adj" fmla="val 45000"/>
            </a:avLst>
          </a:prstGeom>
          <a:solidFill xmlns:a="http://schemas.openxmlformats.org/drawingml/2006/main">
            <a:srgbClr val="E8F2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0B63CE"/>
                </a:solidFill>
              </a:defRPr>
            </a:pPr>
            <a:r>
              <a:rPr sz="1050" b="1">
                <a:solidFill>
                  <a:srgbClr val="0B63CE"/>
                </a:solidFill>
              </a:rPr>
              <a:t>09</a:t>
            </a:r>
          </a:p>
        </p:txBody>
      </p:sp>
      <p:sp>
        <p:nvSpPr>
          <p:cNvPr id="5" name="">
            <a:extLst xmlns:a="http://schemas.openxmlformats.org/drawingml/2006/main">
              <a:ext uri="{FF2B5EF4-FFF2-40B4-BE49-F238E27FC236}">
                <a16:creationId xmlns:a16="http://schemas.microsoft.com/office/drawing/2014/main" id="{94E08E10-ADA7-439E-A2AC-908022D31C6B}"/>
              </a:ext>
            </a:extLst>
          </p:cNvPr>
          <p:cNvSpPr>
            <a:spLocks xmlns:a="http://schemas.openxmlformats.org/drawingml/2006/main" noGrp="1"/>
          </p:cNvSpPr>
          <p:nvPr/>
        </p:nvSpPr>
        <p:spPr>
          <a:xfrm xmlns:a="http://schemas.openxmlformats.org/drawingml/2006/main">
            <a:off x="1285875" y="276225"/>
            <a:ext cx="80962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02033"/>
                </a:solidFill>
              </a:defRPr>
            </a:pPr>
            <a:r>
              <a:rPr sz="1800" b="1">
                <a:solidFill>
                  <a:srgbClr val="102033"/>
                </a:solidFill>
              </a:rPr>
              <a:t>实验结果：主系统准确率形成清晰提升阶梯</a:t>
            </a:r>
          </a:p>
        </p:txBody>
      </p:sp>
      <p:sp>
        <p:nvSpPr>
          <p:cNvPr id="6" name="">
            <a:extLst xmlns:a="http://schemas.openxmlformats.org/drawingml/2006/main">
              <a:ext uri="{FF2B5EF4-FFF2-40B4-BE49-F238E27FC236}">
                <a16:creationId xmlns:a16="http://schemas.microsoft.com/office/drawing/2014/main" id="{B7FF0184-1EA9-4A59-BB51-90CDC916F315}"/>
              </a:ext>
            </a:extLst>
          </p:cNvPr>
          <p:cNvSpPr>
            <a:spLocks xmlns:a="http://schemas.openxmlformats.org/drawingml/2006/main" noGrp="1"/>
          </p:cNvSpPr>
          <p:nvPr/>
        </p:nvSpPr>
        <p:spPr>
          <a:xfrm xmlns:a="http://schemas.openxmlformats.org/drawingml/2006/main">
            <a:off x="1285875" y="609600"/>
            <a:ext cx="80010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53657A"/>
                </a:solidFill>
              </a:defRPr>
            </a:pPr>
            <a:r>
              <a:rPr sz="938" b="0">
                <a:solidFill>
                  <a:srgbClr val="53657A"/>
                </a:solidFill>
              </a:rPr>
              <a:t>冻结测试集上，结构化语义裁决构成主增益，职责化复核与放行配置进一步释放修正能力。</a:t>
            </a:r>
          </a:p>
        </p:txBody>
      </p:sp>
      <p:sp>
        <p:nvSpPr>
          <p:cNvPr id="7" name="">
            <a:extLst xmlns:a="http://schemas.openxmlformats.org/drawingml/2006/main">
              <a:ext uri="{FF2B5EF4-FFF2-40B4-BE49-F238E27FC236}">
                <a16:creationId xmlns:a16="http://schemas.microsoft.com/office/drawing/2014/main" id="{C89D6932-A82C-4ECC-9A2B-2DBC7A7B886D}"/>
              </a:ext>
            </a:extLst>
          </p:cNvPr>
          <p:cNvSpPr>
            <a:spLocks xmlns:a="http://schemas.openxmlformats.org/drawingml/2006/main" noGrp="1"/>
          </p:cNvSpPr>
          <p:nvPr/>
        </p:nvSpPr>
        <p:spPr>
          <a:xfrm xmlns:a="http://schemas.openxmlformats.org/drawingml/2006/main">
            <a:off x="10782300" y="276225"/>
            <a:ext cx="9144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00" b="1">
                <a:solidFill>
                  <a:srgbClr val="0B63CE"/>
                </a:solidFill>
              </a:defRPr>
            </a:pPr>
            <a:r>
              <a:rPr sz="1800" b="1">
                <a:solidFill>
                  <a:srgbClr val="0B63CE"/>
                </a:solidFill>
              </a:rPr>
              <a:t>CNNIC</a:t>
            </a:r>
          </a:p>
        </p:txBody>
      </p:sp>
      <p:sp>
        <p:nvSpPr>
          <p:cNvPr id="8" name="">
            <a:extLst xmlns:a="http://schemas.openxmlformats.org/drawingml/2006/main">
              <a:ext uri="{FF2B5EF4-FFF2-40B4-BE49-F238E27FC236}">
                <a16:creationId xmlns:a16="http://schemas.microsoft.com/office/drawing/2014/main" id="{B02C74EA-1C20-400A-A863-EE6C336130D4}"/>
              </a:ext>
            </a:extLst>
          </p:cNvPr>
          <p:cNvSpPr>
            <a:spLocks xmlns:a="http://schemas.openxmlformats.org/drawingml/2006/main" noGrp="1"/>
          </p:cNvSpPr>
          <p:nvPr/>
        </p:nvSpPr>
        <p:spPr>
          <a:xfrm xmlns:a="http://schemas.openxmlformats.org/drawingml/2006/main">
            <a:off x="9906000" y="533400"/>
            <a:ext cx="17907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88" b="0">
                <a:solidFill>
                  <a:srgbClr val="53657A"/>
                </a:solidFill>
              </a:defRPr>
            </a:pPr>
            <a:r>
              <a:rPr sz="788" b="0">
                <a:solidFill>
                  <a:srgbClr val="53657A"/>
                </a:solidFill>
              </a:rPr>
              <a:t>中国互联网络信息中心</a:t>
            </a:r>
          </a:p>
        </p:txBody>
      </p:sp>
      <p:sp>
        <p:nvSpPr>
          <p:cNvPr id="9" name="">
            <a:extLst xmlns:a="http://schemas.openxmlformats.org/drawingml/2006/main">
              <a:ext uri="{FF2B5EF4-FFF2-40B4-BE49-F238E27FC236}">
                <a16:creationId xmlns:a16="http://schemas.microsoft.com/office/drawing/2014/main" id="{2E414A8D-2B63-457A-B167-E99BB08F5E88}"/>
              </a:ext>
            </a:extLst>
          </p:cNvPr>
          <p:cNvSpPr>
            <a:spLocks xmlns:a="http://schemas.openxmlformats.org/drawingml/2006/main" noGrp="1"/>
          </p:cNvSpPr>
          <p:nvPr/>
        </p:nvSpPr>
        <p:spPr>
          <a:xfrm xmlns:a="http://schemas.openxmlformats.org/drawingml/2006/main">
            <a:off x="704850" y="1181100"/>
            <a:ext cx="6858000" cy="409575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9525">
            <a:solidFill>
              <a:srgbClr val="C9DDF3"/>
            </a:solidFill>
          </a:ln>
        </p:spPr>
      </p:sp>
      <p:sp>
        <p:nvSpPr>
          <p:cNvPr id="10" name="">
            <a:extLst xmlns:a="http://schemas.openxmlformats.org/drawingml/2006/main">
              <a:ext uri="{FF2B5EF4-FFF2-40B4-BE49-F238E27FC236}">
                <a16:creationId xmlns:a16="http://schemas.microsoft.com/office/drawing/2014/main" id="{501F9ED5-BF71-48CC-B29A-8E55C4DB95E7}"/>
              </a:ext>
            </a:extLst>
          </p:cNvPr>
          <p:cNvSpPr>
            <a:spLocks xmlns:a="http://schemas.openxmlformats.org/drawingml/2006/main" noGrp="1"/>
          </p:cNvSpPr>
          <p:nvPr/>
        </p:nvSpPr>
        <p:spPr>
          <a:xfrm xmlns:a="http://schemas.openxmlformats.org/drawingml/2006/main">
            <a:off x="1009650" y="1447800"/>
            <a:ext cx="22860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02033"/>
                </a:solidFill>
              </a:defRPr>
            </a:pPr>
            <a:r>
              <a:rPr sz="1200" b="1">
                <a:solidFill>
                  <a:srgbClr val="102033"/>
                </a:solidFill>
              </a:rPr>
              <a:t>PrimaryAcc@1 / test=113</a:t>
            </a:r>
          </a:p>
        </p:txBody>
      </p:sp>
      <p:sp>
        <p:nvSpPr>
          <p:cNvPr id="11" name="">
            <a:extLst xmlns:a="http://schemas.openxmlformats.org/drawingml/2006/main">
              <a:ext uri="{FF2B5EF4-FFF2-40B4-BE49-F238E27FC236}">
                <a16:creationId xmlns:a16="http://schemas.microsoft.com/office/drawing/2014/main" id="{7F9E8CF8-1D6E-4A4B-BDC1-D28D62290862}"/>
              </a:ext>
            </a:extLst>
          </p:cNvPr>
          <p:cNvSpPr>
            <a:spLocks xmlns:a="http://schemas.openxmlformats.org/drawingml/2006/main" noGrp="1"/>
          </p:cNvSpPr>
          <p:nvPr/>
        </p:nvSpPr>
        <p:spPr>
          <a:xfrm xmlns:a="http://schemas.openxmlformats.org/drawingml/2006/main">
            <a:off x="1200150" y="4629150"/>
            <a:ext cx="5715000" cy="9525"/>
          </a:xfrm>
          <a:prstGeom xmlns:a="http://schemas.openxmlformats.org/drawingml/2006/main" prst="rect">
            <a:avLst/>
          </a:prstGeom>
          <a:solidFill xmlns:a="http://schemas.openxmlformats.org/drawingml/2006/main">
            <a:srgbClr val="D9E7F6"/>
          </a:solidFill>
          <a:ln xmlns:a="http://schemas.openxmlformats.org/drawingml/2006/main" w="0">
            <a:solidFill>
              <a:srgbClr val="D9E7F6"/>
            </a:solidFill>
          </a:ln>
        </p:spPr>
      </p:sp>
      <p:sp>
        <p:nvSpPr>
          <p:cNvPr id="12" name="">
            <a:extLst xmlns:a="http://schemas.openxmlformats.org/drawingml/2006/main">
              <a:ext uri="{FF2B5EF4-FFF2-40B4-BE49-F238E27FC236}">
                <a16:creationId xmlns:a16="http://schemas.microsoft.com/office/drawing/2014/main" id="{0FAE1691-08BA-4C79-869D-11FAF57956C6}"/>
              </a:ext>
            </a:extLst>
          </p:cNvPr>
          <p:cNvSpPr>
            <a:spLocks xmlns:a="http://schemas.openxmlformats.org/drawingml/2006/main" noGrp="1"/>
          </p:cNvSpPr>
          <p:nvPr/>
        </p:nvSpPr>
        <p:spPr>
          <a:xfrm xmlns:a="http://schemas.openxmlformats.org/drawingml/2006/main">
            <a:off x="1200150" y="3724275"/>
            <a:ext cx="5715000" cy="9525"/>
          </a:xfrm>
          <a:prstGeom xmlns:a="http://schemas.openxmlformats.org/drawingml/2006/main" prst="rect">
            <a:avLst/>
          </a:prstGeom>
          <a:solidFill xmlns:a="http://schemas.openxmlformats.org/drawingml/2006/main">
            <a:srgbClr val="EEF4FB"/>
          </a:solidFill>
          <a:ln xmlns:a="http://schemas.openxmlformats.org/drawingml/2006/main" w="0">
            <a:solidFill>
              <a:srgbClr val="EEF4FB"/>
            </a:solidFill>
          </a:ln>
        </p:spPr>
      </p:sp>
      <p:sp>
        <p:nvSpPr>
          <p:cNvPr id="13" name="">
            <a:extLst xmlns:a="http://schemas.openxmlformats.org/drawingml/2006/main">
              <a:ext uri="{FF2B5EF4-FFF2-40B4-BE49-F238E27FC236}">
                <a16:creationId xmlns:a16="http://schemas.microsoft.com/office/drawing/2014/main" id="{3A2FDBC0-E149-4DB4-89D8-E880AC33CD02}"/>
              </a:ext>
            </a:extLst>
          </p:cNvPr>
          <p:cNvSpPr>
            <a:spLocks xmlns:a="http://schemas.openxmlformats.org/drawingml/2006/main" noGrp="1"/>
          </p:cNvSpPr>
          <p:nvPr/>
        </p:nvSpPr>
        <p:spPr>
          <a:xfrm xmlns:a="http://schemas.openxmlformats.org/drawingml/2006/main">
            <a:off x="1200150" y="2819400"/>
            <a:ext cx="5715000" cy="9525"/>
          </a:xfrm>
          <a:prstGeom xmlns:a="http://schemas.openxmlformats.org/drawingml/2006/main" prst="rect">
            <a:avLst/>
          </a:prstGeom>
          <a:solidFill xmlns:a="http://schemas.openxmlformats.org/drawingml/2006/main">
            <a:srgbClr val="EEF4FB"/>
          </a:solidFill>
          <a:ln xmlns:a="http://schemas.openxmlformats.org/drawingml/2006/main" w="0">
            <a:solidFill>
              <a:srgbClr val="EEF4FB"/>
            </a:solidFill>
          </a:ln>
        </p:spPr>
      </p:sp>
      <p:sp>
        <p:nvSpPr>
          <p:cNvPr id="14" name="">
            <a:extLst xmlns:a="http://schemas.openxmlformats.org/drawingml/2006/main">
              <a:ext uri="{FF2B5EF4-FFF2-40B4-BE49-F238E27FC236}">
                <a16:creationId xmlns:a16="http://schemas.microsoft.com/office/drawing/2014/main" id="{99313E21-0089-4781-BD54-9324A998563A}"/>
              </a:ext>
            </a:extLst>
          </p:cNvPr>
          <p:cNvSpPr>
            <a:spLocks xmlns:a="http://schemas.openxmlformats.org/drawingml/2006/main" noGrp="1"/>
          </p:cNvSpPr>
          <p:nvPr/>
        </p:nvSpPr>
        <p:spPr>
          <a:xfrm xmlns:a="http://schemas.openxmlformats.org/drawingml/2006/main">
            <a:off x="1200150" y="1914525"/>
            <a:ext cx="5715000" cy="9525"/>
          </a:xfrm>
          <a:prstGeom xmlns:a="http://schemas.openxmlformats.org/drawingml/2006/main" prst="rect">
            <a:avLst/>
          </a:prstGeom>
          <a:solidFill xmlns:a="http://schemas.openxmlformats.org/drawingml/2006/main">
            <a:srgbClr val="EEF4FB"/>
          </a:solidFill>
          <a:ln xmlns:a="http://schemas.openxmlformats.org/drawingml/2006/main" w="0">
            <a:solidFill>
              <a:srgbClr val="EEF4FB"/>
            </a:solidFill>
          </a:ln>
        </p:spPr>
      </p:sp>
      <p:sp>
        <p:nvSpPr>
          <p:cNvPr id="15" name="">
            <a:extLst xmlns:a="http://schemas.openxmlformats.org/drawingml/2006/main">
              <a:ext uri="{FF2B5EF4-FFF2-40B4-BE49-F238E27FC236}">
                <a16:creationId xmlns:a16="http://schemas.microsoft.com/office/drawing/2014/main" id="{771BBF66-69AA-424B-8908-D9E9B30559AC}"/>
              </a:ext>
            </a:extLst>
          </p:cNvPr>
          <p:cNvSpPr>
            <a:spLocks xmlns:a="http://schemas.openxmlformats.org/drawingml/2006/main" noGrp="1"/>
          </p:cNvSpPr>
          <p:nvPr/>
        </p:nvSpPr>
        <p:spPr>
          <a:xfrm xmlns:a="http://schemas.openxmlformats.org/drawingml/2006/main">
            <a:off x="1571625" y="3981450"/>
            <a:ext cx="685800" cy="647700"/>
          </a:xfrm>
          <a:prstGeom xmlns:a="http://schemas.openxmlformats.org/drawingml/2006/main" prst="rect">
            <a:avLst/>
          </a:prstGeom>
          <a:solidFill xmlns:a="http://schemas.openxmlformats.org/drawingml/2006/main">
            <a:srgbClr val="0B63CE"/>
          </a:solidFill>
          <a:ln xmlns:a="http://schemas.openxmlformats.org/drawingml/2006/main" w="0">
            <a:solidFill>
              <a:srgbClr val="0B63CE"/>
            </a:solidFill>
          </a:ln>
        </p:spPr>
      </p:sp>
      <p:sp>
        <p:nvSpPr>
          <p:cNvPr id="16" name="">
            <a:extLst xmlns:a="http://schemas.openxmlformats.org/drawingml/2006/main">
              <a:ext uri="{FF2B5EF4-FFF2-40B4-BE49-F238E27FC236}">
                <a16:creationId xmlns:a16="http://schemas.microsoft.com/office/drawing/2014/main" id="{3B65FFEC-A53A-4434-88C3-930BCC5841BD}"/>
              </a:ext>
            </a:extLst>
          </p:cNvPr>
          <p:cNvSpPr>
            <a:spLocks xmlns:a="http://schemas.openxmlformats.org/drawingml/2006/main" noGrp="1"/>
          </p:cNvSpPr>
          <p:nvPr/>
        </p:nvSpPr>
        <p:spPr>
          <a:xfrm xmlns:a="http://schemas.openxmlformats.org/drawingml/2006/main">
            <a:off x="1495425" y="3752850"/>
            <a:ext cx="8382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25" b="1">
                <a:solidFill>
                  <a:srgbClr val="0B63CE"/>
                </a:solidFill>
              </a:defRPr>
            </a:pPr>
            <a:r>
              <a:rPr sz="825" b="1">
                <a:solidFill>
                  <a:srgbClr val="0B63CE"/>
                </a:solidFill>
              </a:rPr>
              <a:t>78.76%</a:t>
            </a:r>
          </a:p>
        </p:txBody>
      </p:sp>
      <p:sp>
        <p:nvSpPr>
          <p:cNvPr id="17" name="">
            <a:extLst xmlns:a="http://schemas.openxmlformats.org/drawingml/2006/main">
              <a:ext uri="{FF2B5EF4-FFF2-40B4-BE49-F238E27FC236}">
                <a16:creationId xmlns:a16="http://schemas.microsoft.com/office/drawing/2014/main" id="{C7AC20A7-1C74-47E6-AF32-D62B5E16004E}"/>
              </a:ext>
            </a:extLst>
          </p:cNvPr>
          <p:cNvSpPr>
            <a:spLocks xmlns:a="http://schemas.openxmlformats.org/drawingml/2006/main" noGrp="1"/>
          </p:cNvSpPr>
          <p:nvPr/>
        </p:nvSpPr>
        <p:spPr>
          <a:xfrm xmlns:a="http://schemas.openxmlformats.org/drawingml/2006/main">
            <a:off x="1266825" y="4724400"/>
            <a:ext cx="1295400" cy="3429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88" b="0">
                <a:solidFill>
                  <a:srgbClr val="53657A"/>
                </a:solidFill>
              </a:defRPr>
            </a:pPr>
            <a:r>
              <a:rPr sz="788" b="0">
                <a:solidFill>
                  <a:srgbClr val="53657A"/>
                </a:solidFill>
              </a:rPr>
              <a:t>规则路由</a:t>
            </a:r>
          </a:p>
        </p:txBody>
      </p:sp>
      <p:sp>
        <p:nvSpPr>
          <p:cNvPr id="18" name="">
            <a:extLst xmlns:a="http://schemas.openxmlformats.org/drawingml/2006/main">
              <a:ext uri="{FF2B5EF4-FFF2-40B4-BE49-F238E27FC236}">
                <a16:creationId xmlns:a16="http://schemas.microsoft.com/office/drawing/2014/main" id="{BB3F8167-CED5-44BB-9C68-87F6DE1B51C0}"/>
              </a:ext>
            </a:extLst>
          </p:cNvPr>
          <p:cNvSpPr>
            <a:spLocks xmlns:a="http://schemas.openxmlformats.org/drawingml/2006/main" noGrp="1"/>
          </p:cNvSpPr>
          <p:nvPr/>
        </p:nvSpPr>
        <p:spPr>
          <a:xfrm xmlns:a="http://schemas.openxmlformats.org/drawingml/2006/main">
            <a:off x="2924175" y="2781300"/>
            <a:ext cx="685800" cy="1847850"/>
          </a:xfrm>
          <a:prstGeom xmlns:a="http://schemas.openxmlformats.org/drawingml/2006/main" prst="rect">
            <a:avLst/>
          </a:prstGeom>
          <a:solidFill xmlns:a="http://schemas.openxmlformats.org/drawingml/2006/main">
            <a:srgbClr val="0E8A57"/>
          </a:solidFill>
          <a:ln xmlns:a="http://schemas.openxmlformats.org/drawingml/2006/main" w="0">
            <a:solidFill>
              <a:srgbClr val="0E8A57"/>
            </a:solidFill>
          </a:ln>
        </p:spPr>
      </p:sp>
      <p:sp>
        <p:nvSpPr>
          <p:cNvPr id="19" name="">
            <a:extLst xmlns:a="http://schemas.openxmlformats.org/drawingml/2006/main">
              <a:ext uri="{FF2B5EF4-FFF2-40B4-BE49-F238E27FC236}">
                <a16:creationId xmlns:a16="http://schemas.microsoft.com/office/drawing/2014/main" id="{ACAF681F-927F-4731-8B89-90C3CBB5B61C}"/>
              </a:ext>
            </a:extLst>
          </p:cNvPr>
          <p:cNvSpPr>
            <a:spLocks xmlns:a="http://schemas.openxmlformats.org/drawingml/2006/main" noGrp="1"/>
          </p:cNvSpPr>
          <p:nvPr/>
        </p:nvSpPr>
        <p:spPr>
          <a:xfrm xmlns:a="http://schemas.openxmlformats.org/drawingml/2006/main">
            <a:off x="2847975" y="2552700"/>
            <a:ext cx="8382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25" b="1">
                <a:solidFill>
                  <a:srgbClr val="0E8A57"/>
                </a:solidFill>
              </a:defRPr>
            </a:pPr>
            <a:r>
              <a:rPr sz="825" b="1">
                <a:solidFill>
                  <a:srgbClr val="0E8A57"/>
                </a:solidFill>
              </a:rPr>
              <a:t>87.61%</a:t>
            </a:r>
          </a:p>
        </p:txBody>
      </p:sp>
      <p:sp>
        <p:nvSpPr>
          <p:cNvPr id="20" name="">
            <a:extLst xmlns:a="http://schemas.openxmlformats.org/drawingml/2006/main">
              <a:ext uri="{FF2B5EF4-FFF2-40B4-BE49-F238E27FC236}">
                <a16:creationId xmlns:a16="http://schemas.microsoft.com/office/drawing/2014/main" id="{4603C1B0-DB16-4BFC-BE0D-2F37A0E51075}"/>
              </a:ext>
            </a:extLst>
          </p:cNvPr>
          <p:cNvSpPr>
            <a:spLocks xmlns:a="http://schemas.openxmlformats.org/drawingml/2006/main" noGrp="1"/>
          </p:cNvSpPr>
          <p:nvPr/>
        </p:nvSpPr>
        <p:spPr>
          <a:xfrm xmlns:a="http://schemas.openxmlformats.org/drawingml/2006/main">
            <a:off x="2619375" y="4724400"/>
            <a:ext cx="1295400" cy="3429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88" b="0">
                <a:solidFill>
                  <a:srgbClr val="53657A"/>
                </a:solidFill>
              </a:defRPr>
            </a:pPr>
            <a:r>
              <a:rPr sz="788" b="0">
                <a:solidFill>
                  <a:srgbClr val="53657A"/>
                </a:solidFill>
              </a:rPr>
              <a:t>结构化语义路由</a:t>
            </a:r>
          </a:p>
        </p:txBody>
      </p:sp>
      <p:sp>
        <p:nvSpPr>
          <p:cNvPr id="21" name="">
            <a:extLst xmlns:a="http://schemas.openxmlformats.org/drawingml/2006/main">
              <a:ext uri="{FF2B5EF4-FFF2-40B4-BE49-F238E27FC236}">
                <a16:creationId xmlns:a16="http://schemas.microsoft.com/office/drawing/2014/main" id="{DFE82FBB-AAA1-4F82-B873-8E43649E91B1}"/>
              </a:ext>
            </a:extLst>
          </p:cNvPr>
          <p:cNvSpPr>
            <a:spLocks xmlns:a="http://schemas.openxmlformats.org/drawingml/2006/main" noGrp="1"/>
          </p:cNvSpPr>
          <p:nvPr/>
        </p:nvSpPr>
        <p:spPr>
          <a:xfrm xmlns:a="http://schemas.openxmlformats.org/drawingml/2006/main">
            <a:off x="4276725" y="2657475"/>
            <a:ext cx="685800" cy="1971675"/>
          </a:xfrm>
          <a:prstGeom xmlns:a="http://schemas.openxmlformats.org/drawingml/2006/main" prst="rect">
            <a:avLst/>
          </a:prstGeom>
          <a:solidFill xmlns:a="http://schemas.openxmlformats.org/drawingml/2006/main">
            <a:srgbClr val="E97132"/>
          </a:solidFill>
          <a:ln xmlns:a="http://schemas.openxmlformats.org/drawingml/2006/main" w="0">
            <a:solidFill>
              <a:srgbClr val="E97132"/>
            </a:solidFill>
          </a:ln>
        </p:spPr>
      </p:sp>
      <p:sp>
        <p:nvSpPr>
          <p:cNvPr id="22" name="">
            <a:extLst xmlns:a="http://schemas.openxmlformats.org/drawingml/2006/main">
              <a:ext uri="{FF2B5EF4-FFF2-40B4-BE49-F238E27FC236}">
                <a16:creationId xmlns:a16="http://schemas.microsoft.com/office/drawing/2014/main" id="{08C634E2-F0EF-4CEF-8CBF-DB2ADEEE61A0}"/>
              </a:ext>
            </a:extLst>
          </p:cNvPr>
          <p:cNvSpPr>
            <a:spLocks xmlns:a="http://schemas.openxmlformats.org/drawingml/2006/main" noGrp="1"/>
          </p:cNvSpPr>
          <p:nvPr/>
        </p:nvSpPr>
        <p:spPr>
          <a:xfrm xmlns:a="http://schemas.openxmlformats.org/drawingml/2006/main">
            <a:off x="4200525" y="2428875"/>
            <a:ext cx="8382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25" b="1">
                <a:solidFill>
                  <a:srgbClr val="E97132"/>
                </a:solidFill>
              </a:defRPr>
            </a:pPr>
            <a:r>
              <a:rPr sz="825" b="1">
                <a:solidFill>
                  <a:srgbClr val="E97132"/>
                </a:solidFill>
              </a:rPr>
              <a:t>88.50%</a:t>
            </a:r>
          </a:p>
        </p:txBody>
      </p:sp>
      <p:sp>
        <p:nvSpPr>
          <p:cNvPr id="23" name="">
            <a:extLst xmlns:a="http://schemas.openxmlformats.org/drawingml/2006/main">
              <a:ext uri="{FF2B5EF4-FFF2-40B4-BE49-F238E27FC236}">
                <a16:creationId xmlns:a16="http://schemas.microsoft.com/office/drawing/2014/main" id="{AD19F145-08D7-4CA3-9A34-AA77994F22BE}"/>
              </a:ext>
            </a:extLst>
          </p:cNvPr>
          <p:cNvSpPr>
            <a:spLocks xmlns:a="http://schemas.openxmlformats.org/drawingml/2006/main" noGrp="1"/>
          </p:cNvSpPr>
          <p:nvPr/>
        </p:nvSpPr>
        <p:spPr>
          <a:xfrm xmlns:a="http://schemas.openxmlformats.org/drawingml/2006/main">
            <a:off x="3971925" y="4724400"/>
            <a:ext cx="1295400" cy="3429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88" b="0">
                <a:solidFill>
                  <a:srgbClr val="53657A"/>
                </a:solidFill>
              </a:defRPr>
            </a:pPr>
            <a:r>
              <a:rPr sz="788" b="0">
                <a:solidFill>
                  <a:srgbClr val="53657A"/>
                </a:solidFill>
              </a:rPr>
              <a:t>默认协作复核</a:t>
            </a:r>
          </a:p>
        </p:txBody>
      </p:sp>
      <p:sp>
        <p:nvSpPr>
          <p:cNvPr id="24" name="">
            <a:extLst xmlns:a="http://schemas.openxmlformats.org/drawingml/2006/main">
              <a:ext uri="{FF2B5EF4-FFF2-40B4-BE49-F238E27FC236}">
                <a16:creationId xmlns:a16="http://schemas.microsoft.com/office/drawing/2014/main" id="{494DCF17-0484-48D6-8720-3984FBB8904F}"/>
              </a:ext>
            </a:extLst>
          </p:cNvPr>
          <p:cNvSpPr>
            <a:spLocks xmlns:a="http://schemas.openxmlformats.org/drawingml/2006/main" noGrp="1"/>
          </p:cNvSpPr>
          <p:nvPr/>
        </p:nvSpPr>
        <p:spPr>
          <a:xfrm xmlns:a="http://schemas.openxmlformats.org/drawingml/2006/main">
            <a:off x="5629275" y="2057400"/>
            <a:ext cx="685800" cy="2571750"/>
          </a:xfrm>
          <a:prstGeom xmlns:a="http://schemas.openxmlformats.org/drawingml/2006/main" prst="rect">
            <a:avLst/>
          </a:prstGeom>
          <a:solidFill xmlns:a="http://schemas.openxmlformats.org/drawingml/2006/main">
            <a:srgbClr val="B93232"/>
          </a:solidFill>
          <a:ln xmlns:a="http://schemas.openxmlformats.org/drawingml/2006/main" w="0">
            <a:solidFill>
              <a:srgbClr val="B93232"/>
            </a:solidFill>
          </a:ln>
        </p:spPr>
      </p:sp>
      <p:sp>
        <p:nvSpPr>
          <p:cNvPr id="25" name="">
            <a:extLst xmlns:a="http://schemas.openxmlformats.org/drawingml/2006/main">
              <a:ext uri="{FF2B5EF4-FFF2-40B4-BE49-F238E27FC236}">
                <a16:creationId xmlns:a16="http://schemas.microsoft.com/office/drawing/2014/main" id="{A889CC6C-B02F-4441-9E98-C5FF2D1C4B26}"/>
              </a:ext>
            </a:extLst>
          </p:cNvPr>
          <p:cNvSpPr>
            <a:spLocks xmlns:a="http://schemas.openxmlformats.org/drawingml/2006/main" noGrp="1"/>
          </p:cNvSpPr>
          <p:nvPr/>
        </p:nvSpPr>
        <p:spPr>
          <a:xfrm xmlns:a="http://schemas.openxmlformats.org/drawingml/2006/main">
            <a:off x="5553075" y="1828800"/>
            <a:ext cx="8382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25" b="1">
                <a:solidFill>
                  <a:srgbClr val="B93232"/>
                </a:solidFill>
              </a:defRPr>
            </a:pPr>
            <a:r>
              <a:rPr sz="825" b="1">
                <a:solidFill>
                  <a:srgbClr val="B93232"/>
                </a:solidFill>
              </a:rPr>
              <a:t>92.92%</a:t>
            </a:r>
          </a:p>
        </p:txBody>
      </p:sp>
      <p:sp>
        <p:nvSpPr>
          <p:cNvPr id="26" name="">
            <a:extLst xmlns:a="http://schemas.openxmlformats.org/drawingml/2006/main">
              <a:ext uri="{FF2B5EF4-FFF2-40B4-BE49-F238E27FC236}">
                <a16:creationId xmlns:a16="http://schemas.microsoft.com/office/drawing/2014/main" id="{E998F5C2-7AA6-4BE8-824E-0F9B709B66C8}"/>
              </a:ext>
            </a:extLst>
          </p:cNvPr>
          <p:cNvSpPr>
            <a:spLocks xmlns:a="http://schemas.openxmlformats.org/drawingml/2006/main" noGrp="1"/>
          </p:cNvSpPr>
          <p:nvPr/>
        </p:nvSpPr>
        <p:spPr>
          <a:xfrm xmlns:a="http://schemas.openxmlformats.org/drawingml/2006/main">
            <a:off x="5324475" y="4724400"/>
            <a:ext cx="1295400" cy="3429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88" b="0">
                <a:solidFill>
                  <a:srgbClr val="53657A"/>
                </a:solidFill>
              </a:defRPr>
            </a:pPr>
            <a:r>
              <a:rPr sz="788" b="0">
                <a:solidFill>
                  <a:srgbClr val="53657A"/>
                </a:solidFill>
              </a:rPr>
              <a:t>扩展决策配置</a:t>
            </a:r>
          </a:p>
        </p:txBody>
      </p:sp>
      <p:sp>
        <p:nvSpPr>
          <p:cNvPr id="27" name="">
            <a:extLst xmlns:a="http://schemas.openxmlformats.org/drawingml/2006/main">
              <a:ext uri="{FF2B5EF4-FFF2-40B4-BE49-F238E27FC236}">
                <a16:creationId xmlns:a16="http://schemas.microsoft.com/office/drawing/2014/main" id="{8E1D8B9D-9890-420A-A6D5-E0C835F50E40}"/>
              </a:ext>
            </a:extLst>
          </p:cNvPr>
          <p:cNvSpPr>
            <a:spLocks xmlns:a="http://schemas.openxmlformats.org/drawingml/2006/main" noGrp="1"/>
          </p:cNvSpPr>
          <p:nvPr/>
        </p:nvSpPr>
        <p:spPr>
          <a:xfrm xmlns:a="http://schemas.openxmlformats.org/drawingml/2006/main">
            <a:off x="5734050" y="1676400"/>
            <a:ext cx="876300" cy="228600"/>
          </a:xfrm>
          <a:prstGeom xmlns:a="http://schemas.openxmlformats.org/drawingml/2006/main" prst="roundRect">
            <a:avLst>
              <a:gd name="adj" fmla="val 50000"/>
            </a:avLst>
          </a:prstGeom>
          <a:solidFill xmlns:a="http://schemas.openxmlformats.org/drawingml/2006/main">
            <a:srgbClr val="FFF1F1"/>
          </a:solidFill>
          <a:ln xmlns:a="http://schemas.openxmlformats.org/drawingml/2006/main" w="9525">
            <a:solidFill>
              <a:srgbClr val="F1C3C3"/>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B93232"/>
                </a:solidFill>
              </a:defRPr>
            </a:pPr>
            <a:r>
              <a:rPr sz="1200" b="1">
                <a:solidFill>
                  <a:srgbClr val="B93232"/>
                </a:solidFill>
              </a:rPr>
              <a:t>+14.16pct</a:t>
            </a:r>
          </a:p>
        </p:txBody>
      </p:sp>
      <p:sp>
        <p:nvSpPr>
          <p:cNvPr id="28" name="">
            <a:extLst xmlns:a="http://schemas.openxmlformats.org/drawingml/2006/main">
              <a:ext uri="{FF2B5EF4-FFF2-40B4-BE49-F238E27FC236}">
                <a16:creationId xmlns:a16="http://schemas.microsoft.com/office/drawing/2014/main" id="{FD444280-1CD4-4D4B-A13E-D4AA289A761C}"/>
              </a:ext>
            </a:extLst>
          </p:cNvPr>
          <p:cNvSpPr>
            <a:spLocks xmlns:a="http://schemas.openxmlformats.org/drawingml/2006/main" noGrp="1"/>
          </p:cNvSpPr>
          <p:nvPr/>
        </p:nvSpPr>
        <p:spPr>
          <a:xfrm xmlns:a="http://schemas.openxmlformats.org/drawingml/2006/main">
            <a:off x="8096250" y="1257300"/>
            <a:ext cx="3048000" cy="1257300"/>
          </a:xfrm>
          <a:prstGeom xmlns:a="http://schemas.openxmlformats.org/drawingml/2006/main" prst="roundRect">
            <a:avLst>
              <a:gd name="adj" fmla="val 11000"/>
            </a:avLst>
          </a:prstGeom>
          <a:solidFill xmlns:a="http://schemas.openxmlformats.org/drawingml/2006/main">
            <a:srgbClr val="F2F7FF"/>
          </a:solidFill>
          <a:ln xmlns:a="http://schemas.openxmlformats.org/drawingml/2006/main" w="11430">
            <a:solidFill>
              <a:srgbClr val="1E83E6"/>
            </a:solidFill>
          </a:ln>
        </p:spPr>
      </p:sp>
      <p:sp>
        <p:nvSpPr>
          <p:cNvPr id="29" name="">
            <a:extLst xmlns:a="http://schemas.openxmlformats.org/drawingml/2006/main">
              <a:ext uri="{FF2B5EF4-FFF2-40B4-BE49-F238E27FC236}">
                <a16:creationId xmlns:a16="http://schemas.microsoft.com/office/drawing/2014/main" id="{A0EE3F9B-956F-45CB-A1EE-0698A585FA59}"/>
              </a:ext>
            </a:extLst>
          </p:cNvPr>
          <p:cNvSpPr>
            <a:spLocks xmlns:a="http://schemas.openxmlformats.org/drawingml/2006/main" noGrp="1"/>
          </p:cNvSpPr>
          <p:nvPr/>
        </p:nvSpPr>
        <p:spPr>
          <a:xfrm xmlns:a="http://schemas.openxmlformats.org/drawingml/2006/main">
            <a:off x="8401050" y="1485900"/>
            <a:ext cx="1524000" cy="4953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a:solidFill>
                  <a:srgbClr val="B93232"/>
                </a:solidFill>
              </a:defRPr>
            </a:pPr>
            <a:r>
              <a:rPr sz="2925" b="1">
                <a:solidFill>
                  <a:srgbClr val="B93232"/>
                </a:solidFill>
              </a:rPr>
              <a:t>92.92%</a:t>
            </a:r>
          </a:p>
        </p:txBody>
      </p:sp>
      <p:sp>
        <p:nvSpPr>
          <p:cNvPr id="30" name="">
            <a:extLst xmlns:a="http://schemas.openxmlformats.org/drawingml/2006/main">
              <a:ext uri="{FF2B5EF4-FFF2-40B4-BE49-F238E27FC236}">
                <a16:creationId xmlns:a16="http://schemas.microsoft.com/office/drawing/2014/main" id="{B650214D-58F6-447F-A2E1-8E69F1FCAAA4}"/>
              </a:ext>
            </a:extLst>
          </p:cNvPr>
          <p:cNvSpPr>
            <a:spLocks xmlns:a="http://schemas.openxmlformats.org/drawingml/2006/main" noGrp="1"/>
          </p:cNvSpPr>
          <p:nvPr/>
        </p:nvSpPr>
        <p:spPr>
          <a:xfrm xmlns:a="http://schemas.openxmlformats.org/drawingml/2006/main">
            <a:off x="8420100" y="2000250"/>
            <a:ext cx="17526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02033"/>
                </a:solidFill>
              </a:defRPr>
            </a:pPr>
            <a:r>
              <a:rPr sz="1125" b="1">
                <a:solidFill>
                  <a:srgbClr val="102033"/>
                </a:solidFill>
              </a:rPr>
              <a:t>扩展配置测试准确率</a:t>
            </a:r>
          </a:p>
        </p:txBody>
      </p:sp>
      <p:sp>
        <p:nvSpPr>
          <p:cNvPr id="31" name="">
            <a:extLst xmlns:a="http://schemas.openxmlformats.org/drawingml/2006/main">
              <a:ext uri="{FF2B5EF4-FFF2-40B4-BE49-F238E27FC236}">
                <a16:creationId xmlns:a16="http://schemas.microsoft.com/office/drawing/2014/main" id="{27280780-6BA1-4EFB-BE40-A04B3C5E3E3D}"/>
              </a:ext>
            </a:extLst>
          </p:cNvPr>
          <p:cNvSpPr>
            <a:spLocks xmlns:a="http://schemas.openxmlformats.org/drawingml/2006/main" noGrp="1"/>
          </p:cNvSpPr>
          <p:nvPr/>
        </p:nvSpPr>
        <p:spPr>
          <a:xfrm xmlns:a="http://schemas.openxmlformats.org/drawingml/2006/main">
            <a:off x="8420100" y="2247900"/>
            <a:ext cx="18097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88" b="0">
                <a:solidFill>
                  <a:srgbClr val="53657A"/>
                </a:solidFill>
              </a:defRPr>
            </a:pPr>
            <a:r>
              <a:rPr sz="788" b="0">
                <a:solidFill>
                  <a:srgbClr val="53657A"/>
                </a:solidFill>
              </a:rPr>
              <a:t>训练集选型后在冻结测试集一次性报告</a:t>
            </a:r>
          </a:p>
        </p:txBody>
      </p:sp>
      <p:sp>
        <p:nvSpPr>
          <p:cNvPr id="32" name="">
            <a:extLst xmlns:a="http://schemas.openxmlformats.org/drawingml/2006/main">
              <a:ext uri="{FF2B5EF4-FFF2-40B4-BE49-F238E27FC236}">
                <a16:creationId xmlns:a16="http://schemas.microsoft.com/office/drawing/2014/main" id="{16DC2BC0-A696-4087-B613-E9EA7A7A8B2C}"/>
              </a:ext>
            </a:extLst>
          </p:cNvPr>
          <p:cNvSpPr>
            <a:spLocks xmlns:a="http://schemas.openxmlformats.org/drawingml/2006/main" noGrp="1"/>
          </p:cNvSpPr>
          <p:nvPr/>
        </p:nvSpPr>
        <p:spPr>
          <a:xfrm xmlns:a="http://schemas.openxmlformats.org/drawingml/2006/main">
            <a:off x="8096250" y="2857500"/>
            <a:ext cx="3048000" cy="106680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9525">
            <a:solidFill>
              <a:srgbClr val="C9DDF3"/>
            </a:solidFill>
          </a:ln>
        </p:spPr>
      </p:sp>
      <p:sp>
        <p:nvSpPr>
          <p:cNvPr id="33" name="">
            <a:extLst xmlns:a="http://schemas.openxmlformats.org/drawingml/2006/main">
              <a:ext uri="{FF2B5EF4-FFF2-40B4-BE49-F238E27FC236}">
                <a16:creationId xmlns:a16="http://schemas.microsoft.com/office/drawing/2014/main" id="{420A521F-4F32-49CA-BD39-6952D3219A23}"/>
              </a:ext>
            </a:extLst>
          </p:cNvPr>
          <p:cNvSpPr>
            <a:spLocks xmlns:a="http://schemas.openxmlformats.org/drawingml/2006/main" noGrp="1"/>
          </p:cNvSpPr>
          <p:nvPr/>
        </p:nvSpPr>
        <p:spPr>
          <a:xfrm xmlns:a="http://schemas.openxmlformats.org/drawingml/2006/main">
            <a:off x="8362950" y="3105150"/>
            <a:ext cx="13335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02033"/>
                </a:solidFill>
              </a:defRPr>
            </a:pPr>
            <a:r>
              <a:rPr sz="1275" b="1">
                <a:solidFill>
                  <a:srgbClr val="102033"/>
                </a:solidFill>
              </a:rPr>
              <a:t>可接受准确率</a:t>
            </a:r>
          </a:p>
        </p:txBody>
      </p:sp>
      <p:sp>
        <p:nvSpPr>
          <p:cNvPr id="34" name="">
            <a:extLst xmlns:a="http://schemas.openxmlformats.org/drawingml/2006/main">
              <a:ext uri="{FF2B5EF4-FFF2-40B4-BE49-F238E27FC236}">
                <a16:creationId xmlns:a16="http://schemas.microsoft.com/office/drawing/2014/main" id="{67E41721-45AB-460A-876A-940077A00C5B}"/>
              </a:ext>
            </a:extLst>
          </p:cNvPr>
          <p:cNvSpPr>
            <a:spLocks xmlns:a="http://schemas.openxmlformats.org/drawingml/2006/main" noGrp="1"/>
          </p:cNvSpPr>
          <p:nvPr/>
        </p:nvSpPr>
        <p:spPr>
          <a:xfrm xmlns:a="http://schemas.openxmlformats.org/drawingml/2006/main">
            <a:off x="8362950" y="3409950"/>
            <a:ext cx="20955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0B63CE"/>
                </a:solidFill>
              </a:defRPr>
            </a:pPr>
            <a:r>
              <a:rPr sz="1725" b="1">
                <a:solidFill>
                  <a:srgbClr val="0B63CE"/>
                </a:solidFill>
              </a:rPr>
              <a:t>81.42% → 91.15%</a:t>
            </a:r>
          </a:p>
        </p:txBody>
      </p:sp>
      <p:sp>
        <p:nvSpPr>
          <p:cNvPr id="35" name="">
            <a:extLst xmlns:a="http://schemas.openxmlformats.org/drawingml/2006/main">
              <a:ext uri="{FF2B5EF4-FFF2-40B4-BE49-F238E27FC236}">
                <a16:creationId xmlns:a16="http://schemas.microsoft.com/office/drawing/2014/main" id="{19A0A3AA-F3A8-44C4-9C1B-04E71949630D}"/>
              </a:ext>
            </a:extLst>
          </p:cNvPr>
          <p:cNvSpPr>
            <a:spLocks xmlns:a="http://schemas.openxmlformats.org/drawingml/2006/main" noGrp="1"/>
          </p:cNvSpPr>
          <p:nvPr/>
        </p:nvSpPr>
        <p:spPr>
          <a:xfrm xmlns:a="http://schemas.openxmlformats.org/drawingml/2006/main">
            <a:off x="8362950" y="3714750"/>
            <a:ext cx="2333625"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95178"/>
          </a:bodyPr>
          <a:lstStyle xmlns:a="http://schemas.openxmlformats.org/drawingml/2006/main"/>
          <a:p xmlns:a="http://schemas.openxmlformats.org/drawingml/2006/main">
            <a:pPr algn="l">
              <a:defRPr sz="788" b="0">
                <a:solidFill>
                  <a:srgbClr val="53657A"/>
                </a:solidFill>
              </a:defRPr>
            </a:pPr>
            <a:r>
              <a:rPr sz="788" b="0">
                <a:solidFill>
                  <a:srgbClr val="53657A"/>
                </a:solidFill>
              </a:rPr>
              <a:t>说明系统不仅选主能力，也提升了可接受等价标签命中能力。</a:t>
            </a:r>
          </a:p>
        </p:txBody>
      </p:sp>
      <p:sp>
        <p:nvSpPr>
          <p:cNvPr id="36" name="">
            <a:extLst xmlns:a="http://schemas.openxmlformats.org/drawingml/2006/main">
              <a:ext uri="{FF2B5EF4-FFF2-40B4-BE49-F238E27FC236}">
                <a16:creationId xmlns:a16="http://schemas.microsoft.com/office/drawing/2014/main" id="{CC6BECEC-0E6B-43F9-AADD-E48E4705C812}"/>
              </a:ext>
            </a:extLst>
          </p:cNvPr>
          <p:cNvSpPr>
            <a:spLocks xmlns:a="http://schemas.openxmlformats.org/drawingml/2006/main" noGrp="1"/>
          </p:cNvSpPr>
          <p:nvPr/>
        </p:nvSpPr>
        <p:spPr>
          <a:xfrm xmlns:a="http://schemas.openxmlformats.org/drawingml/2006/main">
            <a:off x="8096250" y="4286250"/>
            <a:ext cx="3048000" cy="80010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9525">
            <a:solidFill>
              <a:srgbClr val="C9DDF3"/>
            </a:solidFill>
          </a:ln>
        </p:spPr>
      </p:sp>
      <p:sp>
        <p:nvSpPr>
          <p:cNvPr id="37" name="">
            <a:extLst xmlns:a="http://schemas.openxmlformats.org/drawingml/2006/main">
              <a:ext uri="{FF2B5EF4-FFF2-40B4-BE49-F238E27FC236}">
                <a16:creationId xmlns:a16="http://schemas.microsoft.com/office/drawing/2014/main" id="{262B2E4F-AB77-4BEC-8B6A-87F8DE8B188E}"/>
              </a:ext>
            </a:extLst>
          </p:cNvPr>
          <p:cNvSpPr>
            <a:spLocks xmlns:a="http://schemas.openxmlformats.org/drawingml/2006/main" noGrp="1"/>
          </p:cNvSpPr>
          <p:nvPr/>
        </p:nvSpPr>
        <p:spPr>
          <a:xfrm xmlns:a="http://schemas.openxmlformats.org/drawingml/2006/main">
            <a:off x="8362950" y="4457700"/>
            <a:ext cx="1428750"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63" b="1">
                <a:solidFill>
                  <a:srgbClr val="102033"/>
                </a:solidFill>
              </a:defRPr>
            </a:pPr>
            <a:r>
              <a:rPr sz="1163" b="1">
                <a:solidFill>
                  <a:srgbClr val="102033"/>
                </a:solidFill>
              </a:rPr>
              <a:t>相关能力恢复</a:t>
            </a:r>
          </a:p>
        </p:txBody>
      </p:sp>
      <p:sp>
        <p:nvSpPr>
          <p:cNvPr id="38" name="">
            <a:extLst xmlns:a="http://schemas.openxmlformats.org/drawingml/2006/main">
              <a:ext uri="{FF2B5EF4-FFF2-40B4-BE49-F238E27FC236}">
                <a16:creationId xmlns:a16="http://schemas.microsoft.com/office/drawing/2014/main" id="{E8F70035-7E6B-464D-B1F7-3561D52CBF0B}"/>
              </a:ext>
            </a:extLst>
          </p:cNvPr>
          <p:cNvSpPr>
            <a:spLocks xmlns:a="http://schemas.openxmlformats.org/drawingml/2006/main" noGrp="1"/>
          </p:cNvSpPr>
          <p:nvPr/>
        </p:nvSpPr>
        <p:spPr>
          <a:xfrm xmlns:a="http://schemas.openxmlformats.org/drawingml/2006/main">
            <a:off x="8362950" y="4743450"/>
            <a:ext cx="2381250"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95178"/>
          </a:bodyPr>
          <a:lstStyle xmlns:a="http://schemas.openxmlformats.org/drawingml/2006/main"/>
          <a:p xmlns:a="http://schemas.openxmlformats.org/drawingml/2006/main">
            <a:pPr algn="l">
              <a:defRPr sz="788" b="0">
                <a:solidFill>
                  <a:srgbClr val="53657A"/>
                </a:solidFill>
              </a:defRPr>
            </a:pPr>
            <a:r>
              <a:rPr sz="788" b="0">
                <a:solidFill>
                  <a:srgbClr val="53657A"/>
                </a:solidFill>
              </a:rPr>
              <a:t>Recall 28.95% → 36.84%    Precision 37.93% → 42.42%</a:t>
            </a:r>
          </a:p>
        </p:txBody>
      </p:sp>
      <p:sp>
        <p:nvSpPr>
          <p:cNvPr id="39" name="">
            <a:extLst xmlns:a="http://schemas.openxmlformats.org/drawingml/2006/main">
              <a:ext uri="{FF2B5EF4-FFF2-40B4-BE49-F238E27FC236}">
                <a16:creationId xmlns:a16="http://schemas.microsoft.com/office/drawing/2014/main" id="{DB7D7C31-7E58-4B62-9712-96A06396D69E}"/>
              </a:ext>
            </a:extLst>
          </p:cNvPr>
          <p:cNvSpPr>
            <a:spLocks xmlns:a="http://schemas.openxmlformats.org/drawingml/2006/main" noGrp="1"/>
          </p:cNvSpPr>
          <p:nvPr/>
        </p:nvSpPr>
        <p:spPr>
          <a:xfrm xmlns:a="http://schemas.openxmlformats.org/drawingml/2006/main">
            <a:off x="819150" y="5848350"/>
            <a:ext cx="85725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88" b="1">
                <a:solidFill>
                  <a:srgbClr val="102033"/>
                </a:solidFill>
              </a:defRPr>
            </a:pPr>
            <a:r>
              <a:rPr sz="1088" b="1">
                <a:solidFill>
                  <a:srgbClr val="102033"/>
                </a:solidFill>
              </a:rPr>
              <a:t>主结果表明：模型增益来自结构化字段与候选内约束，协作复核在复杂样本上承担谨慎补充修正。</a:t>
            </a:r>
          </a:p>
        </p:txBody>
      </p:sp>
      <p:sp>
        <p:nvSpPr>
          <p:cNvPr id="40" name="">
            <a:extLst xmlns:a="http://schemas.openxmlformats.org/drawingml/2006/main">
              <a:ext uri="{FF2B5EF4-FFF2-40B4-BE49-F238E27FC236}">
                <a16:creationId xmlns:a16="http://schemas.microsoft.com/office/drawing/2014/main" id="{52960280-F93E-405B-B4D3-003FA0A3C635}"/>
              </a:ext>
            </a:extLst>
          </p:cNvPr>
          <p:cNvSpPr>
            <a:spLocks xmlns:a="http://schemas.openxmlformats.org/drawingml/2006/main" noGrp="1"/>
          </p:cNvSpPr>
          <p:nvPr/>
        </p:nvSpPr>
        <p:spPr>
          <a:xfrm xmlns:a="http://schemas.openxmlformats.org/drawingml/2006/main">
            <a:off x="476250" y="6457950"/>
            <a:ext cx="8572500" cy="9525"/>
          </a:xfrm>
          <a:prstGeom xmlns:a="http://schemas.openxmlformats.org/drawingml/2006/main" prst="rect">
            <a:avLst/>
          </a:prstGeom>
          <a:solidFill xmlns:a="http://schemas.openxmlformats.org/drawingml/2006/main">
            <a:srgbClr val="E4EDF8"/>
          </a:solidFill>
          <a:ln xmlns:a="http://schemas.openxmlformats.org/drawingml/2006/main" w="0">
            <a:solidFill>
              <a:srgbClr val="E4EDF8"/>
            </a:solidFill>
          </a:ln>
        </p:spPr>
      </p:sp>
      <p:sp>
        <p:nvSpPr>
          <p:cNvPr id="41" name="">
            <a:extLst xmlns:a="http://schemas.openxmlformats.org/drawingml/2006/main">
              <a:ext uri="{FF2B5EF4-FFF2-40B4-BE49-F238E27FC236}">
                <a16:creationId xmlns:a16="http://schemas.microsoft.com/office/drawing/2014/main" id="{5F2823D7-A501-4E2D-876A-674A2823FBE7}"/>
              </a:ext>
            </a:extLst>
          </p:cNvPr>
          <p:cNvSpPr>
            <a:spLocks xmlns:a="http://schemas.openxmlformats.org/drawingml/2006/main" noGrp="1"/>
          </p:cNvSpPr>
          <p:nvPr/>
        </p:nvSpPr>
        <p:spPr>
          <a:xfrm xmlns:a="http://schemas.openxmlformats.org/drawingml/2006/main">
            <a:off x="476250" y="6553200"/>
            <a:ext cx="5905500" cy="1333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675" b="0">
                <a:solidFill>
                  <a:srgbClr val="8394A8"/>
                </a:solidFill>
              </a:defRPr>
            </a:pPr>
            <a:r>
              <a:rPr sz="675" b="0">
                <a:solidFill>
                  <a:srgbClr val="8394A8"/>
                </a:solidFill>
              </a:rPr>
              <a:t>面向互联网基础资源的大模型多智能体协作与可信认知标识技术研究</a:t>
            </a:r>
          </a:p>
        </p:txBody>
      </p:sp>
      <p:sp>
        <p:nvSpPr>
          <p:cNvPr id="42" name="">
            <a:extLst xmlns:a="http://schemas.openxmlformats.org/drawingml/2006/main">
              <a:ext uri="{FF2B5EF4-FFF2-40B4-BE49-F238E27FC236}">
                <a16:creationId xmlns:a16="http://schemas.microsoft.com/office/drawing/2014/main" id="{D720517D-E8BE-4481-BA5E-CB6D41E07824}"/>
              </a:ext>
            </a:extLst>
          </p:cNvPr>
          <p:cNvSpPr>
            <a:spLocks xmlns:a="http://schemas.openxmlformats.org/drawingml/2006/main" noGrp="1"/>
          </p:cNvSpPr>
          <p:nvPr/>
        </p:nvSpPr>
        <p:spPr>
          <a:xfrm xmlns:a="http://schemas.openxmlformats.org/drawingml/2006/main">
            <a:off x="11382375" y="6515100"/>
            <a:ext cx="3238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0">
                <a:solidFill>
                  <a:srgbClr val="8394A8"/>
                </a:solidFill>
              </a:defRPr>
            </a:pPr>
            <a:r>
              <a:rPr sz="750" b="0">
                <a:solidFill>
                  <a:srgbClr val="8394A8"/>
                </a:solidFill>
              </a:rPr>
              <a:t>11</a:t>
            </a:r>
          </a:p>
        </p:txBody>
      </p:sp>
    </p:spTree>
    <p:extLst>
      <p:ext uri="{BB962C8B-B14F-4D97-AF65-F5344CB8AC3E}">
        <p14:creationId xmlns:p14="http://schemas.microsoft.com/office/powerpoint/2010/main" val="176590557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40e7084015dd4b5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A0C3196-6125-47FE-83D2-5E89B3FE8F66}"/>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082B6D"/>
          </a:solidFill>
          <a:ln xmlns:a="http://schemas.openxmlformats.org/drawingml/2006/main" w="0">
            <a:solidFill>
              <a:srgbClr val="082B6D"/>
            </a:solidFill>
          </a:ln>
        </p:spPr>
      </p:sp>
      <p:sp>
        <p:nvSpPr>
          <p:cNvPr id="3" name="">
            <a:extLst xmlns:a="http://schemas.openxmlformats.org/drawingml/2006/main">
              <a:ext uri="{FF2B5EF4-FFF2-40B4-BE49-F238E27FC236}">
                <a16:creationId xmlns:a16="http://schemas.microsoft.com/office/drawing/2014/main" id="{7A6E50EB-1A3A-40AD-BEAD-F26C810A893E}"/>
              </a:ext>
            </a:extLst>
          </p:cNvPr>
          <p:cNvSpPr>
            <a:spLocks xmlns:a="http://schemas.openxmlformats.org/drawingml/2006/main" noGrp="1"/>
          </p:cNvSpPr>
          <p:nvPr/>
        </p:nvSpPr>
        <p:spPr>
          <a:xfrm xmlns:a="http://schemas.openxmlformats.org/drawingml/2006/main">
            <a:off x="0" y="104775"/>
            <a:ext cx="12192000" cy="28575"/>
          </a:xfrm>
          <a:prstGeom xmlns:a="http://schemas.openxmlformats.org/drawingml/2006/main" prst="rect">
            <a:avLst/>
          </a:prstGeom>
          <a:solidFill xmlns:a="http://schemas.openxmlformats.org/drawingml/2006/main">
            <a:srgbClr val="1E83E6"/>
          </a:solidFill>
          <a:ln xmlns:a="http://schemas.openxmlformats.org/drawingml/2006/main" w="0">
            <a:solidFill>
              <a:srgbClr val="1E83E6"/>
            </a:solidFill>
          </a:ln>
        </p:spPr>
      </p:sp>
      <p:sp>
        <p:nvSpPr>
          <p:cNvPr id="4" name="">
            <a:extLst xmlns:a="http://schemas.openxmlformats.org/drawingml/2006/main">
              <a:ext uri="{FF2B5EF4-FFF2-40B4-BE49-F238E27FC236}">
                <a16:creationId xmlns:a16="http://schemas.microsoft.com/office/drawing/2014/main" id="{97BD6DCE-DEEA-4B5F-B81B-3FB90D80A93E}"/>
              </a:ext>
            </a:extLst>
          </p:cNvPr>
          <p:cNvSpPr>
            <a:spLocks xmlns:a="http://schemas.openxmlformats.org/drawingml/2006/main" noGrp="1"/>
          </p:cNvSpPr>
          <p:nvPr/>
        </p:nvSpPr>
        <p:spPr>
          <a:xfrm xmlns:a="http://schemas.openxmlformats.org/drawingml/2006/main">
            <a:off x="476250" y="285750"/>
            <a:ext cx="666750" cy="228600"/>
          </a:xfrm>
          <a:prstGeom xmlns:a="http://schemas.openxmlformats.org/drawingml/2006/main" prst="roundRect">
            <a:avLst>
              <a:gd name="adj" fmla="val 45000"/>
            </a:avLst>
          </a:prstGeom>
          <a:solidFill xmlns:a="http://schemas.openxmlformats.org/drawingml/2006/main">
            <a:srgbClr val="E8F2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0B63CE"/>
                </a:solidFill>
              </a:defRPr>
            </a:pPr>
            <a:r>
              <a:rPr sz="1050" b="1">
                <a:solidFill>
                  <a:srgbClr val="0B63CE"/>
                </a:solidFill>
              </a:rPr>
              <a:t>10</a:t>
            </a:r>
          </a:p>
        </p:txBody>
      </p:sp>
      <p:sp>
        <p:nvSpPr>
          <p:cNvPr id="5" name="">
            <a:extLst xmlns:a="http://schemas.openxmlformats.org/drawingml/2006/main">
              <a:ext uri="{FF2B5EF4-FFF2-40B4-BE49-F238E27FC236}">
                <a16:creationId xmlns:a16="http://schemas.microsoft.com/office/drawing/2014/main" id="{B466C98C-8280-4D34-BB8E-BA2DF5AC97EC}"/>
              </a:ext>
            </a:extLst>
          </p:cNvPr>
          <p:cNvSpPr>
            <a:spLocks xmlns:a="http://schemas.openxmlformats.org/drawingml/2006/main" noGrp="1"/>
          </p:cNvSpPr>
          <p:nvPr/>
        </p:nvSpPr>
        <p:spPr>
          <a:xfrm xmlns:a="http://schemas.openxmlformats.org/drawingml/2006/main">
            <a:off x="1285875" y="276225"/>
            <a:ext cx="80962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02033"/>
                </a:solidFill>
              </a:defRPr>
            </a:pPr>
            <a:r>
              <a:rPr sz="1800" b="1">
                <a:solidFill>
                  <a:srgbClr val="102033"/>
                </a:solidFill>
              </a:rPr>
              <a:t>消融与配置：职责化证据需要与放行边界配套</a:t>
            </a:r>
          </a:p>
        </p:txBody>
      </p:sp>
      <p:sp>
        <p:nvSpPr>
          <p:cNvPr id="6" name="">
            <a:extLst xmlns:a="http://schemas.openxmlformats.org/drawingml/2006/main">
              <a:ext uri="{FF2B5EF4-FFF2-40B4-BE49-F238E27FC236}">
                <a16:creationId xmlns:a16="http://schemas.microsoft.com/office/drawing/2014/main" id="{13440711-8AE6-4524-B506-E9202BBE7DBF}"/>
              </a:ext>
            </a:extLst>
          </p:cNvPr>
          <p:cNvSpPr>
            <a:spLocks xmlns:a="http://schemas.openxmlformats.org/drawingml/2006/main" noGrp="1"/>
          </p:cNvSpPr>
          <p:nvPr/>
        </p:nvSpPr>
        <p:spPr>
          <a:xfrm xmlns:a="http://schemas.openxmlformats.org/drawingml/2006/main">
            <a:off x="1285875" y="609600"/>
            <a:ext cx="80010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53657A"/>
                </a:solidFill>
              </a:defRPr>
            </a:pPr>
            <a:r>
              <a:rPr sz="938" b="0">
                <a:solidFill>
                  <a:srgbClr val="53657A"/>
                </a:solidFill>
              </a:rPr>
              <a:t>在 holdout3 对齐子集上，默认配置下多种协作协议表现接近；接入 expanded 配置后释放净修正。</a:t>
            </a:r>
          </a:p>
        </p:txBody>
      </p:sp>
      <p:sp>
        <p:nvSpPr>
          <p:cNvPr id="7" name="">
            <a:extLst xmlns:a="http://schemas.openxmlformats.org/drawingml/2006/main">
              <a:ext uri="{FF2B5EF4-FFF2-40B4-BE49-F238E27FC236}">
                <a16:creationId xmlns:a16="http://schemas.microsoft.com/office/drawing/2014/main" id="{7BD08E6B-E78B-4C0B-87FC-3E9D6DB05EA1}"/>
              </a:ext>
            </a:extLst>
          </p:cNvPr>
          <p:cNvSpPr>
            <a:spLocks xmlns:a="http://schemas.openxmlformats.org/drawingml/2006/main" noGrp="1"/>
          </p:cNvSpPr>
          <p:nvPr/>
        </p:nvSpPr>
        <p:spPr>
          <a:xfrm xmlns:a="http://schemas.openxmlformats.org/drawingml/2006/main">
            <a:off x="10782300" y="276225"/>
            <a:ext cx="9144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00" b="1">
                <a:solidFill>
                  <a:srgbClr val="0B63CE"/>
                </a:solidFill>
              </a:defRPr>
            </a:pPr>
            <a:r>
              <a:rPr sz="1800" b="1">
                <a:solidFill>
                  <a:srgbClr val="0B63CE"/>
                </a:solidFill>
              </a:rPr>
              <a:t>CNNIC</a:t>
            </a:r>
          </a:p>
        </p:txBody>
      </p:sp>
      <p:sp>
        <p:nvSpPr>
          <p:cNvPr id="8" name="">
            <a:extLst xmlns:a="http://schemas.openxmlformats.org/drawingml/2006/main">
              <a:ext uri="{FF2B5EF4-FFF2-40B4-BE49-F238E27FC236}">
                <a16:creationId xmlns:a16="http://schemas.microsoft.com/office/drawing/2014/main" id="{57EDF2F3-4816-40A2-84DC-B5548C376561}"/>
              </a:ext>
            </a:extLst>
          </p:cNvPr>
          <p:cNvSpPr>
            <a:spLocks xmlns:a="http://schemas.openxmlformats.org/drawingml/2006/main" noGrp="1"/>
          </p:cNvSpPr>
          <p:nvPr/>
        </p:nvSpPr>
        <p:spPr>
          <a:xfrm xmlns:a="http://schemas.openxmlformats.org/drawingml/2006/main">
            <a:off x="9906000" y="533400"/>
            <a:ext cx="17907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88" b="0">
                <a:solidFill>
                  <a:srgbClr val="53657A"/>
                </a:solidFill>
              </a:defRPr>
            </a:pPr>
            <a:r>
              <a:rPr sz="788" b="0">
                <a:solidFill>
                  <a:srgbClr val="53657A"/>
                </a:solidFill>
              </a:rPr>
              <a:t>中国互联网络信息中心</a:t>
            </a:r>
          </a:p>
        </p:txBody>
      </p:sp>
      <p:sp>
        <p:nvSpPr>
          <p:cNvPr id="9" name="">
            <a:extLst xmlns:a="http://schemas.openxmlformats.org/drawingml/2006/main">
              <a:ext uri="{FF2B5EF4-FFF2-40B4-BE49-F238E27FC236}">
                <a16:creationId xmlns:a16="http://schemas.microsoft.com/office/drawing/2014/main" id="{4ACF73C7-EDAA-498F-9D7B-3167C7C43880}"/>
              </a:ext>
            </a:extLst>
          </p:cNvPr>
          <p:cNvSpPr>
            <a:spLocks xmlns:a="http://schemas.openxmlformats.org/drawingml/2006/main" noGrp="1"/>
          </p:cNvSpPr>
          <p:nvPr/>
        </p:nvSpPr>
        <p:spPr>
          <a:xfrm xmlns:a="http://schemas.openxmlformats.org/drawingml/2006/main">
            <a:off x="666750" y="1238250"/>
            <a:ext cx="5905500" cy="381000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9525">
            <a:solidFill>
              <a:srgbClr val="C9DDF3"/>
            </a:solidFill>
          </a:ln>
        </p:spPr>
      </p:sp>
      <p:sp>
        <p:nvSpPr>
          <p:cNvPr id="10" name="">
            <a:extLst xmlns:a="http://schemas.openxmlformats.org/drawingml/2006/main">
              <a:ext uri="{FF2B5EF4-FFF2-40B4-BE49-F238E27FC236}">
                <a16:creationId xmlns:a16="http://schemas.microsoft.com/office/drawing/2014/main" id="{FD093AD9-4633-40A0-9AB5-98B2AC985743}"/>
              </a:ext>
            </a:extLst>
          </p:cNvPr>
          <p:cNvSpPr>
            <a:spLocks xmlns:a="http://schemas.openxmlformats.org/drawingml/2006/main" noGrp="1"/>
          </p:cNvSpPr>
          <p:nvPr/>
        </p:nvSpPr>
        <p:spPr>
          <a:xfrm xmlns:a="http://schemas.openxmlformats.org/drawingml/2006/main">
            <a:off x="952500" y="1504950"/>
            <a:ext cx="30480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02033"/>
                </a:solidFill>
              </a:defRPr>
            </a:pPr>
            <a:r>
              <a:rPr sz="1200" b="1">
                <a:solidFill>
                  <a:srgbClr val="102033"/>
                </a:solidFill>
              </a:rPr>
              <a:t>holdout3 对齐子集 PrimaryAcc@1</a:t>
            </a:r>
          </a:p>
        </p:txBody>
      </p:sp>
      <p:sp>
        <p:nvSpPr>
          <p:cNvPr id="11" name="">
            <a:extLst xmlns:a="http://schemas.openxmlformats.org/drawingml/2006/main">
              <a:ext uri="{FF2B5EF4-FFF2-40B4-BE49-F238E27FC236}">
                <a16:creationId xmlns:a16="http://schemas.microsoft.com/office/drawing/2014/main" id="{ADF053A6-31B4-4EF4-A8DA-556D1DFBBC68}"/>
              </a:ext>
            </a:extLst>
          </p:cNvPr>
          <p:cNvSpPr>
            <a:spLocks xmlns:a="http://schemas.openxmlformats.org/drawingml/2006/main" noGrp="1"/>
          </p:cNvSpPr>
          <p:nvPr/>
        </p:nvSpPr>
        <p:spPr>
          <a:xfrm xmlns:a="http://schemas.openxmlformats.org/drawingml/2006/main">
            <a:off x="1066800" y="4400550"/>
            <a:ext cx="4857750" cy="9525"/>
          </a:xfrm>
          <a:prstGeom xmlns:a="http://schemas.openxmlformats.org/drawingml/2006/main" prst="rect">
            <a:avLst/>
          </a:prstGeom>
          <a:solidFill xmlns:a="http://schemas.openxmlformats.org/drawingml/2006/main">
            <a:srgbClr val="D9E7F6"/>
          </a:solidFill>
          <a:ln xmlns:a="http://schemas.openxmlformats.org/drawingml/2006/main" w="0">
            <a:solidFill>
              <a:srgbClr val="D9E7F6"/>
            </a:solidFill>
          </a:ln>
        </p:spPr>
      </p:sp>
      <p:sp>
        <p:nvSpPr>
          <p:cNvPr id="12" name="">
            <a:extLst xmlns:a="http://schemas.openxmlformats.org/drawingml/2006/main">
              <a:ext uri="{FF2B5EF4-FFF2-40B4-BE49-F238E27FC236}">
                <a16:creationId xmlns:a16="http://schemas.microsoft.com/office/drawing/2014/main" id="{80BA5336-D2D8-4962-B60D-290FE5A405AA}"/>
              </a:ext>
            </a:extLst>
          </p:cNvPr>
          <p:cNvSpPr>
            <a:spLocks xmlns:a="http://schemas.openxmlformats.org/drawingml/2006/main" noGrp="1"/>
          </p:cNvSpPr>
          <p:nvPr/>
        </p:nvSpPr>
        <p:spPr>
          <a:xfrm xmlns:a="http://schemas.openxmlformats.org/drawingml/2006/main">
            <a:off x="1181100" y="3524250"/>
            <a:ext cx="514350" cy="876300"/>
          </a:xfrm>
          <a:prstGeom xmlns:a="http://schemas.openxmlformats.org/drawingml/2006/main" prst="rect">
            <a:avLst/>
          </a:prstGeom>
          <a:solidFill xmlns:a="http://schemas.openxmlformats.org/drawingml/2006/main">
            <a:srgbClr val="0B63CE"/>
          </a:solidFill>
          <a:ln xmlns:a="http://schemas.openxmlformats.org/drawingml/2006/main" w="0">
            <a:solidFill>
              <a:srgbClr val="0B63CE"/>
            </a:solidFill>
          </a:ln>
        </p:spPr>
      </p:sp>
      <p:sp>
        <p:nvSpPr>
          <p:cNvPr id="13" name="">
            <a:extLst xmlns:a="http://schemas.openxmlformats.org/drawingml/2006/main">
              <a:ext uri="{FF2B5EF4-FFF2-40B4-BE49-F238E27FC236}">
                <a16:creationId xmlns:a16="http://schemas.microsoft.com/office/drawing/2014/main" id="{3CADAB18-DE64-4027-B376-2F5B11F135EA}"/>
              </a:ext>
            </a:extLst>
          </p:cNvPr>
          <p:cNvSpPr>
            <a:spLocks xmlns:a="http://schemas.openxmlformats.org/drawingml/2006/main" noGrp="1"/>
          </p:cNvSpPr>
          <p:nvPr/>
        </p:nvSpPr>
        <p:spPr>
          <a:xfrm xmlns:a="http://schemas.openxmlformats.org/drawingml/2006/main">
            <a:off x="1104900" y="3295650"/>
            <a:ext cx="6667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25" b="1">
                <a:solidFill>
                  <a:srgbClr val="0B63CE"/>
                </a:solidFill>
              </a:defRPr>
            </a:pPr>
            <a:r>
              <a:rPr sz="825" b="1">
                <a:solidFill>
                  <a:srgbClr val="0B63CE"/>
                </a:solidFill>
              </a:rPr>
              <a:t>86.25%</a:t>
            </a:r>
          </a:p>
        </p:txBody>
      </p:sp>
      <p:sp>
        <p:nvSpPr>
          <p:cNvPr id="14" name="">
            <a:extLst xmlns:a="http://schemas.openxmlformats.org/drawingml/2006/main">
              <a:ext uri="{FF2B5EF4-FFF2-40B4-BE49-F238E27FC236}">
                <a16:creationId xmlns:a16="http://schemas.microsoft.com/office/drawing/2014/main" id="{55C281E9-570D-41CD-928A-034C7AFB975A}"/>
              </a:ext>
            </a:extLst>
          </p:cNvPr>
          <p:cNvSpPr>
            <a:spLocks xmlns:a="http://schemas.openxmlformats.org/drawingml/2006/main" noGrp="1"/>
          </p:cNvSpPr>
          <p:nvPr/>
        </p:nvSpPr>
        <p:spPr>
          <a:xfrm xmlns:a="http://schemas.openxmlformats.org/drawingml/2006/main">
            <a:off x="876300" y="4495800"/>
            <a:ext cx="1123950" cy="3429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88" b="0">
                <a:solidFill>
                  <a:srgbClr val="53657A"/>
                </a:solidFill>
              </a:defRPr>
            </a:pPr>
            <a:r>
              <a:rPr sz="788" b="0">
                <a:solidFill>
                  <a:srgbClr val="53657A"/>
                </a:solidFill>
              </a:rPr>
              <a:t>fastpath</a:t>
            </a:r>
          </a:p>
        </p:txBody>
      </p:sp>
      <p:sp>
        <p:nvSpPr>
          <p:cNvPr id="15" name="">
            <a:extLst xmlns:a="http://schemas.openxmlformats.org/drawingml/2006/main">
              <a:ext uri="{FF2B5EF4-FFF2-40B4-BE49-F238E27FC236}">
                <a16:creationId xmlns:a16="http://schemas.microsoft.com/office/drawing/2014/main" id="{6463B3E1-797A-4D10-B048-74C88D26A962}"/>
              </a:ext>
            </a:extLst>
          </p:cNvPr>
          <p:cNvSpPr>
            <a:spLocks xmlns:a="http://schemas.openxmlformats.org/drawingml/2006/main" noGrp="1"/>
          </p:cNvSpPr>
          <p:nvPr/>
        </p:nvSpPr>
        <p:spPr>
          <a:xfrm xmlns:a="http://schemas.openxmlformats.org/drawingml/2006/main">
            <a:off x="2095500" y="3524250"/>
            <a:ext cx="514350" cy="876300"/>
          </a:xfrm>
          <a:prstGeom xmlns:a="http://schemas.openxmlformats.org/drawingml/2006/main" prst="rect">
            <a:avLst/>
          </a:prstGeom>
          <a:solidFill xmlns:a="http://schemas.openxmlformats.org/drawingml/2006/main">
            <a:srgbClr val="9FB2C9"/>
          </a:solidFill>
          <a:ln xmlns:a="http://schemas.openxmlformats.org/drawingml/2006/main" w="0">
            <a:solidFill>
              <a:srgbClr val="9FB2C9"/>
            </a:solidFill>
          </a:ln>
        </p:spPr>
      </p:sp>
      <p:sp>
        <p:nvSpPr>
          <p:cNvPr id="16" name="">
            <a:extLst xmlns:a="http://schemas.openxmlformats.org/drawingml/2006/main">
              <a:ext uri="{FF2B5EF4-FFF2-40B4-BE49-F238E27FC236}">
                <a16:creationId xmlns:a16="http://schemas.microsoft.com/office/drawing/2014/main" id="{F8AB67F0-5DC1-485A-9FCD-BB982AB433CE}"/>
              </a:ext>
            </a:extLst>
          </p:cNvPr>
          <p:cNvSpPr>
            <a:spLocks xmlns:a="http://schemas.openxmlformats.org/drawingml/2006/main" noGrp="1"/>
          </p:cNvSpPr>
          <p:nvPr/>
        </p:nvSpPr>
        <p:spPr>
          <a:xfrm xmlns:a="http://schemas.openxmlformats.org/drawingml/2006/main">
            <a:off x="2019300" y="3295650"/>
            <a:ext cx="6667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25" b="1">
                <a:solidFill>
                  <a:srgbClr val="9FB2C9"/>
                </a:solidFill>
              </a:defRPr>
            </a:pPr>
            <a:r>
              <a:rPr sz="825" b="1">
                <a:solidFill>
                  <a:srgbClr val="9FB2C9"/>
                </a:solidFill>
              </a:rPr>
              <a:t>86.25%</a:t>
            </a:r>
          </a:p>
        </p:txBody>
      </p:sp>
      <p:sp>
        <p:nvSpPr>
          <p:cNvPr id="17" name="">
            <a:extLst xmlns:a="http://schemas.openxmlformats.org/drawingml/2006/main">
              <a:ext uri="{FF2B5EF4-FFF2-40B4-BE49-F238E27FC236}">
                <a16:creationId xmlns:a16="http://schemas.microsoft.com/office/drawing/2014/main" id="{F5244EAA-BAA4-4CB0-ABF5-27A09C1FD2E7}"/>
              </a:ext>
            </a:extLst>
          </p:cNvPr>
          <p:cNvSpPr>
            <a:spLocks xmlns:a="http://schemas.openxmlformats.org/drawingml/2006/main" noGrp="1"/>
          </p:cNvSpPr>
          <p:nvPr/>
        </p:nvSpPr>
        <p:spPr>
          <a:xfrm xmlns:a="http://schemas.openxmlformats.org/drawingml/2006/main">
            <a:off x="1790700" y="4495800"/>
            <a:ext cx="1123950" cy="3429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88" b="0">
                <a:solidFill>
                  <a:srgbClr val="53657A"/>
                </a:solidFill>
              </a:defRPr>
            </a:pPr>
            <a:r>
              <a:rPr sz="788" b="0">
                <a:solidFill>
                  <a:srgbClr val="53657A"/>
                </a:solidFill>
              </a:rPr>
              <a:t>single</a:t>
            </a:r>
          </a:p>
        </p:txBody>
      </p:sp>
      <p:sp>
        <p:nvSpPr>
          <p:cNvPr id="18" name="">
            <a:extLst xmlns:a="http://schemas.openxmlformats.org/drawingml/2006/main">
              <a:ext uri="{FF2B5EF4-FFF2-40B4-BE49-F238E27FC236}">
                <a16:creationId xmlns:a16="http://schemas.microsoft.com/office/drawing/2014/main" id="{B8F5B55B-905F-4A83-9D1B-5B844757DB0B}"/>
              </a:ext>
            </a:extLst>
          </p:cNvPr>
          <p:cNvSpPr>
            <a:spLocks xmlns:a="http://schemas.openxmlformats.org/drawingml/2006/main" noGrp="1"/>
          </p:cNvSpPr>
          <p:nvPr/>
        </p:nvSpPr>
        <p:spPr>
          <a:xfrm xmlns:a="http://schemas.openxmlformats.org/drawingml/2006/main">
            <a:off x="3009900" y="3524250"/>
            <a:ext cx="514350" cy="876300"/>
          </a:xfrm>
          <a:prstGeom xmlns:a="http://schemas.openxmlformats.org/drawingml/2006/main" prst="rect">
            <a:avLst/>
          </a:prstGeom>
          <a:solidFill xmlns:a="http://schemas.openxmlformats.org/drawingml/2006/main">
            <a:srgbClr val="9FB2C9"/>
          </a:solidFill>
          <a:ln xmlns:a="http://schemas.openxmlformats.org/drawingml/2006/main" w="0">
            <a:solidFill>
              <a:srgbClr val="9FB2C9"/>
            </a:solidFill>
          </a:ln>
        </p:spPr>
      </p:sp>
      <p:sp>
        <p:nvSpPr>
          <p:cNvPr id="19" name="">
            <a:extLst xmlns:a="http://schemas.openxmlformats.org/drawingml/2006/main">
              <a:ext uri="{FF2B5EF4-FFF2-40B4-BE49-F238E27FC236}">
                <a16:creationId xmlns:a16="http://schemas.microsoft.com/office/drawing/2014/main" id="{77C7C931-615D-412E-B30D-CA40CFC314D4}"/>
              </a:ext>
            </a:extLst>
          </p:cNvPr>
          <p:cNvSpPr>
            <a:spLocks xmlns:a="http://schemas.openxmlformats.org/drawingml/2006/main" noGrp="1"/>
          </p:cNvSpPr>
          <p:nvPr/>
        </p:nvSpPr>
        <p:spPr>
          <a:xfrm xmlns:a="http://schemas.openxmlformats.org/drawingml/2006/main">
            <a:off x="2933700" y="3295650"/>
            <a:ext cx="6667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25" b="1">
                <a:solidFill>
                  <a:srgbClr val="9FB2C9"/>
                </a:solidFill>
              </a:defRPr>
            </a:pPr>
            <a:r>
              <a:rPr sz="825" b="1">
                <a:solidFill>
                  <a:srgbClr val="9FB2C9"/>
                </a:solidFill>
              </a:rPr>
              <a:t>86.25%</a:t>
            </a:r>
          </a:p>
        </p:txBody>
      </p:sp>
      <p:sp>
        <p:nvSpPr>
          <p:cNvPr id="20" name="">
            <a:extLst xmlns:a="http://schemas.openxmlformats.org/drawingml/2006/main">
              <a:ext uri="{FF2B5EF4-FFF2-40B4-BE49-F238E27FC236}">
                <a16:creationId xmlns:a16="http://schemas.microsoft.com/office/drawing/2014/main" id="{0E334E1A-1463-457B-A82B-2C60BA3485A5}"/>
              </a:ext>
            </a:extLst>
          </p:cNvPr>
          <p:cNvSpPr>
            <a:spLocks xmlns:a="http://schemas.openxmlformats.org/drawingml/2006/main" noGrp="1"/>
          </p:cNvSpPr>
          <p:nvPr/>
        </p:nvSpPr>
        <p:spPr>
          <a:xfrm xmlns:a="http://schemas.openxmlformats.org/drawingml/2006/main">
            <a:off x="2705100" y="4495800"/>
            <a:ext cx="1123950" cy="3429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88" b="0">
                <a:solidFill>
                  <a:srgbClr val="53657A"/>
                </a:solidFill>
              </a:defRPr>
            </a:pPr>
            <a:r>
              <a:rPr sz="788" b="0">
                <a:solidFill>
                  <a:srgbClr val="53657A"/>
                </a:solidFill>
              </a:rPr>
              <a:t>homogeneous</a:t>
            </a:r>
          </a:p>
        </p:txBody>
      </p:sp>
      <p:sp>
        <p:nvSpPr>
          <p:cNvPr id="21" name="">
            <a:extLst xmlns:a="http://schemas.openxmlformats.org/drawingml/2006/main">
              <a:ext uri="{FF2B5EF4-FFF2-40B4-BE49-F238E27FC236}">
                <a16:creationId xmlns:a16="http://schemas.microsoft.com/office/drawing/2014/main" id="{B23BD330-BA23-4AB8-BDB2-CE49F12E68EF}"/>
              </a:ext>
            </a:extLst>
          </p:cNvPr>
          <p:cNvSpPr>
            <a:spLocks xmlns:a="http://schemas.openxmlformats.org/drawingml/2006/main" noGrp="1"/>
          </p:cNvSpPr>
          <p:nvPr/>
        </p:nvSpPr>
        <p:spPr>
          <a:xfrm xmlns:a="http://schemas.openxmlformats.org/drawingml/2006/main">
            <a:off x="3924300" y="3524250"/>
            <a:ext cx="514350" cy="876300"/>
          </a:xfrm>
          <a:prstGeom xmlns:a="http://schemas.openxmlformats.org/drawingml/2006/main" prst="rect">
            <a:avLst/>
          </a:prstGeom>
          <a:solidFill xmlns:a="http://schemas.openxmlformats.org/drawingml/2006/main">
            <a:srgbClr val="E97132"/>
          </a:solidFill>
          <a:ln xmlns:a="http://schemas.openxmlformats.org/drawingml/2006/main" w="0">
            <a:solidFill>
              <a:srgbClr val="E97132"/>
            </a:solidFill>
          </a:ln>
        </p:spPr>
      </p:sp>
      <p:sp>
        <p:nvSpPr>
          <p:cNvPr id="22" name="">
            <a:extLst xmlns:a="http://schemas.openxmlformats.org/drawingml/2006/main">
              <a:ext uri="{FF2B5EF4-FFF2-40B4-BE49-F238E27FC236}">
                <a16:creationId xmlns:a16="http://schemas.microsoft.com/office/drawing/2014/main" id="{65ED5279-8A43-44D1-8DBC-4E2D8A38E619}"/>
              </a:ext>
            </a:extLst>
          </p:cNvPr>
          <p:cNvSpPr>
            <a:spLocks xmlns:a="http://schemas.openxmlformats.org/drawingml/2006/main" noGrp="1"/>
          </p:cNvSpPr>
          <p:nvPr/>
        </p:nvSpPr>
        <p:spPr>
          <a:xfrm xmlns:a="http://schemas.openxmlformats.org/drawingml/2006/main">
            <a:off x="3848100" y="3295650"/>
            <a:ext cx="6667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25" b="1">
                <a:solidFill>
                  <a:srgbClr val="E97132"/>
                </a:solidFill>
              </a:defRPr>
            </a:pPr>
            <a:r>
              <a:rPr sz="825" b="1">
                <a:solidFill>
                  <a:srgbClr val="E97132"/>
                </a:solidFill>
              </a:rPr>
              <a:t>86.25%</a:t>
            </a:r>
          </a:p>
        </p:txBody>
      </p:sp>
      <p:sp>
        <p:nvSpPr>
          <p:cNvPr id="23" name="">
            <a:extLst xmlns:a="http://schemas.openxmlformats.org/drawingml/2006/main">
              <a:ext uri="{FF2B5EF4-FFF2-40B4-BE49-F238E27FC236}">
                <a16:creationId xmlns:a16="http://schemas.microsoft.com/office/drawing/2014/main" id="{9211393C-3DDA-4913-B39F-A9AB239AA4C5}"/>
              </a:ext>
            </a:extLst>
          </p:cNvPr>
          <p:cNvSpPr>
            <a:spLocks xmlns:a="http://schemas.openxmlformats.org/drawingml/2006/main" noGrp="1"/>
          </p:cNvSpPr>
          <p:nvPr/>
        </p:nvSpPr>
        <p:spPr>
          <a:xfrm xmlns:a="http://schemas.openxmlformats.org/drawingml/2006/main">
            <a:off x="3619500" y="4495800"/>
            <a:ext cx="1123950" cy="3429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88" b="0">
                <a:solidFill>
                  <a:srgbClr val="53657A"/>
                </a:solidFill>
              </a:defRPr>
            </a:pPr>
            <a:r>
              <a:rPr sz="788" b="0">
                <a:solidFill>
                  <a:srgbClr val="53657A"/>
                </a:solidFill>
              </a:rPr>
              <a:t>hetero-v3</a:t>
            </a:r>
          </a:p>
        </p:txBody>
      </p:sp>
      <p:sp>
        <p:nvSpPr>
          <p:cNvPr id="24" name="">
            <a:extLst xmlns:a="http://schemas.openxmlformats.org/drawingml/2006/main">
              <a:ext uri="{FF2B5EF4-FFF2-40B4-BE49-F238E27FC236}">
                <a16:creationId xmlns:a16="http://schemas.microsoft.com/office/drawing/2014/main" id="{1399A7CD-CFB4-40DF-B0D0-0A8D041BF0D1}"/>
              </a:ext>
            </a:extLst>
          </p:cNvPr>
          <p:cNvSpPr>
            <a:spLocks xmlns:a="http://schemas.openxmlformats.org/drawingml/2006/main" noGrp="1"/>
          </p:cNvSpPr>
          <p:nvPr/>
        </p:nvSpPr>
        <p:spPr>
          <a:xfrm xmlns:a="http://schemas.openxmlformats.org/drawingml/2006/main">
            <a:off x="4838700" y="2228850"/>
            <a:ext cx="514350" cy="2171700"/>
          </a:xfrm>
          <a:prstGeom xmlns:a="http://schemas.openxmlformats.org/drawingml/2006/main" prst="rect">
            <a:avLst/>
          </a:prstGeom>
          <a:solidFill xmlns:a="http://schemas.openxmlformats.org/drawingml/2006/main">
            <a:srgbClr val="B93232"/>
          </a:solidFill>
          <a:ln xmlns:a="http://schemas.openxmlformats.org/drawingml/2006/main" w="0">
            <a:solidFill>
              <a:srgbClr val="B93232"/>
            </a:solidFill>
          </a:ln>
        </p:spPr>
      </p:sp>
      <p:sp>
        <p:nvSpPr>
          <p:cNvPr id="25" name="">
            <a:extLst xmlns:a="http://schemas.openxmlformats.org/drawingml/2006/main">
              <a:ext uri="{FF2B5EF4-FFF2-40B4-BE49-F238E27FC236}">
                <a16:creationId xmlns:a16="http://schemas.microsoft.com/office/drawing/2014/main" id="{BA627B88-AE6E-4F25-8FE4-5E1FE370D614}"/>
              </a:ext>
            </a:extLst>
          </p:cNvPr>
          <p:cNvSpPr>
            <a:spLocks xmlns:a="http://schemas.openxmlformats.org/drawingml/2006/main" noGrp="1"/>
          </p:cNvSpPr>
          <p:nvPr/>
        </p:nvSpPr>
        <p:spPr>
          <a:xfrm xmlns:a="http://schemas.openxmlformats.org/drawingml/2006/main">
            <a:off x="4762500" y="2000250"/>
            <a:ext cx="6667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25" b="1">
                <a:solidFill>
                  <a:srgbClr val="B93232"/>
                </a:solidFill>
              </a:defRPr>
            </a:pPr>
            <a:r>
              <a:rPr sz="825" b="1">
                <a:solidFill>
                  <a:srgbClr val="B93232"/>
                </a:solidFill>
              </a:rPr>
              <a:t>92.50%</a:t>
            </a:r>
          </a:p>
        </p:txBody>
      </p:sp>
      <p:sp>
        <p:nvSpPr>
          <p:cNvPr id="26" name="">
            <a:extLst xmlns:a="http://schemas.openxmlformats.org/drawingml/2006/main">
              <a:ext uri="{FF2B5EF4-FFF2-40B4-BE49-F238E27FC236}">
                <a16:creationId xmlns:a16="http://schemas.microsoft.com/office/drawing/2014/main" id="{A1B735E1-8C47-4F22-ACAE-8A395124CC58}"/>
              </a:ext>
            </a:extLst>
          </p:cNvPr>
          <p:cNvSpPr>
            <a:spLocks xmlns:a="http://schemas.openxmlformats.org/drawingml/2006/main" noGrp="1"/>
          </p:cNvSpPr>
          <p:nvPr/>
        </p:nvSpPr>
        <p:spPr>
          <a:xfrm xmlns:a="http://schemas.openxmlformats.org/drawingml/2006/main">
            <a:off x="4533900" y="4495800"/>
            <a:ext cx="1123950" cy="3429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88" b="0">
                <a:solidFill>
                  <a:srgbClr val="53657A"/>
                </a:solidFill>
              </a:defRPr>
            </a:pPr>
            <a:r>
              <a:rPr sz="788" b="0">
                <a:solidFill>
                  <a:srgbClr val="53657A"/>
                </a:solidFill>
              </a:rPr>
              <a:t>hetero-v3 + expanded</a:t>
            </a:r>
          </a:p>
        </p:txBody>
      </p:sp>
      <p:sp>
        <p:nvSpPr>
          <p:cNvPr id="27" name="">
            <a:extLst xmlns:a="http://schemas.openxmlformats.org/drawingml/2006/main">
              <a:ext uri="{FF2B5EF4-FFF2-40B4-BE49-F238E27FC236}">
                <a16:creationId xmlns:a16="http://schemas.microsoft.com/office/drawing/2014/main" id="{28E6EDB4-FDD8-43E2-B0DC-2F2E8A775140}"/>
              </a:ext>
            </a:extLst>
          </p:cNvPr>
          <p:cNvSpPr>
            <a:spLocks xmlns:a="http://schemas.openxmlformats.org/drawingml/2006/main" noGrp="1"/>
          </p:cNvSpPr>
          <p:nvPr/>
        </p:nvSpPr>
        <p:spPr>
          <a:xfrm xmlns:a="http://schemas.openxmlformats.org/drawingml/2006/main">
            <a:off x="7239000" y="1352550"/>
            <a:ext cx="3143250" cy="1352550"/>
          </a:xfrm>
          <a:prstGeom xmlns:a="http://schemas.openxmlformats.org/drawingml/2006/main" prst="roundRect">
            <a:avLst>
              <a:gd name="adj" fmla="val 11000"/>
            </a:avLst>
          </a:prstGeom>
          <a:solidFill xmlns:a="http://schemas.openxmlformats.org/drawingml/2006/main">
            <a:srgbClr val="F2F7FF"/>
          </a:solidFill>
          <a:ln xmlns:a="http://schemas.openxmlformats.org/drawingml/2006/main" w="12383">
            <a:solidFill>
              <a:srgbClr val="B93232"/>
            </a:solidFill>
          </a:ln>
        </p:spPr>
      </p:sp>
      <p:sp>
        <p:nvSpPr>
          <p:cNvPr id="28" name="">
            <a:extLst xmlns:a="http://schemas.openxmlformats.org/drawingml/2006/main">
              <a:ext uri="{FF2B5EF4-FFF2-40B4-BE49-F238E27FC236}">
                <a16:creationId xmlns:a16="http://schemas.microsoft.com/office/drawing/2014/main" id="{8128AFC7-E3FE-4A01-BFFC-D73D1BD716C3}"/>
              </a:ext>
            </a:extLst>
          </p:cNvPr>
          <p:cNvSpPr>
            <a:spLocks xmlns:a="http://schemas.openxmlformats.org/drawingml/2006/main" noGrp="1"/>
          </p:cNvSpPr>
          <p:nvPr/>
        </p:nvSpPr>
        <p:spPr>
          <a:xfrm xmlns:a="http://schemas.openxmlformats.org/drawingml/2006/main">
            <a:off x="7715250" y="1619250"/>
            <a:ext cx="2190750" cy="5143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150" b="1">
                <a:solidFill>
                  <a:srgbClr val="B93232"/>
                </a:solidFill>
              </a:defRPr>
            </a:pPr>
            <a:r>
              <a:rPr sz="3150" b="1">
                <a:solidFill>
                  <a:srgbClr val="B93232"/>
                </a:solidFill>
              </a:rPr>
              <a:t>5 / 5 / 0</a:t>
            </a:r>
          </a:p>
        </p:txBody>
      </p:sp>
      <p:sp>
        <p:nvSpPr>
          <p:cNvPr id="29" name="">
            <a:extLst xmlns:a="http://schemas.openxmlformats.org/drawingml/2006/main">
              <a:ext uri="{FF2B5EF4-FFF2-40B4-BE49-F238E27FC236}">
                <a16:creationId xmlns:a16="http://schemas.microsoft.com/office/drawing/2014/main" id="{55B172BB-2002-423B-9C62-E5496B0F644F}"/>
              </a:ext>
            </a:extLst>
          </p:cNvPr>
          <p:cNvSpPr>
            <a:spLocks xmlns:a="http://schemas.openxmlformats.org/drawingml/2006/main" noGrp="1"/>
          </p:cNvSpPr>
          <p:nvPr/>
        </p:nvSpPr>
        <p:spPr>
          <a:xfrm xmlns:a="http://schemas.openxmlformats.org/drawingml/2006/main">
            <a:off x="7762875" y="2209800"/>
            <a:ext cx="2095500"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38" b="0">
                <a:solidFill>
                  <a:srgbClr val="53657A"/>
                </a:solidFill>
              </a:defRPr>
            </a:pPr>
            <a:r>
              <a:rPr sz="938" b="0">
                <a:solidFill>
                  <a:srgbClr val="53657A"/>
                </a:solidFill>
              </a:rPr>
              <a:t>测试集改写 / 有效修正 / 回归</a:t>
            </a:r>
          </a:p>
        </p:txBody>
      </p:sp>
      <p:sp>
        <p:nvSpPr>
          <p:cNvPr id="30" name="">
            <a:extLst xmlns:a="http://schemas.openxmlformats.org/drawingml/2006/main">
              <a:ext uri="{FF2B5EF4-FFF2-40B4-BE49-F238E27FC236}">
                <a16:creationId xmlns:a16="http://schemas.microsoft.com/office/drawing/2014/main" id="{3EB9982B-0D13-494E-B86B-819F6A08C4C6}"/>
              </a:ext>
            </a:extLst>
          </p:cNvPr>
          <p:cNvSpPr>
            <a:spLocks xmlns:a="http://schemas.openxmlformats.org/drawingml/2006/main" noGrp="1"/>
          </p:cNvSpPr>
          <p:nvPr/>
        </p:nvSpPr>
        <p:spPr>
          <a:xfrm xmlns:a="http://schemas.openxmlformats.org/drawingml/2006/main">
            <a:off x="7239000" y="3067050"/>
            <a:ext cx="3486150" cy="148590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9525">
            <a:solidFill>
              <a:srgbClr val="C9DDF3"/>
            </a:solidFill>
          </a:ln>
        </p:spPr>
      </p:sp>
      <p:sp>
        <p:nvSpPr>
          <p:cNvPr id="31" name="">
            <a:extLst xmlns:a="http://schemas.openxmlformats.org/drawingml/2006/main">
              <a:ext uri="{FF2B5EF4-FFF2-40B4-BE49-F238E27FC236}">
                <a16:creationId xmlns:a16="http://schemas.microsoft.com/office/drawing/2014/main" id="{D67504A5-05B0-46E7-AF14-5767F3CE27E4}"/>
              </a:ext>
            </a:extLst>
          </p:cNvPr>
          <p:cNvSpPr>
            <a:spLocks xmlns:a="http://schemas.openxmlformats.org/drawingml/2006/main" noGrp="1"/>
          </p:cNvSpPr>
          <p:nvPr/>
        </p:nvSpPr>
        <p:spPr>
          <a:xfrm xmlns:a="http://schemas.openxmlformats.org/drawingml/2006/main">
            <a:off x="7543800" y="3295650"/>
            <a:ext cx="13335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2033"/>
                </a:solidFill>
              </a:defRPr>
            </a:pPr>
            <a:r>
              <a:rPr sz="1350" b="1">
                <a:solidFill>
                  <a:srgbClr val="102033"/>
                </a:solidFill>
              </a:rPr>
              <a:t>结论解释</a:t>
            </a:r>
          </a:p>
        </p:txBody>
      </p:sp>
      <p:sp>
        <p:nvSpPr>
          <p:cNvPr id="32" name="">
            <a:extLst xmlns:a="http://schemas.openxmlformats.org/drawingml/2006/main">
              <a:ext uri="{FF2B5EF4-FFF2-40B4-BE49-F238E27FC236}">
                <a16:creationId xmlns:a16="http://schemas.microsoft.com/office/drawing/2014/main" id="{AB3272CF-B833-4544-876D-5469FCD88F61}"/>
              </a:ext>
            </a:extLst>
          </p:cNvPr>
          <p:cNvSpPr>
            <a:spLocks xmlns:a="http://schemas.openxmlformats.org/drawingml/2006/main" noGrp="1"/>
          </p:cNvSpPr>
          <p:nvPr/>
        </p:nvSpPr>
        <p:spPr>
          <a:xfrm xmlns:a="http://schemas.openxmlformats.org/drawingml/2006/main">
            <a:off x="7591425" y="3705225"/>
            <a:ext cx="76200" cy="76200"/>
          </a:xfrm>
          <a:prstGeom xmlns:a="http://schemas.openxmlformats.org/drawingml/2006/main" prst="ellipse">
            <a:avLst/>
          </a:prstGeom>
          <a:solidFill xmlns:a="http://schemas.openxmlformats.org/drawingml/2006/main">
            <a:srgbClr val="0B63CE"/>
          </a:solidFill>
          <a:ln xmlns:a="http://schemas.openxmlformats.org/drawingml/2006/main" w="0">
            <a:solidFill>
              <a:srgbClr val="0B63CE"/>
            </a:solidFill>
          </a:ln>
        </p:spPr>
      </p:sp>
      <p:sp>
        <p:nvSpPr>
          <p:cNvPr id="33" name="">
            <a:extLst xmlns:a="http://schemas.openxmlformats.org/drawingml/2006/main">
              <a:ext uri="{FF2B5EF4-FFF2-40B4-BE49-F238E27FC236}">
                <a16:creationId xmlns:a16="http://schemas.microsoft.com/office/drawing/2014/main" id="{FBCC6905-32C6-4D52-9D93-1790584E0E06}"/>
              </a:ext>
            </a:extLst>
          </p:cNvPr>
          <p:cNvSpPr>
            <a:spLocks xmlns:a="http://schemas.openxmlformats.org/drawingml/2006/main" noGrp="1"/>
          </p:cNvSpPr>
          <p:nvPr/>
        </p:nvSpPr>
        <p:spPr>
          <a:xfrm xmlns:a="http://schemas.openxmlformats.org/drawingml/2006/main">
            <a:off x="7772400" y="3657600"/>
            <a:ext cx="2552700"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23" b="0">
                <a:solidFill>
                  <a:srgbClr val="53657A"/>
                </a:solidFill>
              </a:defRPr>
            </a:pPr>
            <a:r>
              <a:rPr sz="923" b="0">
                <a:solidFill>
                  <a:srgbClr val="53657A"/>
                </a:solidFill>
              </a:rPr>
              <a:t>异质角色产生了更有信息量的职责化判断</a:t>
            </a:r>
          </a:p>
        </p:txBody>
      </p:sp>
      <p:sp>
        <p:nvSpPr>
          <p:cNvPr id="34" name="">
            <a:extLst xmlns:a="http://schemas.openxmlformats.org/drawingml/2006/main">
              <a:ext uri="{FF2B5EF4-FFF2-40B4-BE49-F238E27FC236}">
                <a16:creationId xmlns:a16="http://schemas.microsoft.com/office/drawing/2014/main" id="{9BDFE45F-0B3B-4662-99BD-6B229571BDE1}"/>
              </a:ext>
            </a:extLst>
          </p:cNvPr>
          <p:cNvSpPr>
            <a:spLocks xmlns:a="http://schemas.openxmlformats.org/drawingml/2006/main" noGrp="1"/>
          </p:cNvSpPr>
          <p:nvPr/>
        </p:nvSpPr>
        <p:spPr>
          <a:xfrm xmlns:a="http://schemas.openxmlformats.org/drawingml/2006/main">
            <a:off x="7591425" y="3990975"/>
            <a:ext cx="76200" cy="76200"/>
          </a:xfrm>
          <a:prstGeom xmlns:a="http://schemas.openxmlformats.org/drawingml/2006/main" prst="ellipse">
            <a:avLst/>
          </a:prstGeom>
          <a:solidFill xmlns:a="http://schemas.openxmlformats.org/drawingml/2006/main">
            <a:srgbClr val="0B63CE"/>
          </a:solidFill>
          <a:ln xmlns:a="http://schemas.openxmlformats.org/drawingml/2006/main" w="0">
            <a:solidFill>
              <a:srgbClr val="0B63CE"/>
            </a:solidFill>
          </a:ln>
        </p:spPr>
      </p:sp>
      <p:sp>
        <p:nvSpPr>
          <p:cNvPr id="35" name="">
            <a:extLst xmlns:a="http://schemas.openxmlformats.org/drawingml/2006/main">
              <a:ext uri="{FF2B5EF4-FFF2-40B4-BE49-F238E27FC236}">
                <a16:creationId xmlns:a16="http://schemas.microsoft.com/office/drawing/2014/main" id="{BB8D7B4D-2816-4F8B-8F65-5547E4BA66D2}"/>
              </a:ext>
            </a:extLst>
          </p:cNvPr>
          <p:cNvSpPr>
            <a:spLocks xmlns:a="http://schemas.openxmlformats.org/drawingml/2006/main" noGrp="1"/>
          </p:cNvSpPr>
          <p:nvPr/>
        </p:nvSpPr>
        <p:spPr>
          <a:xfrm xmlns:a="http://schemas.openxmlformats.org/drawingml/2006/main">
            <a:off x="7772400" y="3943350"/>
            <a:ext cx="2552700"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23" b="0">
                <a:solidFill>
                  <a:srgbClr val="53657A"/>
                </a:solidFill>
              </a:defRPr>
            </a:pPr>
            <a:r>
              <a:rPr sz="923" b="0">
                <a:solidFill>
                  <a:srgbClr val="53657A"/>
                </a:solidFill>
              </a:rPr>
              <a:t>默认配置较保守，未充分释放改判收益</a:t>
            </a:r>
          </a:p>
        </p:txBody>
      </p:sp>
      <p:sp>
        <p:nvSpPr>
          <p:cNvPr id="36" name="">
            <a:extLst xmlns:a="http://schemas.openxmlformats.org/drawingml/2006/main">
              <a:ext uri="{FF2B5EF4-FFF2-40B4-BE49-F238E27FC236}">
                <a16:creationId xmlns:a16="http://schemas.microsoft.com/office/drawing/2014/main" id="{01A2BDA0-2F39-4612-846A-AB0A3E644D6D}"/>
              </a:ext>
            </a:extLst>
          </p:cNvPr>
          <p:cNvSpPr>
            <a:spLocks xmlns:a="http://schemas.openxmlformats.org/drawingml/2006/main" noGrp="1"/>
          </p:cNvSpPr>
          <p:nvPr/>
        </p:nvSpPr>
        <p:spPr>
          <a:xfrm xmlns:a="http://schemas.openxmlformats.org/drawingml/2006/main">
            <a:off x="7591425" y="4276725"/>
            <a:ext cx="76200" cy="76200"/>
          </a:xfrm>
          <a:prstGeom xmlns:a="http://schemas.openxmlformats.org/drawingml/2006/main" prst="ellipse">
            <a:avLst/>
          </a:prstGeom>
          <a:solidFill xmlns:a="http://schemas.openxmlformats.org/drawingml/2006/main">
            <a:srgbClr val="0B63CE"/>
          </a:solidFill>
          <a:ln xmlns:a="http://schemas.openxmlformats.org/drawingml/2006/main" w="0">
            <a:solidFill>
              <a:srgbClr val="0B63CE"/>
            </a:solidFill>
          </a:ln>
        </p:spPr>
      </p:sp>
      <p:sp>
        <p:nvSpPr>
          <p:cNvPr id="37" name="">
            <a:extLst xmlns:a="http://schemas.openxmlformats.org/drawingml/2006/main">
              <a:ext uri="{FF2B5EF4-FFF2-40B4-BE49-F238E27FC236}">
                <a16:creationId xmlns:a16="http://schemas.microsoft.com/office/drawing/2014/main" id="{AE0E20E0-06D7-4DF9-B716-6593963761A3}"/>
              </a:ext>
            </a:extLst>
          </p:cNvPr>
          <p:cNvSpPr>
            <a:spLocks xmlns:a="http://schemas.openxmlformats.org/drawingml/2006/main" noGrp="1"/>
          </p:cNvSpPr>
          <p:nvPr/>
        </p:nvSpPr>
        <p:spPr>
          <a:xfrm xmlns:a="http://schemas.openxmlformats.org/drawingml/2006/main">
            <a:off x="7772400" y="4229100"/>
            <a:ext cx="2552700"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84609"/>
          </a:bodyPr>
          <a:lstStyle xmlns:a="http://schemas.openxmlformats.org/drawingml/2006/main"/>
          <a:p xmlns:a="http://schemas.openxmlformats.org/drawingml/2006/main">
            <a:pPr algn="l">
              <a:defRPr sz="923" b="0">
                <a:solidFill>
                  <a:srgbClr val="53657A"/>
                </a:solidFill>
              </a:defRPr>
            </a:pPr>
            <a:r>
              <a:rPr sz="923" b="0">
                <a:solidFill>
                  <a:srgbClr val="53657A"/>
                </a:solidFill>
              </a:rPr>
              <a:t>expanded 在训练集选型后，于冻结测试集报告一次性结果</a:t>
            </a:r>
          </a:p>
        </p:txBody>
      </p:sp>
      <p:sp>
        <p:nvSpPr>
          <p:cNvPr id="38" name="">
            <a:extLst xmlns:a="http://schemas.openxmlformats.org/drawingml/2006/main">
              <a:ext uri="{FF2B5EF4-FFF2-40B4-BE49-F238E27FC236}">
                <a16:creationId xmlns:a16="http://schemas.microsoft.com/office/drawing/2014/main" id="{68F75646-A61E-4181-8307-EA655C042ED6}"/>
              </a:ext>
            </a:extLst>
          </p:cNvPr>
          <p:cNvSpPr>
            <a:spLocks xmlns:a="http://schemas.openxmlformats.org/drawingml/2006/main" noGrp="1"/>
          </p:cNvSpPr>
          <p:nvPr/>
        </p:nvSpPr>
        <p:spPr>
          <a:xfrm xmlns:a="http://schemas.openxmlformats.org/drawingml/2006/main">
            <a:off x="800100" y="5829300"/>
            <a:ext cx="89535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88" b="1">
                <a:solidFill>
                  <a:srgbClr val="102033"/>
                </a:solidFill>
              </a:defRPr>
            </a:pPr>
            <a:r>
              <a:rPr sz="1088" b="1">
                <a:solidFill>
                  <a:srgbClr val="102033"/>
                </a:solidFill>
              </a:rPr>
              <a:t>因此，本项目的多智能体协作价值不体现在“更多轮次”，而体现在角色分工、证据结构和授权边界共同作用。</a:t>
            </a:r>
          </a:p>
        </p:txBody>
      </p:sp>
      <p:sp>
        <p:nvSpPr>
          <p:cNvPr id="39" name="">
            <a:extLst xmlns:a="http://schemas.openxmlformats.org/drawingml/2006/main">
              <a:ext uri="{FF2B5EF4-FFF2-40B4-BE49-F238E27FC236}">
                <a16:creationId xmlns:a16="http://schemas.microsoft.com/office/drawing/2014/main" id="{A33C3F99-F68A-44F4-8265-BDA7A798ECB0}"/>
              </a:ext>
            </a:extLst>
          </p:cNvPr>
          <p:cNvSpPr>
            <a:spLocks xmlns:a="http://schemas.openxmlformats.org/drawingml/2006/main" noGrp="1"/>
          </p:cNvSpPr>
          <p:nvPr/>
        </p:nvSpPr>
        <p:spPr>
          <a:xfrm xmlns:a="http://schemas.openxmlformats.org/drawingml/2006/main">
            <a:off x="476250" y="6457950"/>
            <a:ext cx="8572500" cy="9525"/>
          </a:xfrm>
          <a:prstGeom xmlns:a="http://schemas.openxmlformats.org/drawingml/2006/main" prst="rect">
            <a:avLst/>
          </a:prstGeom>
          <a:solidFill xmlns:a="http://schemas.openxmlformats.org/drawingml/2006/main">
            <a:srgbClr val="E4EDF8"/>
          </a:solidFill>
          <a:ln xmlns:a="http://schemas.openxmlformats.org/drawingml/2006/main" w="0">
            <a:solidFill>
              <a:srgbClr val="E4EDF8"/>
            </a:solidFill>
          </a:ln>
        </p:spPr>
      </p:sp>
      <p:sp>
        <p:nvSpPr>
          <p:cNvPr id="40" name="">
            <a:extLst xmlns:a="http://schemas.openxmlformats.org/drawingml/2006/main">
              <a:ext uri="{FF2B5EF4-FFF2-40B4-BE49-F238E27FC236}">
                <a16:creationId xmlns:a16="http://schemas.microsoft.com/office/drawing/2014/main" id="{6288F570-C607-4D8A-9201-0CDA5C45F3DA}"/>
              </a:ext>
            </a:extLst>
          </p:cNvPr>
          <p:cNvSpPr>
            <a:spLocks xmlns:a="http://schemas.openxmlformats.org/drawingml/2006/main" noGrp="1"/>
          </p:cNvSpPr>
          <p:nvPr/>
        </p:nvSpPr>
        <p:spPr>
          <a:xfrm xmlns:a="http://schemas.openxmlformats.org/drawingml/2006/main">
            <a:off x="476250" y="6553200"/>
            <a:ext cx="5905500" cy="1333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675" b="0">
                <a:solidFill>
                  <a:srgbClr val="8394A8"/>
                </a:solidFill>
              </a:defRPr>
            </a:pPr>
            <a:r>
              <a:rPr sz="675" b="0">
                <a:solidFill>
                  <a:srgbClr val="8394A8"/>
                </a:solidFill>
              </a:rPr>
              <a:t>面向互联网基础资源的大模型多智能体协作与可信认知标识技术研究</a:t>
            </a:r>
          </a:p>
        </p:txBody>
      </p:sp>
      <p:sp>
        <p:nvSpPr>
          <p:cNvPr id="41" name="">
            <a:extLst xmlns:a="http://schemas.openxmlformats.org/drawingml/2006/main">
              <a:ext uri="{FF2B5EF4-FFF2-40B4-BE49-F238E27FC236}">
                <a16:creationId xmlns:a16="http://schemas.microsoft.com/office/drawing/2014/main" id="{04CC23E8-7635-48FB-9835-B452E29D7E3E}"/>
              </a:ext>
            </a:extLst>
          </p:cNvPr>
          <p:cNvSpPr>
            <a:spLocks xmlns:a="http://schemas.openxmlformats.org/drawingml/2006/main" noGrp="1"/>
          </p:cNvSpPr>
          <p:nvPr/>
        </p:nvSpPr>
        <p:spPr>
          <a:xfrm xmlns:a="http://schemas.openxmlformats.org/drawingml/2006/main">
            <a:off x="11382375" y="6515100"/>
            <a:ext cx="3238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0">
                <a:solidFill>
                  <a:srgbClr val="8394A8"/>
                </a:solidFill>
              </a:defRPr>
            </a:pPr>
            <a:r>
              <a:rPr sz="750" b="0">
                <a:solidFill>
                  <a:srgbClr val="8394A8"/>
                </a:solidFill>
              </a:rPr>
              <a:t>12</a:t>
            </a:r>
          </a:p>
        </p:txBody>
      </p:sp>
    </p:spTree>
    <p:extLst>
      <p:ext uri="{BB962C8B-B14F-4D97-AF65-F5344CB8AC3E}">
        <p14:creationId xmlns:p14="http://schemas.microsoft.com/office/powerpoint/2010/main" val="134582320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1d5232b8b570420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8AE88C3-9DFE-4112-B1AE-EC30E5BE1D55}"/>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082B6D"/>
          </a:solidFill>
          <a:ln xmlns:a="http://schemas.openxmlformats.org/drawingml/2006/main" w="0">
            <a:solidFill>
              <a:srgbClr val="082B6D"/>
            </a:solidFill>
          </a:ln>
        </p:spPr>
      </p:sp>
      <p:sp>
        <p:nvSpPr>
          <p:cNvPr id="3" name="">
            <a:extLst xmlns:a="http://schemas.openxmlformats.org/drawingml/2006/main">
              <a:ext uri="{FF2B5EF4-FFF2-40B4-BE49-F238E27FC236}">
                <a16:creationId xmlns:a16="http://schemas.microsoft.com/office/drawing/2014/main" id="{DB33A41E-54FB-471A-A4B5-8F65DF28FD02}"/>
              </a:ext>
            </a:extLst>
          </p:cNvPr>
          <p:cNvSpPr>
            <a:spLocks xmlns:a="http://schemas.openxmlformats.org/drawingml/2006/main" noGrp="1"/>
          </p:cNvSpPr>
          <p:nvPr/>
        </p:nvSpPr>
        <p:spPr>
          <a:xfrm xmlns:a="http://schemas.openxmlformats.org/drawingml/2006/main">
            <a:off x="0" y="104775"/>
            <a:ext cx="12192000" cy="28575"/>
          </a:xfrm>
          <a:prstGeom xmlns:a="http://schemas.openxmlformats.org/drawingml/2006/main" prst="rect">
            <a:avLst/>
          </a:prstGeom>
          <a:solidFill xmlns:a="http://schemas.openxmlformats.org/drawingml/2006/main">
            <a:srgbClr val="1E83E6"/>
          </a:solidFill>
          <a:ln xmlns:a="http://schemas.openxmlformats.org/drawingml/2006/main" w="0">
            <a:solidFill>
              <a:srgbClr val="1E83E6"/>
            </a:solidFill>
          </a:ln>
        </p:spPr>
      </p:sp>
      <p:sp>
        <p:nvSpPr>
          <p:cNvPr id="4" name="">
            <a:extLst xmlns:a="http://schemas.openxmlformats.org/drawingml/2006/main">
              <a:ext uri="{FF2B5EF4-FFF2-40B4-BE49-F238E27FC236}">
                <a16:creationId xmlns:a16="http://schemas.microsoft.com/office/drawing/2014/main" id="{D01AE561-659C-4FD4-8E3F-36690012B98C}"/>
              </a:ext>
            </a:extLst>
          </p:cNvPr>
          <p:cNvSpPr>
            <a:spLocks xmlns:a="http://schemas.openxmlformats.org/drawingml/2006/main" noGrp="1"/>
          </p:cNvSpPr>
          <p:nvPr/>
        </p:nvSpPr>
        <p:spPr>
          <a:xfrm xmlns:a="http://schemas.openxmlformats.org/drawingml/2006/main">
            <a:off x="476250" y="285750"/>
            <a:ext cx="666750" cy="228600"/>
          </a:xfrm>
          <a:prstGeom xmlns:a="http://schemas.openxmlformats.org/drawingml/2006/main" prst="roundRect">
            <a:avLst>
              <a:gd name="adj" fmla="val 45000"/>
            </a:avLst>
          </a:prstGeom>
          <a:solidFill xmlns:a="http://schemas.openxmlformats.org/drawingml/2006/main">
            <a:srgbClr val="E8F2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0B63CE"/>
                </a:solidFill>
              </a:defRPr>
            </a:pPr>
            <a:r>
              <a:rPr sz="1050" b="1">
                <a:solidFill>
                  <a:srgbClr val="0B63CE"/>
                </a:solidFill>
              </a:rPr>
              <a:t>11</a:t>
            </a:r>
          </a:p>
        </p:txBody>
      </p:sp>
      <p:sp>
        <p:nvSpPr>
          <p:cNvPr id="5" name="">
            <a:extLst xmlns:a="http://schemas.openxmlformats.org/drawingml/2006/main">
              <a:ext uri="{FF2B5EF4-FFF2-40B4-BE49-F238E27FC236}">
                <a16:creationId xmlns:a16="http://schemas.microsoft.com/office/drawing/2014/main" id="{4525F047-2528-4C03-8570-18DE72642717}"/>
              </a:ext>
            </a:extLst>
          </p:cNvPr>
          <p:cNvSpPr>
            <a:spLocks xmlns:a="http://schemas.openxmlformats.org/drawingml/2006/main" noGrp="1"/>
          </p:cNvSpPr>
          <p:nvPr/>
        </p:nvSpPr>
        <p:spPr>
          <a:xfrm xmlns:a="http://schemas.openxmlformats.org/drawingml/2006/main">
            <a:off x="1285875" y="276225"/>
            <a:ext cx="80962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02033"/>
                </a:solidFill>
              </a:defRPr>
            </a:pPr>
            <a:r>
              <a:rPr sz="1800" b="1">
                <a:solidFill>
                  <a:srgbClr val="102033"/>
                </a:solidFill>
              </a:rPr>
              <a:t>原型演示：把路由结果和过程轨迹一起展示给评审</a:t>
            </a:r>
          </a:p>
        </p:txBody>
      </p:sp>
      <p:sp>
        <p:nvSpPr>
          <p:cNvPr id="6" name="">
            <a:extLst xmlns:a="http://schemas.openxmlformats.org/drawingml/2006/main">
              <a:ext uri="{FF2B5EF4-FFF2-40B4-BE49-F238E27FC236}">
                <a16:creationId xmlns:a16="http://schemas.microsoft.com/office/drawing/2014/main" id="{E73C9CCA-CE15-41B5-BFAA-CAAA218C9949}"/>
              </a:ext>
            </a:extLst>
          </p:cNvPr>
          <p:cNvSpPr>
            <a:spLocks xmlns:a="http://schemas.openxmlformats.org/drawingml/2006/main" noGrp="1"/>
          </p:cNvSpPr>
          <p:nvPr/>
        </p:nvSpPr>
        <p:spPr>
          <a:xfrm xmlns:a="http://schemas.openxmlformats.org/drawingml/2006/main">
            <a:off x="1285875" y="609600"/>
            <a:ext cx="80010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53657A"/>
                </a:solidFill>
              </a:defRPr>
            </a:pPr>
            <a:r>
              <a:rPr sz="938" b="0">
                <a:solidFill>
                  <a:srgbClr val="53657A"/>
                </a:solidFill>
              </a:rPr>
              <a:t>演示页建议固定 2-3 个输入样例，展示 chosen route、related capabilities 和 trace replay。</a:t>
            </a:r>
          </a:p>
        </p:txBody>
      </p:sp>
      <p:sp>
        <p:nvSpPr>
          <p:cNvPr id="7" name="">
            <a:extLst xmlns:a="http://schemas.openxmlformats.org/drawingml/2006/main">
              <a:ext uri="{FF2B5EF4-FFF2-40B4-BE49-F238E27FC236}">
                <a16:creationId xmlns:a16="http://schemas.microsoft.com/office/drawing/2014/main" id="{7383596A-A360-4648-8612-81EBD0AA2A3B}"/>
              </a:ext>
            </a:extLst>
          </p:cNvPr>
          <p:cNvSpPr>
            <a:spLocks xmlns:a="http://schemas.openxmlformats.org/drawingml/2006/main" noGrp="1"/>
          </p:cNvSpPr>
          <p:nvPr/>
        </p:nvSpPr>
        <p:spPr>
          <a:xfrm xmlns:a="http://schemas.openxmlformats.org/drawingml/2006/main">
            <a:off x="10782300" y="276225"/>
            <a:ext cx="9144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00" b="1">
                <a:solidFill>
                  <a:srgbClr val="0B63CE"/>
                </a:solidFill>
              </a:defRPr>
            </a:pPr>
            <a:r>
              <a:rPr sz="1800" b="1">
                <a:solidFill>
                  <a:srgbClr val="0B63CE"/>
                </a:solidFill>
              </a:rPr>
              <a:t>CNNIC</a:t>
            </a:r>
          </a:p>
        </p:txBody>
      </p:sp>
      <p:sp>
        <p:nvSpPr>
          <p:cNvPr id="8" name="">
            <a:extLst xmlns:a="http://schemas.openxmlformats.org/drawingml/2006/main">
              <a:ext uri="{FF2B5EF4-FFF2-40B4-BE49-F238E27FC236}">
                <a16:creationId xmlns:a16="http://schemas.microsoft.com/office/drawing/2014/main" id="{75487C9E-3D03-4DF4-91F9-6ADBD1224EF8}"/>
              </a:ext>
            </a:extLst>
          </p:cNvPr>
          <p:cNvSpPr>
            <a:spLocks xmlns:a="http://schemas.openxmlformats.org/drawingml/2006/main" noGrp="1"/>
          </p:cNvSpPr>
          <p:nvPr/>
        </p:nvSpPr>
        <p:spPr>
          <a:xfrm xmlns:a="http://schemas.openxmlformats.org/drawingml/2006/main">
            <a:off x="9906000" y="533400"/>
            <a:ext cx="17907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88" b="0">
                <a:solidFill>
                  <a:srgbClr val="53657A"/>
                </a:solidFill>
              </a:defRPr>
            </a:pPr>
            <a:r>
              <a:rPr sz="788" b="0">
                <a:solidFill>
                  <a:srgbClr val="53657A"/>
                </a:solidFill>
              </a:rPr>
              <a:t>中国互联网络信息中心</a:t>
            </a:r>
          </a:p>
        </p:txBody>
      </p:sp>
      <p:sp>
        <p:nvSpPr>
          <p:cNvPr id="9" name="">
            <a:extLst xmlns:a="http://schemas.openxmlformats.org/drawingml/2006/main">
              <a:ext uri="{FF2B5EF4-FFF2-40B4-BE49-F238E27FC236}">
                <a16:creationId xmlns:a16="http://schemas.microsoft.com/office/drawing/2014/main" id="{286A385F-ACEF-4790-94FD-527E08656831}"/>
              </a:ext>
            </a:extLst>
          </p:cNvPr>
          <p:cNvSpPr>
            <a:spLocks xmlns:a="http://schemas.openxmlformats.org/drawingml/2006/main" noGrp="1"/>
          </p:cNvSpPr>
          <p:nvPr/>
        </p:nvSpPr>
        <p:spPr>
          <a:xfrm xmlns:a="http://schemas.openxmlformats.org/drawingml/2006/main">
            <a:off x="742950" y="1219200"/>
            <a:ext cx="10668000" cy="4057650"/>
          </a:xfrm>
          <a:prstGeom xmlns:a="http://schemas.openxmlformats.org/drawingml/2006/main" prst="roundRect">
            <a:avLst>
              <a:gd name="adj" fmla="val 11000"/>
            </a:avLst>
          </a:prstGeom>
          <a:solidFill xmlns:a="http://schemas.openxmlformats.org/drawingml/2006/main">
            <a:srgbClr val="071A45"/>
          </a:solidFill>
          <a:ln xmlns:a="http://schemas.openxmlformats.org/drawingml/2006/main" w="11430">
            <a:solidFill>
              <a:srgbClr val="1B5CA5"/>
            </a:solidFill>
          </a:ln>
        </p:spPr>
      </p:sp>
      <p:sp>
        <p:nvSpPr>
          <p:cNvPr id="10" name="">
            <a:extLst xmlns:a="http://schemas.openxmlformats.org/drawingml/2006/main">
              <a:ext uri="{FF2B5EF4-FFF2-40B4-BE49-F238E27FC236}">
                <a16:creationId xmlns:a16="http://schemas.microsoft.com/office/drawing/2014/main" id="{959500C4-D531-4AE8-8794-2877119DC615}"/>
              </a:ext>
            </a:extLst>
          </p:cNvPr>
          <p:cNvSpPr>
            <a:spLocks xmlns:a="http://schemas.openxmlformats.org/drawingml/2006/main" noGrp="1"/>
          </p:cNvSpPr>
          <p:nvPr/>
        </p:nvSpPr>
        <p:spPr>
          <a:xfrm xmlns:a="http://schemas.openxmlformats.org/drawingml/2006/main">
            <a:off x="1066800" y="1504950"/>
            <a:ext cx="314325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FFFFFF"/>
                </a:solidFill>
              </a:defRPr>
            </a:pPr>
            <a:r>
              <a:rPr sz="1350" b="1">
                <a:solidFill>
                  <a:srgbClr val="FFFFFF"/>
                </a:solidFill>
              </a:rPr>
              <a:t>AgentDNS Routing Console</a:t>
            </a:r>
          </a:p>
        </p:txBody>
      </p:sp>
      <p:sp>
        <p:nvSpPr>
          <p:cNvPr id="11" name="">
            <a:extLst xmlns:a="http://schemas.openxmlformats.org/drawingml/2006/main">
              <a:ext uri="{FF2B5EF4-FFF2-40B4-BE49-F238E27FC236}">
                <a16:creationId xmlns:a16="http://schemas.microsoft.com/office/drawing/2014/main" id="{A6FF3CE3-A041-4DDC-943E-A28017B109F8}"/>
              </a:ext>
            </a:extLst>
          </p:cNvPr>
          <p:cNvSpPr>
            <a:spLocks xmlns:a="http://schemas.openxmlformats.org/drawingml/2006/main" noGrp="1"/>
          </p:cNvSpPr>
          <p:nvPr/>
        </p:nvSpPr>
        <p:spPr>
          <a:xfrm xmlns:a="http://schemas.openxmlformats.org/drawingml/2006/main">
            <a:off x="1104900" y="2000250"/>
            <a:ext cx="838200"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9FD4FF"/>
                </a:solidFill>
              </a:defRPr>
            </a:pPr>
            <a:r>
              <a:rPr sz="975" b="1">
                <a:solidFill>
                  <a:srgbClr val="9FD4FF"/>
                </a:solidFill>
              </a:rPr>
              <a:t>演示输入</a:t>
            </a:r>
          </a:p>
        </p:txBody>
      </p:sp>
      <p:sp>
        <p:nvSpPr>
          <p:cNvPr id="12" name="">
            <a:extLst xmlns:a="http://schemas.openxmlformats.org/drawingml/2006/main">
              <a:ext uri="{FF2B5EF4-FFF2-40B4-BE49-F238E27FC236}">
                <a16:creationId xmlns:a16="http://schemas.microsoft.com/office/drawing/2014/main" id="{7D44A19C-40DD-46FA-B53E-361069585969}"/>
              </a:ext>
            </a:extLst>
          </p:cNvPr>
          <p:cNvSpPr>
            <a:spLocks xmlns:a="http://schemas.openxmlformats.org/drawingml/2006/main" noGrp="1"/>
          </p:cNvSpPr>
          <p:nvPr/>
        </p:nvSpPr>
        <p:spPr>
          <a:xfrm xmlns:a="http://schemas.openxmlformats.org/drawingml/2006/main">
            <a:off x="1066800" y="2266950"/>
            <a:ext cx="4095750" cy="781050"/>
          </a:xfrm>
          <a:prstGeom xmlns:a="http://schemas.openxmlformats.org/drawingml/2006/main" prst="roundRect">
            <a:avLst>
              <a:gd name="adj" fmla="val 11000"/>
            </a:avLst>
          </a:prstGeom>
          <a:solidFill xmlns:a="http://schemas.openxmlformats.org/drawingml/2006/main">
            <a:srgbClr val="0E3268"/>
          </a:solidFill>
          <a:ln xmlns:a="http://schemas.openxmlformats.org/drawingml/2006/main" w="9525">
            <a:solidFill>
              <a:srgbClr val="2F80D3"/>
            </a:solidFill>
          </a:ln>
        </p:spPr>
      </p:sp>
      <p:sp>
        <p:nvSpPr>
          <p:cNvPr id="13" name="">
            <a:extLst xmlns:a="http://schemas.openxmlformats.org/drawingml/2006/main">
              <a:ext uri="{FF2B5EF4-FFF2-40B4-BE49-F238E27FC236}">
                <a16:creationId xmlns:a16="http://schemas.microsoft.com/office/drawing/2014/main" id="{7F605C98-B0A2-446A-B5FE-01079AA623C5}"/>
              </a:ext>
            </a:extLst>
          </p:cNvPr>
          <p:cNvSpPr>
            <a:spLocks xmlns:a="http://schemas.openxmlformats.org/drawingml/2006/main" noGrp="1"/>
          </p:cNvSpPr>
          <p:nvPr/>
        </p:nvSpPr>
        <p:spPr>
          <a:xfrm xmlns:a="http://schemas.openxmlformats.org/drawingml/2006/main">
            <a:off x="1276350" y="2457450"/>
            <a:ext cx="361950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FFFFFF"/>
                </a:solidFill>
              </a:defRPr>
            </a:pPr>
            <a:r>
              <a:rPr sz="1050" b="0">
                <a:solidFill>
                  <a:srgbClr val="FFFFFF"/>
                </a:solidFill>
              </a:rPr>
              <a:t>“帮我找一个能判断域名风险并给出处置建议的智能体，最好能保留分析依据。”</a:t>
            </a:r>
          </a:p>
        </p:txBody>
      </p:sp>
      <p:sp>
        <p:nvSpPr>
          <p:cNvPr id="14" name="">
            <a:extLst xmlns:a="http://schemas.openxmlformats.org/drawingml/2006/main">
              <a:ext uri="{FF2B5EF4-FFF2-40B4-BE49-F238E27FC236}">
                <a16:creationId xmlns:a16="http://schemas.microsoft.com/office/drawing/2014/main" id="{B67B55AF-5A63-4078-8EC7-745197C68697}"/>
              </a:ext>
            </a:extLst>
          </p:cNvPr>
          <p:cNvSpPr>
            <a:spLocks xmlns:a="http://schemas.openxmlformats.org/drawingml/2006/main" noGrp="1"/>
          </p:cNvSpPr>
          <p:nvPr/>
        </p:nvSpPr>
        <p:spPr>
          <a:xfrm xmlns:a="http://schemas.openxmlformats.org/drawingml/2006/main">
            <a:off x="5600700" y="2314575"/>
            <a:ext cx="419100" cy="419100"/>
          </a:xfrm>
          <a:prstGeom xmlns:a="http://schemas.openxmlformats.org/drawingml/2006/main" prst="ellipse">
            <a:avLst/>
          </a:prstGeom>
          <a:solidFill xmlns:a="http://schemas.openxmlformats.org/drawingml/2006/main">
            <a:srgbClr val="1E83E6"/>
          </a:solidFill>
          <a:ln xmlns:a="http://schemas.openxmlformats.org/drawingml/2006/main" w="0">
            <a:solidFill>
              <a:srgbClr val="1E83E6"/>
            </a:solidFill>
          </a:ln>
        </p:spPr>
      </p:sp>
      <p:sp>
        <p:nvSpPr>
          <p:cNvPr id="15" name="">
            <a:extLst xmlns:a="http://schemas.openxmlformats.org/drawingml/2006/main">
              <a:ext uri="{FF2B5EF4-FFF2-40B4-BE49-F238E27FC236}">
                <a16:creationId xmlns:a16="http://schemas.microsoft.com/office/drawing/2014/main" id="{8FA5AEEE-FCB8-4AAD-8F96-A38E62CEC4F4}"/>
              </a:ext>
            </a:extLst>
          </p:cNvPr>
          <p:cNvSpPr>
            <a:spLocks xmlns:a="http://schemas.openxmlformats.org/drawingml/2006/main" noGrp="1"/>
          </p:cNvSpPr>
          <p:nvPr/>
        </p:nvSpPr>
        <p:spPr>
          <a:xfrm xmlns:a="http://schemas.openxmlformats.org/drawingml/2006/main">
            <a:off x="5476875" y="2390775"/>
            <a:ext cx="6667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85" b="1">
                <a:solidFill>
                  <a:srgbClr val="FFFFFF"/>
                </a:solidFill>
              </a:defRPr>
            </a:pPr>
            <a:r>
              <a:rPr sz="885" b="1">
                <a:solidFill>
                  <a:srgbClr val="FFFFFF"/>
                </a:solidFill>
              </a:rPr>
              <a:t>Stage R</a:t>
            </a:r>
          </a:p>
        </p:txBody>
      </p:sp>
      <p:sp>
        <p:nvSpPr>
          <p:cNvPr id="16" name="">
            <a:extLst xmlns:a="http://schemas.openxmlformats.org/drawingml/2006/main">
              <a:ext uri="{FF2B5EF4-FFF2-40B4-BE49-F238E27FC236}">
                <a16:creationId xmlns:a16="http://schemas.microsoft.com/office/drawing/2014/main" id="{AF451D2E-9974-4C65-BCA2-CD95C22CFE38}"/>
              </a:ext>
            </a:extLst>
          </p:cNvPr>
          <p:cNvSpPr>
            <a:spLocks xmlns:a="http://schemas.openxmlformats.org/drawingml/2006/main" noGrp="1"/>
          </p:cNvSpPr>
          <p:nvPr/>
        </p:nvSpPr>
        <p:spPr>
          <a:xfrm xmlns:a="http://schemas.openxmlformats.org/drawingml/2006/main">
            <a:off x="5381625" y="2876550"/>
            <a:ext cx="8572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88" b="0">
                <a:solidFill>
                  <a:srgbClr val="C8E3FF"/>
                </a:solidFill>
              </a:defRPr>
            </a:pPr>
            <a:r>
              <a:rPr sz="788" b="0">
                <a:solidFill>
                  <a:srgbClr val="C8E3FF"/>
                </a:solidFill>
              </a:rPr>
              <a:t>候选召回</a:t>
            </a:r>
          </a:p>
        </p:txBody>
      </p:sp>
      <p:sp>
        <p:nvSpPr>
          <p:cNvPr id="17" name="">
            <a:extLst xmlns:a="http://schemas.openxmlformats.org/drawingml/2006/main">
              <a:ext uri="{FF2B5EF4-FFF2-40B4-BE49-F238E27FC236}">
                <a16:creationId xmlns:a16="http://schemas.microsoft.com/office/drawing/2014/main" id="{D27244F2-29A9-420F-AE5B-6E6B17571761}"/>
              </a:ext>
            </a:extLst>
          </p:cNvPr>
          <p:cNvSpPr>
            <a:spLocks xmlns:a="http://schemas.openxmlformats.org/drawingml/2006/main" noGrp="1"/>
          </p:cNvSpPr>
          <p:nvPr/>
        </p:nvSpPr>
        <p:spPr>
          <a:xfrm xmlns:a="http://schemas.openxmlformats.org/drawingml/2006/main">
            <a:off x="6048375" y="2524125"/>
            <a:ext cx="762000" cy="19050"/>
          </a:xfrm>
          <a:prstGeom xmlns:a="http://schemas.openxmlformats.org/drawingml/2006/main" prst="rect">
            <a:avLst/>
          </a:prstGeom>
          <a:solidFill xmlns:a="http://schemas.openxmlformats.org/drawingml/2006/main">
            <a:srgbClr val="5AA1E8"/>
          </a:solidFill>
          <a:ln xmlns:a="http://schemas.openxmlformats.org/drawingml/2006/main" w="0">
            <a:solidFill>
              <a:srgbClr val="5AA1E8"/>
            </a:solidFill>
          </a:ln>
        </p:spPr>
      </p:sp>
      <p:sp>
        <p:nvSpPr>
          <p:cNvPr id="18" name="">
            <a:extLst xmlns:a="http://schemas.openxmlformats.org/drawingml/2006/main">
              <a:ext uri="{FF2B5EF4-FFF2-40B4-BE49-F238E27FC236}">
                <a16:creationId xmlns:a16="http://schemas.microsoft.com/office/drawing/2014/main" id="{287E8BE9-6BA8-4AE7-AAE0-6B59EECCB3E7}"/>
              </a:ext>
            </a:extLst>
          </p:cNvPr>
          <p:cNvSpPr>
            <a:spLocks xmlns:a="http://schemas.openxmlformats.org/drawingml/2006/main" noGrp="1"/>
          </p:cNvSpPr>
          <p:nvPr/>
        </p:nvSpPr>
        <p:spPr>
          <a:xfrm xmlns:a="http://schemas.openxmlformats.org/drawingml/2006/main">
            <a:off x="6838950" y="2314575"/>
            <a:ext cx="419100" cy="419100"/>
          </a:xfrm>
          <a:prstGeom xmlns:a="http://schemas.openxmlformats.org/drawingml/2006/main" prst="ellipse">
            <a:avLst/>
          </a:prstGeom>
          <a:solidFill xmlns:a="http://schemas.openxmlformats.org/drawingml/2006/main">
            <a:srgbClr val="0E8A57"/>
          </a:solidFill>
          <a:ln xmlns:a="http://schemas.openxmlformats.org/drawingml/2006/main" w="0">
            <a:solidFill>
              <a:srgbClr val="0E8A57"/>
            </a:solidFill>
          </a:ln>
        </p:spPr>
      </p:sp>
      <p:sp>
        <p:nvSpPr>
          <p:cNvPr id="19" name="">
            <a:extLst xmlns:a="http://schemas.openxmlformats.org/drawingml/2006/main">
              <a:ext uri="{FF2B5EF4-FFF2-40B4-BE49-F238E27FC236}">
                <a16:creationId xmlns:a16="http://schemas.microsoft.com/office/drawing/2014/main" id="{52A28BB3-A06D-4594-A166-8535BF78CA2D}"/>
              </a:ext>
            </a:extLst>
          </p:cNvPr>
          <p:cNvSpPr>
            <a:spLocks xmlns:a="http://schemas.openxmlformats.org/drawingml/2006/main" noGrp="1"/>
          </p:cNvSpPr>
          <p:nvPr/>
        </p:nvSpPr>
        <p:spPr>
          <a:xfrm xmlns:a="http://schemas.openxmlformats.org/drawingml/2006/main">
            <a:off x="6715125" y="2390775"/>
            <a:ext cx="6667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85" b="1">
                <a:solidFill>
                  <a:srgbClr val="FFFFFF"/>
                </a:solidFill>
              </a:defRPr>
            </a:pPr>
            <a:r>
              <a:rPr sz="885" b="1">
                <a:solidFill>
                  <a:srgbClr val="FFFFFF"/>
                </a:solidFill>
              </a:rPr>
              <a:t>Stage A</a:t>
            </a:r>
          </a:p>
        </p:txBody>
      </p:sp>
      <p:sp>
        <p:nvSpPr>
          <p:cNvPr id="20" name="">
            <a:extLst xmlns:a="http://schemas.openxmlformats.org/drawingml/2006/main">
              <a:ext uri="{FF2B5EF4-FFF2-40B4-BE49-F238E27FC236}">
                <a16:creationId xmlns:a16="http://schemas.microsoft.com/office/drawing/2014/main" id="{D026528D-E27C-463B-9222-30F59E5CF87E}"/>
              </a:ext>
            </a:extLst>
          </p:cNvPr>
          <p:cNvSpPr>
            <a:spLocks xmlns:a="http://schemas.openxmlformats.org/drawingml/2006/main" noGrp="1"/>
          </p:cNvSpPr>
          <p:nvPr/>
        </p:nvSpPr>
        <p:spPr>
          <a:xfrm xmlns:a="http://schemas.openxmlformats.org/drawingml/2006/main">
            <a:off x="6619875" y="2876550"/>
            <a:ext cx="8572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88" b="0">
                <a:solidFill>
                  <a:srgbClr val="C8E3FF"/>
                </a:solidFill>
              </a:defRPr>
            </a:pPr>
            <a:r>
              <a:rPr sz="788" b="0">
                <a:solidFill>
                  <a:srgbClr val="C8E3FF"/>
                </a:solidFill>
              </a:rPr>
              <a:t>语义裁决</a:t>
            </a:r>
          </a:p>
        </p:txBody>
      </p:sp>
      <p:sp>
        <p:nvSpPr>
          <p:cNvPr id="21" name="">
            <a:extLst xmlns:a="http://schemas.openxmlformats.org/drawingml/2006/main">
              <a:ext uri="{FF2B5EF4-FFF2-40B4-BE49-F238E27FC236}">
                <a16:creationId xmlns:a16="http://schemas.microsoft.com/office/drawing/2014/main" id="{154BEB36-5CC0-47EA-A360-B43ADBB1414C}"/>
              </a:ext>
            </a:extLst>
          </p:cNvPr>
          <p:cNvSpPr>
            <a:spLocks xmlns:a="http://schemas.openxmlformats.org/drawingml/2006/main" noGrp="1"/>
          </p:cNvSpPr>
          <p:nvPr/>
        </p:nvSpPr>
        <p:spPr>
          <a:xfrm xmlns:a="http://schemas.openxmlformats.org/drawingml/2006/main">
            <a:off x="7286625" y="2524125"/>
            <a:ext cx="762000" cy="19050"/>
          </a:xfrm>
          <a:prstGeom xmlns:a="http://schemas.openxmlformats.org/drawingml/2006/main" prst="rect">
            <a:avLst/>
          </a:prstGeom>
          <a:solidFill xmlns:a="http://schemas.openxmlformats.org/drawingml/2006/main">
            <a:srgbClr val="5AA1E8"/>
          </a:solidFill>
          <a:ln xmlns:a="http://schemas.openxmlformats.org/drawingml/2006/main" w="0">
            <a:solidFill>
              <a:srgbClr val="5AA1E8"/>
            </a:solidFill>
          </a:ln>
        </p:spPr>
      </p:sp>
      <p:sp>
        <p:nvSpPr>
          <p:cNvPr id="22" name="">
            <a:extLst xmlns:a="http://schemas.openxmlformats.org/drawingml/2006/main">
              <a:ext uri="{FF2B5EF4-FFF2-40B4-BE49-F238E27FC236}">
                <a16:creationId xmlns:a16="http://schemas.microsoft.com/office/drawing/2014/main" id="{B446AABF-5720-4C20-AF1B-3A889E291250}"/>
              </a:ext>
            </a:extLst>
          </p:cNvPr>
          <p:cNvSpPr>
            <a:spLocks xmlns:a="http://schemas.openxmlformats.org/drawingml/2006/main" noGrp="1"/>
          </p:cNvSpPr>
          <p:nvPr/>
        </p:nvSpPr>
        <p:spPr>
          <a:xfrm xmlns:a="http://schemas.openxmlformats.org/drawingml/2006/main">
            <a:off x="8077200" y="2314575"/>
            <a:ext cx="419100" cy="419100"/>
          </a:xfrm>
          <a:prstGeom xmlns:a="http://schemas.openxmlformats.org/drawingml/2006/main" prst="ellipse">
            <a:avLst/>
          </a:prstGeom>
          <a:solidFill xmlns:a="http://schemas.openxmlformats.org/drawingml/2006/main">
            <a:srgbClr val="E97132"/>
          </a:solidFill>
          <a:ln xmlns:a="http://schemas.openxmlformats.org/drawingml/2006/main" w="0">
            <a:solidFill>
              <a:srgbClr val="E97132"/>
            </a:solidFill>
          </a:ln>
        </p:spPr>
      </p:sp>
      <p:sp>
        <p:nvSpPr>
          <p:cNvPr id="23" name="">
            <a:extLst xmlns:a="http://schemas.openxmlformats.org/drawingml/2006/main">
              <a:ext uri="{FF2B5EF4-FFF2-40B4-BE49-F238E27FC236}">
                <a16:creationId xmlns:a16="http://schemas.microsoft.com/office/drawing/2014/main" id="{FDE85CF6-3124-44DE-978C-738B93AB5F8A}"/>
              </a:ext>
            </a:extLst>
          </p:cNvPr>
          <p:cNvSpPr>
            <a:spLocks xmlns:a="http://schemas.openxmlformats.org/drawingml/2006/main" noGrp="1"/>
          </p:cNvSpPr>
          <p:nvPr/>
        </p:nvSpPr>
        <p:spPr>
          <a:xfrm xmlns:a="http://schemas.openxmlformats.org/drawingml/2006/main">
            <a:off x="7953375" y="2390775"/>
            <a:ext cx="6667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85" b="1">
                <a:solidFill>
                  <a:srgbClr val="FFFFFF"/>
                </a:solidFill>
              </a:defRPr>
            </a:pPr>
            <a:r>
              <a:rPr sz="885" b="1">
                <a:solidFill>
                  <a:srgbClr val="FFFFFF"/>
                </a:solidFill>
              </a:rPr>
              <a:t>Stage B</a:t>
            </a:r>
          </a:p>
        </p:txBody>
      </p:sp>
      <p:sp>
        <p:nvSpPr>
          <p:cNvPr id="24" name="">
            <a:extLst xmlns:a="http://schemas.openxmlformats.org/drawingml/2006/main">
              <a:ext uri="{FF2B5EF4-FFF2-40B4-BE49-F238E27FC236}">
                <a16:creationId xmlns:a16="http://schemas.microsoft.com/office/drawing/2014/main" id="{5BC93C29-07C4-41A5-AC61-B1F1B244654E}"/>
              </a:ext>
            </a:extLst>
          </p:cNvPr>
          <p:cNvSpPr>
            <a:spLocks xmlns:a="http://schemas.openxmlformats.org/drawingml/2006/main" noGrp="1"/>
          </p:cNvSpPr>
          <p:nvPr/>
        </p:nvSpPr>
        <p:spPr>
          <a:xfrm xmlns:a="http://schemas.openxmlformats.org/drawingml/2006/main">
            <a:off x="7858125" y="2876550"/>
            <a:ext cx="8572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88" b="0">
                <a:solidFill>
                  <a:srgbClr val="C8E3FF"/>
                </a:solidFill>
              </a:defRPr>
            </a:pPr>
            <a:r>
              <a:rPr sz="788" b="0">
                <a:solidFill>
                  <a:srgbClr val="C8E3FF"/>
                </a:solidFill>
              </a:rPr>
              <a:t>职责复核</a:t>
            </a:r>
          </a:p>
        </p:txBody>
      </p:sp>
      <p:sp>
        <p:nvSpPr>
          <p:cNvPr id="25" name="">
            <a:extLst xmlns:a="http://schemas.openxmlformats.org/drawingml/2006/main">
              <a:ext uri="{FF2B5EF4-FFF2-40B4-BE49-F238E27FC236}">
                <a16:creationId xmlns:a16="http://schemas.microsoft.com/office/drawing/2014/main" id="{54E8DAF0-00D3-426A-885B-1B4586A0CB58}"/>
              </a:ext>
            </a:extLst>
          </p:cNvPr>
          <p:cNvSpPr>
            <a:spLocks xmlns:a="http://schemas.openxmlformats.org/drawingml/2006/main" noGrp="1"/>
          </p:cNvSpPr>
          <p:nvPr/>
        </p:nvSpPr>
        <p:spPr>
          <a:xfrm xmlns:a="http://schemas.openxmlformats.org/drawingml/2006/main">
            <a:off x="8524875" y="2524125"/>
            <a:ext cx="762000" cy="19050"/>
          </a:xfrm>
          <a:prstGeom xmlns:a="http://schemas.openxmlformats.org/drawingml/2006/main" prst="rect">
            <a:avLst/>
          </a:prstGeom>
          <a:solidFill xmlns:a="http://schemas.openxmlformats.org/drawingml/2006/main">
            <a:srgbClr val="5AA1E8"/>
          </a:solidFill>
          <a:ln xmlns:a="http://schemas.openxmlformats.org/drawingml/2006/main" w="0">
            <a:solidFill>
              <a:srgbClr val="5AA1E8"/>
            </a:solidFill>
          </a:ln>
        </p:spPr>
      </p:sp>
      <p:sp>
        <p:nvSpPr>
          <p:cNvPr id="26" name="">
            <a:extLst xmlns:a="http://schemas.openxmlformats.org/drawingml/2006/main">
              <a:ext uri="{FF2B5EF4-FFF2-40B4-BE49-F238E27FC236}">
                <a16:creationId xmlns:a16="http://schemas.microsoft.com/office/drawing/2014/main" id="{FD6CFAB7-AA08-40F5-999E-CB6FBEADED3F}"/>
              </a:ext>
            </a:extLst>
          </p:cNvPr>
          <p:cNvSpPr>
            <a:spLocks xmlns:a="http://schemas.openxmlformats.org/drawingml/2006/main" noGrp="1"/>
          </p:cNvSpPr>
          <p:nvPr/>
        </p:nvSpPr>
        <p:spPr>
          <a:xfrm xmlns:a="http://schemas.openxmlformats.org/drawingml/2006/main">
            <a:off x="9315450" y="2314575"/>
            <a:ext cx="419100" cy="419100"/>
          </a:xfrm>
          <a:prstGeom xmlns:a="http://schemas.openxmlformats.org/drawingml/2006/main" prst="ellipse">
            <a:avLst/>
          </a:prstGeom>
          <a:solidFill xmlns:a="http://schemas.openxmlformats.org/drawingml/2006/main">
            <a:srgbClr val="6B49C8"/>
          </a:solidFill>
          <a:ln xmlns:a="http://schemas.openxmlformats.org/drawingml/2006/main" w="0">
            <a:solidFill>
              <a:srgbClr val="6B49C8"/>
            </a:solidFill>
          </a:ln>
        </p:spPr>
      </p:sp>
      <p:sp>
        <p:nvSpPr>
          <p:cNvPr id="27" name="">
            <a:extLst xmlns:a="http://schemas.openxmlformats.org/drawingml/2006/main">
              <a:ext uri="{FF2B5EF4-FFF2-40B4-BE49-F238E27FC236}">
                <a16:creationId xmlns:a16="http://schemas.microsoft.com/office/drawing/2014/main" id="{C3EDB8D3-37CB-4BE4-834E-615AACB81756}"/>
              </a:ext>
            </a:extLst>
          </p:cNvPr>
          <p:cNvSpPr>
            <a:spLocks xmlns:a="http://schemas.openxmlformats.org/drawingml/2006/main" noGrp="1"/>
          </p:cNvSpPr>
          <p:nvPr/>
        </p:nvSpPr>
        <p:spPr>
          <a:xfrm xmlns:a="http://schemas.openxmlformats.org/drawingml/2006/main">
            <a:off x="9191625" y="2390775"/>
            <a:ext cx="6667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85" b="1">
                <a:solidFill>
                  <a:srgbClr val="FFFFFF"/>
                </a:solidFill>
              </a:defRPr>
            </a:pPr>
            <a:r>
              <a:rPr sz="885" b="1">
                <a:solidFill>
                  <a:srgbClr val="FFFFFF"/>
                </a:solidFill>
              </a:rPr>
              <a:t>Stage C</a:t>
            </a:r>
          </a:p>
        </p:txBody>
      </p:sp>
      <p:sp>
        <p:nvSpPr>
          <p:cNvPr id="28" name="">
            <a:extLst xmlns:a="http://schemas.openxmlformats.org/drawingml/2006/main">
              <a:ext uri="{FF2B5EF4-FFF2-40B4-BE49-F238E27FC236}">
                <a16:creationId xmlns:a16="http://schemas.microsoft.com/office/drawing/2014/main" id="{FA13257D-B1C7-413B-828D-A7EFAE1CB634}"/>
              </a:ext>
            </a:extLst>
          </p:cNvPr>
          <p:cNvSpPr>
            <a:spLocks xmlns:a="http://schemas.openxmlformats.org/drawingml/2006/main" noGrp="1"/>
          </p:cNvSpPr>
          <p:nvPr/>
        </p:nvSpPr>
        <p:spPr>
          <a:xfrm xmlns:a="http://schemas.openxmlformats.org/drawingml/2006/main">
            <a:off x="9096375" y="2876550"/>
            <a:ext cx="8572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88" b="0">
                <a:solidFill>
                  <a:srgbClr val="C8E3FF"/>
                </a:solidFill>
              </a:defRPr>
            </a:pPr>
            <a:r>
              <a:rPr sz="788" b="0">
                <a:solidFill>
                  <a:srgbClr val="C8E3FF"/>
                </a:solidFill>
              </a:rPr>
              <a:t>执行落点</a:t>
            </a:r>
          </a:p>
        </p:txBody>
      </p:sp>
      <p:sp>
        <p:nvSpPr>
          <p:cNvPr id="29" name="">
            <a:extLst xmlns:a="http://schemas.openxmlformats.org/drawingml/2006/main">
              <a:ext uri="{FF2B5EF4-FFF2-40B4-BE49-F238E27FC236}">
                <a16:creationId xmlns:a16="http://schemas.microsoft.com/office/drawing/2014/main" id="{D386B67E-939A-4CA5-B467-FF8D5A4B2749}"/>
              </a:ext>
            </a:extLst>
          </p:cNvPr>
          <p:cNvSpPr>
            <a:spLocks xmlns:a="http://schemas.openxmlformats.org/drawingml/2006/main" noGrp="1"/>
          </p:cNvSpPr>
          <p:nvPr/>
        </p:nvSpPr>
        <p:spPr>
          <a:xfrm xmlns:a="http://schemas.openxmlformats.org/drawingml/2006/main">
            <a:off x="1066800" y="3505200"/>
            <a:ext cx="4476750" cy="1066800"/>
          </a:xfrm>
          <a:prstGeom xmlns:a="http://schemas.openxmlformats.org/drawingml/2006/main" prst="roundRect">
            <a:avLst>
              <a:gd name="adj" fmla="val 11000"/>
            </a:avLst>
          </a:prstGeom>
          <a:solidFill xmlns:a="http://schemas.openxmlformats.org/drawingml/2006/main">
            <a:srgbClr val="0A2D62"/>
          </a:solidFill>
          <a:ln xmlns:a="http://schemas.openxmlformats.org/drawingml/2006/main" w="9525">
            <a:solidFill>
              <a:srgbClr val="2F80D3"/>
            </a:solidFill>
          </a:ln>
        </p:spPr>
      </p:sp>
      <p:sp>
        <p:nvSpPr>
          <p:cNvPr id="30" name="">
            <a:extLst xmlns:a="http://schemas.openxmlformats.org/drawingml/2006/main">
              <a:ext uri="{FF2B5EF4-FFF2-40B4-BE49-F238E27FC236}">
                <a16:creationId xmlns:a16="http://schemas.microsoft.com/office/drawing/2014/main" id="{273EDAE1-8370-4C37-80C6-710BEB52CF26}"/>
              </a:ext>
            </a:extLst>
          </p:cNvPr>
          <p:cNvSpPr>
            <a:spLocks xmlns:a="http://schemas.openxmlformats.org/drawingml/2006/main" noGrp="1"/>
          </p:cNvSpPr>
          <p:nvPr/>
        </p:nvSpPr>
        <p:spPr>
          <a:xfrm xmlns:a="http://schemas.openxmlformats.org/drawingml/2006/main">
            <a:off x="1333500" y="3714750"/>
            <a:ext cx="952500"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9FD4FF"/>
                </a:solidFill>
              </a:defRPr>
            </a:pPr>
            <a:r>
              <a:rPr sz="975" b="1">
                <a:solidFill>
                  <a:srgbClr val="9FD4FF"/>
                </a:solidFill>
              </a:rPr>
              <a:t>最终路由</a:t>
            </a:r>
          </a:p>
        </p:txBody>
      </p:sp>
      <p:sp>
        <p:nvSpPr>
          <p:cNvPr id="31" name="">
            <a:extLst xmlns:a="http://schemas.openxmlformats.org/drawingml/2006/main">
              <a:ext uri="{FF2B5EF4-FFF2-40B4-BE49-F238E27FC236}">
                <a16:creationId xmlns:a16="http://schemas.microsoft.com/office/drawing/2014/main" id="{E75E828F-626A-4E22-A742-ED75977A02F7}"/>
              </a:ext>
            </a:extLst>
          </p:cNvPr>
          <p:cNvSpPr>
            <a:spLocks xmlns:a="http://schemas.openxmlformats.org/drawingml/2006/main" noGrp="1"/>
          </p:cNvSpPr>
          <p:nvPr/>
        </p:nvSpPr>
        <p:spPr>
          <a:xfrm xmlns:a="http://schemas.openxmlformats.org/drawingml/2006/main">
            <a:off x="1333500" y="4019550"/>
            <a:ext cx="30480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FFFFFF"/>
                </a:solidFill>
              </a:defRPr>
            </a:pPr>
            <a:r>
              <a:rPr sz="1425" b="1">
                <a:solidFill>
                  <a:srgbClr val="FFFFFF"/>
                </a:solidFill>
              </a:rPr>
              <a:t>risk_domain_analysis.agentdns.cn</a:t>
            </a:r>
          </a:p>
        </p:txBody>
      </p:sp>
      <p:sp>
        <p:nvSpPr>
          <p:cNvPr id="32" name="">
            <a:extLst xmlns:a="http://schemas.openxmlformats.org/drawingml/2006/main">
              <a:ext uri="{FF2B5EF4-FFF2-40B4-BE49-F238E27FC236}">
                <a16:creationId xmlns:a16="http://schemas.microsoft.com/office/drawing/2014/main" id="{641F622C-0F71-4C7E-9F3D-8A4EE58F977C}"/>
              </a:ext>
            </a:extLst>
          </p:cNvPr>
          <p:cNvSpPr>
            <a:spLocks xmlns:a="http://schemas.openxmlformats.org/drawingml/2006/main" noGrp="1"/>
          </p:cNvSpPr>
          <p:nvPr/>
        </p:nvSpPr>
        <p:spPr>
          <a:xfrm xmlns:a="http://schemas.openxmlformats.org/drawingml/2006/main">
            <a:off x="1333500" y="4324350"/>
            <a:ext cx="36195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88" b="0">
                <a:solidFill>
                  <a:srgbClr val="B8D9FF"/>
                </a:solidFill>
              </a:defRPr>
            </a:pPr>
            <a:r>
              <a:rPr sz="788" b="0">
                <a:solidFill>
                  <a:srgbClr val="B8D9FF"/>
                </a:solidFill>
              </a:rPr>
              <a:t>final_decision_source = stage_b    entered_stage_b = true</a:t>
            </a:r>
          </a:p>
        </p:txBody>
      </p:sp>
      <p:sp>
        <p:nvSpPr>
          <p:cNvPr id="33" name="">
            <a:extLst xmlns:a="http://schemas.openxmlformats.org/drawingml/2006/main">
              <a:ext uri="{FF2B5EF4-FFF2-40B4-BE49-F238E27FC236}">
                <a16:creationId xmlns:a16="http://schemas.microsoft.com/office/drawing/2014/main" id="{A9C2541C-1445-41CF-8E17-F1C2483EA4FD}"/>
              </a:ext>
            </a:extLst>
          </p:cNvPr>
          <p:cNvSpPr>
            <a:spLocks xmlns:a="http://schemas.openxmlformats.org/drawingml/2006/main" noGrp="1"/>
          </p:cNvSpPr>
          <p:nvPr/>
        </p:nvSpPr>
        <p:spPr>
          <a:xfrm xmlns:a="http://schemas.openxmlformats.org/drawingml/2006/main">
            <a:off x="6191250" y="3581400"/>
            <a:ext cx="1257300" cy="819150"/>
          </a:xfrm>
          <a:prstGeom xmlns:a="http://schemas.openxmlformats.org/drawingml/2006/main" prst="roundRect">
            <a:avLst>
              <a:gd name="adj" fmla="val 11000"/>
            </a:avLst>
          </a:prstGeom>
          <a:solidFill xmlns:a="http://schemas.openxmlformats.org/drawingml/2006/main">
            <a:srgbClr val="0E3268"/>
          </a:solidFill>
          <a:ln xmlns:a="http://schemas.openxmlformats.org/drawingml/2006/main" w="9525">
            <a:solidFill>
              <a:srgbClr val="2F80D3"/>
            </a:solidFill>
          </a:ln>
        </p:spPr>
      </p:sp>
      <p:sp>
        <p:nvSpPr>
          <p:cNvPr id="34" name="">
            <a:extLst xmlns:a="http://schemas.openxmlformats.org/drawingml/2006/main">
              <a:ext uri="{FF2B5EF4-FFF2-40B4-BE49-F238E27FC236}">
                <a16:creationId xmlns:a16="http://schemas.microsoft.com/office/drawing/2014/main" id="{A38AE679-4B1D-4A42-AB99-95A40BA019EF}"/>
              </a:ext>
            </a:extLst>
          </p:cNvPr>
          <p:cNvSpPr>
            <a:spLocks xmlns:a="http://schemas.openxmlformats.org/drawingml/2006/main" noGrp="1"/>
          </p:cNvSpPr>
          <p:nvPr/>
        </p:nvSpPr>
        <p:spPr>
          <a:xfrm xmlns:a="http://schemas.openxmlformats.org/drawingml/2006/main">
            <a:off x="6324600" y="3771900"/>
            <a:ext cx="9525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1">
                <a:solidFill>
                  <a:srgbClr val="FFFFFF"/>
                </a:solidFill>
              </a:defRPr>
            </a:pPr>
            <a:r>
              <a:rPr sz="938" b="1">
                <a:solidFill>
                  <a:srgbClr val="FFFFFF"/>
                </a:solidFill>
              </a:rPr>
              <a:t>候选快照</a:t>
            </a:r>
          </a:p>
        </p:txBody>
      </p:sp>
      <p:sp>
        <p:nvSpPr>
          <p:cNvPr id="35" name="">
            <a:extLst xmlns:a="http://schemas.openxmlformats.org/drawingml/2006/main">
              <a:ext uri="{FF2B5EF4-FFF2-40B4-BE49-F238E27FC236}">
                <a16:creationId xmlns:a16="http://schemas.microsoft.com/office/drawing/2014/main" id="{267ABEDF-E535-44CC-B30D-9B3632BC4031}"/>
              </a:ext>
            </a:extLst>
          </p:cNvPr>
          <p:cNvSpPr>
            <a:spLocks xmlns:a="http://schemas.openxmlformats.org/drawingml/2006/main" noGrp="1"/>
          </p:cNvSpPr>
          <p:nvPr/>
        </p:nvSpPr>
        <p:spPr>
          <a:xfrm xmlns:a="http://schemas.openxmlformats.org/drawingml/2006/main">
            <a:off x="6324600" y="4048125"/>
            <a:ext cx="9525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88" b="0">
                <a:solidFill>
                  <a:srgbClr val="C8E3FF"/>
                </a:solidFill>
              </a:defRPr>
            </a:pPr>
            <a:r>
              <a:rPr sz="788" b="0">
                <a:solidFill>
                  <a:srgbClr val="C8E3FF"/>
                </a:solidFill>
              </a:rPr>
              <a:t>6 个候选能力</a:t>
            </a:r>
          </a:p>
        </p:txBody>
      </p:sp>
      <p:sp>
        <p:nvSpPr>
          <p:cNvPr id="36" name="">
            <a:extLst xmlns:a="http://schemas.openxmlformats.org/drawingml/2006/main">
              <a:ext uri="{FF2B5EF4-FFF2-40B4-BE49-F238E27FC236}">
                <a16:creationId xmlns:a16="http://schemas.microsoft.com/office/drawing/2014/main" id="{E7D45A39-54E6-436D-A41C-D93CCB30E634}"/>
              </a:ext>
            </a:extLst>
          </p:cNvPr>
          <p:cNvSpPr>
            <a:spLocks xmlns:a="http://schemas.openxmlformats.org/drawingml/2006/main" noGrp="1"/>
          </p:cNvSpPr>
          <p:nvPr/>
        </p:nvSpPr>
        <p:spPr>
          <a:xfrm xmlns:a="http://schemas.openxmlformats.org/drawingml/2006/main">
            <a:off x="7715250" y="3581400"/>
            <a:ext cx="1257300" cy="819150"/>
          </a:xfrm>
          <a:prstGeom xmlns:a="http://schemas.openxmlformats.org/drawingml/2006/main" prst="roundRect">
            <a:avLst>
              <a:gd name="adj" fmla="val 11000"/>
            </a:avLst>
          </a:prstGeom>
          <a:solidFill xmlns:a="http://schemas.openxmlformats.org/drawingml/2006/main">
            <a:srgbClr val="0E3268"/>
          </a:solidFill>
          <a:ln xmlns:a="http://schemas.openxmlformats.org/drawingml/2006/main" w="9525">
            <a:solidFill>
              <a:srgbClr val="2F80D3"/>
            </a:solidFill>
          </a:ln>
        </p:spPr>
      </p:sp>
      <p:sp>
        <p:nvSpPr>
          <p:cNvPr id="37" name="">
            <a:extLst xmlns:a="http://schemas.openxmlformats.org/drawingml/2006/main">
              <a:ext uri="{FF2B5EF4-FFF2-40B4-BE49-F238E27FC236}">
                <a16:creationId xmlns:a16="http://schemas.microsoft.com/office/drawing/2014/main" id="{67B915D7-DCFF-4CC5-8EC2-D89A5C73D878}"/>
              </a:ext>
            </a:extLst>
          </p:cNvPr>
          <p:cNvSpPr>
            <a:spLocks xmlns:a="http://schemas.openxmlformats.org/drawingml/2006/main" noGrp="1"/>
          </p:cNvSpPr>
          <p:nvPr/>
        </p:nvSpPr>
        <p:spPr>
          <a:xfrm xmlns:a="http://schemas.openxmlformats.org/drawingml/2006/main">
            <a:off x="7848600" y="3771900"/>
            <a:ext cx="9525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1">
                <a:solidFill>
                  <a:srgbClr val="FFFFFF"/>
                </a:solidFill>
              </a:defRPr>
            </a:pPr>
            <a:r>
              <a:rPr sz="938" b="1">
                <a:solidFill>
                  <a:srgbClr val="FFFFFF"/>
                </a:solidFill>
              </a:rPr>
              <a:t>竞争点</a:t>
            </a:r>
          </a:p>
        </p:txBody>
      </p:sp>
      <p:sp>
        <p:nvSpPr>
          <p:cNvPr id="38" name="">
            <a:extLst xmlns:a="http://schemas.openxmlformats.org/drawingml/2006/main">
              <a:ext uri="{FF2B5EF4-FFF2-40B4-BE49-F238E27FC236}">
                <a16:creationId xmlns:a16="http://schemas.microsoft.com/office/drawing/2014/main" id="{ED95961B-26AF-422C-90AD-CDB5277F1191}"/>
              </a:ext>
            </a:extLst>
          </p:cNvPr>
          <p:cNvSpPr>
            <a:spLocks xmlns:a="http://schemas.openxmlformats.org/drawingml/2006/main" noGrp="1"/>
          </p:cNvSpPr>
          <p:nvPr/>
        </p:nvSpPr>
        <p:spPr>
          <a:xfrm xmlns:a="http://schemas.openxmlformats.org/drawingml/2006/main">
            <a:off x="7848600" y="4048125"/>
            <a:ext cx="9525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88" b="0">
                <a:solidFill>
                  <a:srgbClr val="C8E3FF"/>
                </a:solidFill>
              </a:defRPr>
            </a:pPr>
            <a:r>
              <a:rPr sz="788" b="0">
                <a:solidFill>
                  <a:srgbClr val="C8E3FF"/>
                </a:solidFill>
              </a:rPr>
              <a:t>风险分析 vs 处置建议</a:t>
            </a:r>
          </a:p>
        </p:txBody>
      </p:sp>
      <p:sp>
        <p:nvSpPr>
          <p:cNvPr id="39" name="">
            <a:extLst xmlns:a="http://schemas.openxmlformats.org/drawingml/2006/main">
              <a:ext uri="{FF2B5EF4-FFF2-40B4-BE49-F238E27FC236}">
                <a16:creationId xmlns:a16="http://schemas.microsoft.com/office/drawing/2014/main" id="{6DEC1D7F-EBDE-4790-8FE6-1BF1033630D2}"/>
              </a:ext>
            </a:extLst>
          </p:cNvPr>
          <p:cNvSpPr>
            <a:spLocks xmlns:a="http://schemas.openxmlformats.org/drawingml/2006/main" noGrp="1"/>
          </p:cNvSpPr>
          <p:nvPr/>
        </p:nvSpPr>
        <p:spPr>
          <a:xfrm xmlns:a="http://schemas.openxmlformats.org/drawingml/2006/main">
            <a:off x="9239250" y="3581400"/>
            <a:ext cx="1257300" cy="819150"/>
          </a:xfrm>
          <a:prstGeom xmlns:a="http://schemas.openxmlformats.org/drawingml/2006/main" prst="roundRect">
            <a:avLst>
              <a:gd name="adj" fmla="val 11000"/>
            </a:avLst>
          </a:prstGeom>
          <a:solidFill xmlns:a="http://schemas.openxmlformats.org/drawingml/2006/main">
            <a:srgbClr val="0E3268"/>
          </a:solidFill>
          <a:ln xmlns:a="http://schemas.openxmlformats.org/drawingml/2006/main" w="9525">
            <a:solidFill>
              <a:srgbClr val="2F80D3"/>
            </a:solidFill>
          </a:ln>
        </p:spPr>
      </p:sp>
      <p:sp>
        <p:nvSpPr>
          <p:cNvPr id="40" name="">
            <a:extLst xmlns:a="http://schemas.openxmlformats.org/drawingml/2006/main">
              <a:ext uri="{FF2B5EF4-FFF2-40B4-BE49-F238E27FC236}">
                <a16:creationId xmlns:a16="http://schemas.microsoft.com/office/drawing/2014/main" id="{C6905003-E212-4B7E-8D71-C77EE77C9512}"/>
              </a:ext>
            </a:extLst>
          </p:cNvPr>
          <p:cNvSpPr>
            <a:spLocks xmlns:a="http://schemas.openxmlformats.org/drawingml/2006/main" noGrp="1"/>
          </p:cNvSpPr>
          <p:nvPr/>
        </p:nvSpPr>
        <p:spPr>
          <a:xfrm xmlns:a="http://schemas.openxmlformats.org/drawingml/2006/main">
            <a:off x="9372600" y="3771900"/>
            <a:ext cx="9525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1">
                <a:solidFill>
                  <a:srgbClr val="FFFFFF"/>
                </a:solidFill>
              </a:defRPr>
            </a:pPr>
            <a:r>
              <a:rPr sz="938" b="1">
                <a:solidFill>
                  <a:srgbClr val="FFFFFF"/>
                </a:solidFill>
              </a:rPr>
              <a:t>复核证据</a:t>
            </a:r>
          </a:p>
        </p:txBody>
      </p:sp>
      <p:sp>
        <p:nvSpPr>
          <p:cNvPr id="41" name="">
            <a:extLst xmlns:a="http://schemas.openxmlformats.org/drawingml/2006/main">
              <a:ext uri="{FF2B5EF4-FFF2-40B4-BE49-F238E27FC236}">
                <a16:creationId xmlns:a16="http://schemas.microsoft.com/office/drawing/2014/main" id="{EDE84F2E-2EBF-47F4-AAA2-64D0459F9642}"/>
              </a:ext>
            </a:extLst>
          </p:cNvPr>
          <p:cNvSpPr>
            <a:spLocks xmlns:a="http://schemas.openxmlformats.org/drawingml/2006/main" noGrp="1"/>
          </p:cNvSpPr>
          <p:nvPr/>
        </p:nvSpPr>
        <p:spPr>
          <a:xfrm xmlns:a="http://schemas.openxmlformats.org/drawingml/2006/main">
            <a:off x="9372600" y="4048125"/>
            <a:ext cx="9525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88" b="0">
                <a:solidFill>
                  <a:srgbClr val="C8E3FF"/>
                </a:solidFill>
              </a:defRPr>
            </a:pPr>
            <a:r>
              <a:rPr sz="788" b="0">
                <a:solidFill>
                  <a:srgbClr val="C8E3FF"/>
                </a:solidFill>
              </a:rPr>
              <a:t>GovernanceRisk 支持升级</a:t>
            </a:r>
          </a:p>
        </p:txBody>
      </p:sp>
      <p:sp>
        <p:nvSpPr>
          <p:cNvPr id="42" name="">
            <a:extLst xmlns:a="http://schemas.openxmlformats.org/drawingml/2006/main">
              <a:ext uri="{FF2B5EF4-FFF2-40B4-BE49-F238E27FC236}">
                <a16:creationId xmlns:a16="http://schemas.microsoft.com/office/drawing/2014/main" id="{FD773BF7-6F8D-4872-B72F-1375FE648126}"/>
              </a:ext>
            </a:extLst>
          </p:cNvPr>
          <p:cNvSpPr>
            <a:spLocks xmlns:a="http://schemas.openxmlformats.org/drawingml/2006/main" noGrp="1"/>
          </p:cNvSpPr>
          <p:nvPr/>
        </p:nvSpPr>
        <p:spPr>
          <a:xfrm xmlns:a="http://schemas.openxmlformats.org/drawingml/2006/main">
            <a:off x="819150" y="5829300"/>
            <a:ext cx="89535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88" b="1">
                <a:solidFill>
                  <a:srgbClr val="102033"/>
                </a:solidFill>
              </a:defRPr>
            </a:pPr>
            <a:r>
              <a:rPr sz="1088" b="1">
                <a:solidFill>
                  <a:srgbClr val="102033"/>
                </a:solidFill>
              </a:rPr>
              <a:t>演示重点：让评审看到“输入、候选、复核、授权、执行落点”同屏出现，降低对黑盒大模型的疑虑。</a:t>
            </a:r>
          </a:p>
        </p:txBody>
      </p:sp>
      <p:sp>
        <p:nvSpPr>
          <p:cNvPr id="43" name="">
            <a:extLst xmlns:a="http://schemas.openxmlformats.org/drawingml/2006/main">
              <a:ext uri="{FF2B5EF4-FFF2-40B4-BE49-F238E27FC236}">
                <a16:creationId xmlns:a16="http://schemas.microsoft.com/office/drawing/2014/main" id="{6BE3646C-123A-440F-A6A3-40E6C743EB43}"/>
              </a:ext>
            </a:extLst>
          </p:cNvPr>
          <p:cNvSpPr>
            <a:spLocks xmlns:a="http://schemas.openxmlformats.org/drawingml/2006/main" noGrp="1"/>
          </p:cNvSpPr>
          <p:nvPr/>
        </p:nvSpPr>
        <p:spPr>
          <a:xfrm xmlns:a="http://schemas.openxmlformats.org/drawingml/2006/main">
            <a:off x="476250" y="6457950"/>
            <a:ext cx="8572500" cy="9525"/>
          </a:xfrm>
          <a:prstGeom xmlns:a="http://schemas.openxmlformats.org/drawingml/2006/main" prst="rect">
            <a:avLst/>
          </a:prstGeom>
          <a:solidFill xmlns:a="http://schemas.openxmlformats.org/drawingml/2006/main">
            <a:srgbClr val="E4EDF8"/>
          </a:solidFill>
          <a:ln xmlns:a="http://schemas.openxmlformats.org/drawingml/2006/main" w="0">
            <a:solidFill>
              <a:srgbClr val="E4EDF8"/>
            </a:solidFill>
          </a:ln>
        </p:spPr>
      </p:sp>
      <p:sp>
        <p:nvSpPr>
          <p:cNvPr id="44" name="">
            <a:extLst xmlns:a="http://schemas.openxmlformats.org/drawingml/2006/main">
              <a:ext uri="{FF2B5EF4-FFF2-40B4-BE49-F238E27FC236}">
                <a16:creationId xmlns:a16="http://schemas.microsoft.com/office/drawing/2014/main" id="{A05B9FB7-2F92-4B0D-BE38-A90B43E8FD4A}"/>
              </a:ext>
            </a:extLst>
          </p:cNvPr>
          <p:cNvSpPr>
            <a:spLocks xmlns:a="http://schemas.openxmlformats.org/drawingml/2006/main" noGrp="1"/>
          </p:cNvSpPr>
          <p:nvPr/>
        </p:nvSpPr>
        <p:spPr>
          <a:xfrm xmlns:a="http://schemas.openxmlformats.org/drawingml/2006/main">
            <a:off x="476250" y="6553200"/>
            <a:ext cx="5905500" cy="1333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675" b="0">
                <a:solidFill>
                  <a:srgbClr val="8394A8"/>
                </a:solidFill>
              </a:defRPr>
            </a:pPr>
            <a:r>
              <a:rPr sz="675" b="0">
                <a:solidFill>
                  <a:srgbClr val="8394A8"/>
                </a:solidFill>
              </a:rPr>
              <a:t>面向互联网基础资源的大模型多智能体协作与可信认知标识技术研究</a:t>
            </a:r>
          </a:p>
        </p:txBody>
      </p:sp>
      <p:sp>
        <p:nvSpPr>
          <p:cNvPr id="45" name="">
            <a:extLst xmlns:a="http://schemas.openxmlformats.org/drawingml/2006/main">
              <a:ext uri="{FF2B5EF4-FFF2-40B4-BE49-F238E27FC236}">
                <a16:creationId xmlns:a16="http://schemas.microsoft.com/office/drawing/2014/main" id="{C39962C4-5A84-4F9E-B074-8AFB759AB8AC}"/>
              </a:ext>
            </a:extLst>
          </p:cNvPr>
          <p:cNvSpPr>
            <a:spLocks xmlns:a="http://schemas.openxmlformats.org/drawingml/2006/main" noGrp="1"/>
          </p:cNvSpPr>
          <p:nvPr/>
        </p:nvSpPr>
        <p:spPr>
          <a:xfrm xmlns:a="http://schemas.openxmlformats.org/drawingml/2006/main">
            <a:off x="11382375" y="6515100"/>
            <a:ext cx="3238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0">
                <a:solidFill>
                  <a:srgbClr val="8394A8"/>
                </a:solidFill>
              </a:defRPr>
            </a:pPr>
            <a:r>
              <a:rPr sz="750" b="0">
                <a:solidFill>
                  <a:srgbClr val="8394A8"/>
                </a:solidFill>
              </a:rPr>
              <a:t>13</a:t>
            </a:r>
          </a:p>
        </p:txBody>
      </p:sp>
    </p:spTree>
    <p:extLst>
      <p:ext uri="{BB962C8B-B14F-4D97-AF65-F5344CB8AC3E}">
        <p14:creationId xmlns:p14="http://schemas.microsoft.com/office/powerpoint/2010/main" val="106289741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5b3dbacea8294cc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F7AA6C5-6875-4098-8A93-28CDE392D89C}"/>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082B6D"/>
          </a:solidFill>
          <a:ln xmlns:a="http://schemas.openxmlformats.org/drawingml/2006/main" w="0">
            <a:solidFill>
              <a:srgbClr val="082B6D"/>
            </a:solidFill>
          </a:ln>
        </p:spPr>
      </p:sp>
      <p:sp>
        <p:nvSpPr>
          <p:cNvPr id="3" name="">
            <a:extLst xmlns:a="http://schemas.openxmlformats.org/drawingml/2006/main">
              <a:ext uri="{FF2B5EF4-FFF2-40B4-BE49-F238E27FC236}">
                <a16:creationId xmlns:a16="http://schemas.microsoft.com/office/drawing/2014/main" id="{A0B89F2D-D304-40B0-914A-7CA949216AF4}"/>
              </a:ext>
            </a:extLst>
          </p:cNvPr>
          <p:cNvSpPr>
            <a:spLocks xmlns:a="http://schemas.openxmlformats.org/drawingml/2006/main" noGrp="1"/>
          </p:cNvSpPr>
          <p:nvPr/>
        </p:nvSpPr>
        <p:spPr>
          <a:xfrm xmlns:a="http://schemas.openxmlformats.org/drawingml/2006/main">
            <a:off x="0" y="104775"/>
            <a:ext cx="12192000" cy="28575"/>
          </a:xfrm>
          <a:prstGeom xmlns:a="http://schemas.openxmlformats.org/drawingml/2006/main" prst="rect">
            <a:avLst/>
          </a:prstGeom>
          <a:solidFill xmlns:a="http://schemas.openxmlformats.org/drawingml/2006/main">
            <a:srgbClr val="1E83E6"/>
          </a:solidFill>
          <a:ln xmlns:a="http://schemas.openxmlformats.org/drawingml/2006/main" w="0">
            <a:solidFill>
              <a:srgbClr val="1E83E6"/>
            </a:solidFill>
          </a:ln>
        </p:spPr>
      </p:sp>
      <p:sp>
        <p:nvSpPr>
          <p:cNvPr id="4" name="">
            <a:extLst xmlns:a="http://schemas.openxmlformats.org/drawingml/2006/main">
              <a:ext uri="{FF2B5EF4-FFF2-40B4-BE49-F238E27FC236}">
                <a16:creationId xmlns:a16="http://schemas.microsoft.com/office/drawing/2014/main" id="{A6FD5449-AC36-4EDB-A252-6324A0531E9F}"/>
              </a:ext>
            </a:extLst>
          </p:cNvPr>
          <p:cNvSpPr>
            <a:spLocks xmlns:a="http://schemas.openxmlformats.org/drawingml/2006/main" noGrp="1"/>
          </p:cNvSpPr>
          <p:nvPr/>
        </p:nvSpPr>
        <p:spPr>
          <a:xfrm xmlns:a="http://schemas.openxmlformats.org/drawingml/2006/main">
            <a:off x="476250" y="285750"/>
            <a:ext cx="666750" cy="228600"/>
          </a:xfrm>
          <a:prstGeom xmlns:a="http://schemas.openxmlformats.org/drawingml/2006/main" prst="roundRect">
            <a:avLst>
              <a:gd name="adj" fmla="val 45000"/>
            </a:avLst>
          </a:prstGeom>
          <a:solidFill xmlns:a="http://schemas.openxmlformats.org/drawingml/2006/main">
            <a:srgbClr val="E8F2FF"/>
          </a:solidFill>
          <a:ln xmlns:a="http://schemas.openxmlformats.org/drawingml/2006/main" w="9525">
            <a:solidFill>
              <a:srgbClr val="C9DDF3"/>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0B63CE"/>
                </a:solidFill>
              </a:defRPr>
            </a:pPr>
            <a:r>
              <a:rPr sz="1050" b="1">
                <a:solidFill>
                  <a:srgbClr val="0B63CE"/>
                </a:solidFill>
              </a:rPr>
              <a:t>12</a:t>
            </a:r>
          </a:p>
        </p:txBody>
      </p:sp>
      <p:sp>
        <p:nvSpPr>
          <p:cNvPr id="5" name="">
            <a:extLst xmlns:a="http://schemas.openxmlformats.org/drawingml/2006/main">
              <a:ext uri="{FF2B5EF4-FFF2-40B4-BE49-F238E27FC236}">
                <a16:creationId xmlns:a16="http://schemas.microsoft.com/office/drawing/2014/main" id="{EB1B5500-944E-4526-829C-9B2B04E5217A}"/>
              </a:ext>
            </a:extLst>
          </p:cNvPr>
          <p:cNvSpPr>
            <a:spLocks xmlns:a="http://schemas.openxmlformats.org/drawingml/2006/main" noGrp="1"/>
          </p:cNvSpPr>
          <p:nvPr/>
        </p:nvSpPr>
        <p:spPr>
          <a:xfrm xmlns:a="http://schemas.openxmlformats.org/drawingml/2006/main">
            <a:off x="1285875" y="276225"/>
            <a:ext cx="80962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02033"/>
                </a:solidFill>
              </a:defRPr>
            </a:pPr>
            <a:r>
              <a:rPr sz="1800" b="1">
                <a:solidFill>
                  <a:srgbClr val="102033"/>
                </a:solidFill>
              </a:rPr>
              <a:t>成果体系：从原型、数据、实验到报告与专利材料已成套沉淀</a:t>
            </a:r>
          </a:p>
        </p:txBody>
      </p:sp>
      <p:sp>
        <p:nvSpPr>
          <p:cNvPr id="6" name="">
            <a:extLst xmlns:a="http://schemas.openxmlformats.org/drawingml/2006/main">
              <a:ext uri="{FF2B5EF4-FFF2-40B4-BE49-F238E27FC236}">
                <a16:creationId xmlns:a16="http://schemas.microsoft.com/office/drawing/2014/main" id="{4BB84201-E221-4AAA-805E-279FDF94A0D7}"/>
              </a:ext>
            </a:extLst>
          </p:cNvPr>
          <p:cNvSpPr>
            <a:spLocks xmlns:a="http://schemas.openxmlformats.org/drawingml/2006/main" noGrp="1"/>
          </p:cNvSpPr>
          <p:nvPr/>
        </p:nvSpPr>
        <p:spPr>
          <a:xfrm xmlns:a="http://schemas.openxmlformats.org/drawingml/2006/main">
            <a:off x="1285875" y="609600"/>
            <a:ext cx="80010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53657A"/>
                </a:solidFill>
              </a:defRPr>
            </a:pPr>
            <a:r>
              <a:rPr sz="938" b="0">
                <a:solidFill>
                  <a:srgbClr val="53657A"/>
                </a:solidFill>
              </a:rPr>
              <a:t>成果材料可支撑验收审阅、内部汇报、成果宣传、论文投稿和后续知识产权工作。</a:t>
            </a:r>
          </a:p>
        </p:txBody>
      </p:sp>
      <p:sp>
        <p:nvSpPr>
          <p:cNvPr id="7" name="">
            <a:extLst xmlns:a="http://schemas.openxmlformats.org/drawingml/2006/main">
              <a:ext uri="{FF2B5EF4-FFF2-40B4-BE49-F238E27FC236}">
                <a16:creationId xmlns:a16="http://schemas.microsoft.com/office/drawing/2014/main" id="{CBBA9CE1-40BA-4153-A910-2C37C62BE281}"/>
              </a:ext>
            </a:extLst>
          </p:cNvPr>
          <p:cNvSpPr>
            <a:spLocks xmlns:a="http://schemas.openxmlformats.org/drawingml/2006/main" noGrp="1"/>
          </p:cNvSpPr>
          <p:nvPr/>
        </p:nvSpPr>
        <p:spPr>
          <a:xfrm xmlns:a="http://schemas.openxmlformats.org/drawingml/2006/main">
            <a:off x="10782300" y="276225"/>
            <a:ext cx="9144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00" b="1">
                <a:solidFill>
                  <a:srgbClr val="0B63CE"/>
                </a:solidFill>
              </a:defRPr>
            </a:pPr>
            <a:r>
              <a:rPr sz="1800" b="1">
                <a:solidFill>
                  <a:srgbClr val="0B63CE"/>
                </a:solidFill>
              </a:rPr>
              <a:t>CNNIC</a:t>
            </a:r>
          </a:p>
        </p:txBody>
      </p:sp>
      <p:sp>
        <p:nvSpPr>
          <p:cNvPr id="8" name="">
            <a:extLst xmlns:a="http://schemas.openxmlformats.org/drawingml/2006/main">
              <a:ext uri="{FF2B5EF4-FFF2-40B4-BE49-F238E27FC236}">
                <a16:creationId xmlns:a16="http://schemas.microsoft.com/office/drawing/2014/main" id="{145A9940-BEE8-4335-A10E-3D412662FAE7}"/>
              </a:ext>
            </a:extLst>
          </p:cNvPr>
          <p:cNvSpPr>
            <a:spLocks xmlns:a="http://schemas.openxmlformats.org/drawingml/2006/main" noGrp="1"/>
          </p:cNvSpPr>
          <p:nvPr/>
        </p:nvSpPr>
        <p:spPr>
          <a:xfrm xmlns:a="http://schemas.openxmlformats.org/drawingml/2006/main">
            <a:off x="9906000" y="533400"/>
            <a:ext cx="17907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88" b="0">
                <a:solidFill>
                  <a:srgbClr val="53657A"/>
                </a:solidFill>
              </a:defRPr>
            </a:pPr>
            <a:r>
              <a:rPr sz="788" b="0">
                <a:solidFill>
                  <a:srgbClr val="53657A"/>
                </a:solidFill>
              </a:rPr>
              <a:t>中国互联网络信息中心</a:t>
            </a:r>
          </a:p>
        </p:txBody>
      </p:sp>
      <p:sp>
        <p:nvSpPr>
          <p:cNvPr id="9" name="">
            <a:extLst xmlns:a="http://schemas.openxmlformats.org/drawingml/2006/main">
              <a:ext uri="{FF2B5EF4-FFF2-40B4-BE49-F238E27FC236}">
                <a16:creationId xmlns:a16="http://schemas.microsoft.com/office/drawing/2014/main" id="{37779295-DF78-4D6C-A0B6-D2D0A5D710FF}"/>
              </a:ext>
            </a:extLst>
          </p:cNvPr>
          <p:cNvSpPr>
            <a:spLocks xmlns:a="http://schemas.openxmlformats.org/drawingml/2006/main" noGrp="1"/>
          </p:cNvSpPr>
          <p:nvPr/>
        </p:nvSpPr>
        <p:spPr>
          <a:xfrm xmlns:a="http://schemas.openxmlformats.org/drawingml/2006/main">
            <a:off x="723900" y="1428750"/>
            <a:ext cx="3000375" cy="125730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11430">
            <a:solidFill>
              <a:srgbClr val="0B63CE"/>
            </a:solidFill>
          </a:ln>
        </p:spPr>
      </p:sp>
      <p:sp>
        <p:nvSpPr>
          <p:cNvPr id="10" name="">
            <a:extLst xmlns:a="http://schemas.openxmlformats.org/drawingml/2006/main">
              <a:ext uri="{FF2B5EF4-FFF2-40B4-BE49-F238E27FC236}">
                <a16:creationId xmlns:a16="http://schemas.microsoft.com/office/drawing/2014/main" id="{61F690A1-A343-4AE1-A9A0-0F4A45F57C85}"/>
              </a:ext>
            </a:extLst>
          </p:cNvPr>
          <p:cNvSpPr>
            <a:spLocks xmlns:a="http://schemas.openxmlformats.org/drawingml/2006/main" noGrp="1"/>
          </p:cNvSpPr>
          <p:nvPr/>
        </p:nvSpPr>
        <p:spPr>
          <a:xfrm xmlns:a="http://schemas.openxmlformats.org/drawingml/2006/main">
            <a:off x="933450" y="1638300"/>
            <a:ext cx="4572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0B63CE"/>
                </a:solidFill>
              </a:defRPr>
            </a:pPr>
            <a:r>
              <a:rPr sz="1350" b="1">
                <a:solidFill>
                  <a:srgbClr val="0B63CE"/>
                </a:solidFill>
              </a:rPr>
              <a:t>01</a:t>
            </a:r>
          </a:p>
        </p:txBody>
      </p:sp>
      <p:sp>
        <p:nvSpPr>
          <p:cNvPr id="11" name="">
            <a:extLst xmlns:a="http://schemas.openxmlformats.org/drawingml/2006/main">
              <a:ext uri="{FF2B5EF4-FFF2-40B4-BE49-F238E27FC236}">
                <a16:creationId xmlns:a16="http://schemas.microsoft.com/office/drawing/2014/main" id="{6A521967-0578-41A8-AAF9-C4455AE0DE9E}"/>
              </a:ext>
            </a:extLst>
          </p:cNvPr>
          <p:cNvSpPr>
            <a:spLocks xmlns:a="http://schemas.openxmlformats.org/drawingml/2006/main" noGrp="1"/>
          </p:cNvSpPr>
          <p:nvPr/>
        </p:nvSpPr>
        <p:spPr>
          <a:xfrm xmlns:a="http://schemas.openxmlformats.org/drawingml/2006/main">
            <a:off x="1485900" y="1657350"/>
            <a:ext cx="14287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2033"/>
                </a:solidFill>
              </a:defRPr>
            </a:pPr>
            <a:r>
              <a:rPr sz="1350" b="1">
                <a:solidFill>
                  <a:srgbClr val="102033"/>
                </a:solidFill>
              </a:rPr>
              <a:t>原型系统</a:t>
            </a:r>
          </a:p>
        </p:txBody>
      </p:sp>
      <p:sp>
        <p:nvSpPr>
          <p:cNvPr id="12" name="">
            <a:extLst xmlns:a="http://schemas.openxmlformats.org/drawingml/2006/main">
              <a:ext uri="{FF2B5EF4-FFF2-40B4-BE49-F238E27FC236}">
                <a16:creationId xmlns:a16="http://schemas.microsoft.com/office/drawing/2014/main" id="{35C8896D-504F-4FC9-A3AF-9349BED04C3D}"/>
              </a:ext>
            </a:extLst>
          </p:cNvPr>
          <p:cNvSpPr>
            <a:spLocks xmlns:a="http://schemas.openxmlformats.org/drawingml/2006/main" noGrp="1"/>
          </p:cNvSpPr>
          <p:nvPr/>
        </p:nvSpPr>
        <p:spPr>
          <a:xfrm xmlns:a="http://schemas.openxmlformats.org/drawingml/2006/main">
            <a:off x="1485900" y="2019300"/>
            <a:ext cx="190500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63" b="0">
                <a:solidFill>
                  <a:srgbClr val="53657A"/>
                </a:solidFill>
              </a:defRPr>
            </a:pPr>
            <a:r>
              <a:rPr sz="863" b="0">
                <a:solidFill>
                  <a:srgbClr val="53657A"/>
                </a:solidFill>
              </a:rPr>
              <a:t>src/agentdns_routing/ + scripts/run_*</a:t>
            </a:r>
          </a:p>
        </p:txBody>
      </p:sp>
      <p:sp>
        <p:nvSpPr>
          <p:cNvPr id="13" name="">
            <a:extLst xmlns:a="http://schemas.openxmlformats.org/drawingml/2006/main">
              <a:ext uri="{FF2B5EF4-FFF2-40B4-BE49-F238E27FC236}">
                <a16:creationId xmlns:a16="http://schemas.microsoft.com/office/drawing/2014/main" id="{9F3CBA0E-41FB-43F9-BE4E-6C3042AB4732}"/>
              </a:ext>
            </a:extLst>
          </p:cNvPr>
          <p:cNvSpPr>
            <a:spLocks xmlns:a="http://schemas.openxmlformats.org/drawingml/2006/main" noGrp="1"/>
          </p:cNvSpPr>
          <p:nvPr/>
        </p:nvSpPr>
        <p:spPr>
          <a:xfrm xmlns:a="http://schemas.openxmlformats.org/drawingml/2006/main">
            <a:off x="4295775" y="1428750"/>
            <a:ext cx="3000375" cy="125730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11430">
            <a:solidFill>
              <a:srgbClr val="0E8A57"/>
            </a:solidFill>
          </a:ln>
        </p:spPr>
      </p:sp>
      <p:sp>
        <p:nvSpPr>
          <p:cNvPr id="14" name="">
            <a:extLst xmlns:a="http://schemas.openxmlformats.org/drawingml/2006/main">
              <a:ext uri="{FF2B5EF4-FFF2-40B4-BE49-F238E27FC236}">
                <a16:creationId xmlns:a16="http://schemas.microsoft.com/office/drawing/2014/main" id="{44489F48-BE04-4A7F-B3E3-49786ACB0F2B}"/>
              </a:ext>
            </a:extLst>
          </p:cNvPr>
          <p:cNvSpPr>
            <a:spLocks xmlns:a="http://schemas.openxmlformats.org/drawingml/2006/main" noGrp="1"/>
          </p:cNvSpPr>
          <p:nvPr/>
        </p:nvSpPr>
        <p:spPr>
          <a:xfrm xmlns:a="http://schemas.openxmlformats.org/drawingml/2006/main">
            <a:off x="4505325" y="1638300"/>
            <a:ext cx="4572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0E8A57"/>
                </a:solidFill>
              </a:defRPr>
            </a:pPr>
            <a:r>
              <a:rPr sz="1350" b="1">
                <a:solidFill>
                  <a:srgbClr val="0E8A57"/>
                </a:solidFill>
              </a:rPr>
              <a:t>02</a:t>
            </a:r>
          </a:p>
        </p:txBody>
      </p:sp>
      <p:sp>
        <p:nvSpPr>
          <p:cNvPr id="15" name="">
            <a:extLst xmlns:a="http://schemas.openxmlformats.org/drawingml/2006/main">
              <a:ext uri="{FF2B5EF4-FFF2-40B4-BE49-F238E27FC236}">
                <a16:creationId xmlns:a16="http://schemas.microsoft.com/office/drawing/2014/main" id="{3802D398-D6B7-405A-B650-E727A467DB2D}"/>
              </a:ext>
            </a:extLst>
          </p:cNvPr>
          <p:cNvSpPr>
            <a:spLocks xmlns:a="http://schemas.openxmlformats.org/drawingml/2006/main" noGrp="1"/>
          </p:cNvSpPr>
          <p:nvPr/>
        </p:nvSpPr>
        <p:spPr>
          <a:xfrm xmlns:a="http://schemas.openxmlformats.org/drawingml/2006/main">
            <a:off x="5057775" y="1657350"/>
            <a:ext cx="14287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2033"/>
                </a:solidFill>
              </a:defRPr>
            </a:pPr>
            <a:r>
              <a:rPr sz="1350" b="1">
                <a:solidFill>
                  <a:srgbClr val="102033"/>
                </a:solidFill>
              </a:rPr>
              <a:t>研究报告</a:t>
            </a:r>
          </a:p>
        </p:txBody>
      </p:sp>
      <p:sp>
        <p:nvSpPr>
          <p:cNvPr id="16" name="">
            <a:extLst xmlns:a="http://schemas.openxmlformats.org/drawingml/2006/main">
              <a:ext uri="{FF2B5EF4-FFF2-40B4-BE49-F238E27FC236}">
                <a16:creationId xmlns:a16="http://schemas.microsoft.com/office/drawing/2014/main" id="{014B36F4-EB0A-49E4-B735-F1429CDF5F5E}"/>
              </a:ext>
            </a:extLst>
          </p:cNvPr>
          <p:cNvSpPr>
            <a:spLocks xmlns:a="http://schemas.openxmlformats.org/drawingml/2006/main" noGrp="1"/>
          </p:cNvSpPr>
          <p:nvPr/>
        </p:nvSpPr>
        <p:spPr>
          <a:xfrm xmlns:a="http://schemas.openxmlformats.org/drawingml/2006/main">
            <a:off x="5057775" y="2019300"/>
            <a:ext cx="190500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63" b="0">
                <a:solidFill>
                  <a:srgbClr val="53657A"/>
                </a:solidFill>
              </a:defRPr>
            </a:pPr>
            <a:r>
              <a:rPr sz="863" b="0">
                <a:solidFill>
                  <a:srgbClr val="53657A"/>
                </a:solidFill>
              </a:rPr>
              <a:t>技术研究报告_20260406.md</a:t>
            </a:r>
          </a:p>
        </p:txBody>
      </p:sp>
      <p:sp>
        <p:nvSpPr>
          <p:cNvPr id="17" name="">
            <a:extLst xmlns:a="http://schemas.openxmlformats.org/drawingml/2006/main">
              <a:ext uri="{FF2B5EF4-FFF2-40B4-BE49-F238E27FC236}">
                <a16:creationId xmlns:a16="http://schemas.microsoft.com/office/drawing/2014/main" id="{F421521B-0F0C-4805-9B23-AC31116F4FCC}"/>
              </a:ext>
            </a:extLst>
          </p:cNvPr>
          <p:cNvSpPr>
            <a:spLocks xmlns:a="http://schemas.openxmlformats.org/drawingml/2006/main" noGrp="1"/>
          </p:cNvSpPr>
          <p:nvPr/>
        </p:nvSpPr>
        <p:spPr>
          <a:xfrm xmlns:a="http://schemas.openxmlformats.org/drawingml/2006/main">
            <a:off x="7867650" y="1428750"/>
            <a:ext cx="3000375" cy="125730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11430">
            <a:solidFill>
              <a:srgbClr val="E97132"/>
            </a:solidFill>
          </a:ln>
        </p:spPr>
      </p:sp>
      <p:sp>
        <p:nvSpPr>
          <p:cNvPr id="18" name="">
            <a:extLst xmlns:a="http://schemas.openxmlformats.org/drawingml/2006/main">
              <a:ext uri="{FF2B5EF4-FFF2-40B4-BE49-F238E27FC236}">
                <a16:creationId xmlns:a16="http://schemas.microsoft.com/office/drawing/2014/main" id="{F4B958B4-972F-40BE-BDF5-9A05989E99A4}"/>
              </a:ext>
            </a:extLst>
          </p:cNvPr>
          <p:cNvSpPr>
            <a:spLocks xmlns:a="http://schemas.openxmlformats.org/drawingml/2006/main" noGrp="1"/>
          </p:cNvSpPr>
          <p:nvPr/>
        </p:nvSpPr>
        <p:spPr>
          <a:xfrm xmlns:a="http://schemas.openxmlformats.org/drawingml/2006/main">
            <a:off x="8077200" y="1638300"/>
            <a:ext cx="4572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E97132"/>
                </a:solidFill>
              </a:defRPr>
            </a:pPr>
            <a:r>
              <a:rPr sz="1350" b="1">
                <a:solidFill>
                  <a:srgbClr val="E97132"/>
                </a:solidFill>
              </a:rPr>
              <a:t>03</a:t>
            </a:r>
          </a:p>
        </p:txBody>
      </p:sp>
      <p:sp>
        <p:nvSpPr>
          <p:cNvPr id="19" name="">
            <a:extLst xmlns:a="http://schemas.openxmlformats.org/drawingml/2006/main">
              <a:ext uri="{FF2B5EF4-FFF2-40B4-BE49-F238E27FC236}">
                <a16:creationId xmlns:a16="http://schemas.microsoft.com/office/drawing/2014/main" id="{F3981704-7271-4B91-9CCE-3A5B93CDFFE4}"/>
              </a:ext>
            </a:extLst>
          </p:cNvPr>
          <p:cNvSpPr>
            <a:spLocks xmlns:a="http://schemas.openxmlformats.org/drawingml/2006/main" noGrp="1"/>
          </p:cNvSpPr>
          <p:nvPr/>
        </p:nvSpPr>
        <p:spPr>
          <a:xfrm xmlns:a="http://schemas.openxmlformats.org/drawingml/2006/main">
            <a:off x="8629650" y="1657350"/>
            <a:ext cx="14287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2033"/>
                </a:solidFill>
              </a:defRPr>
            </a:pPr>
            <a:r>
              <a:rPr sz="1350" b="1">
                <a:solidFill>
                  <a:srgbClr val="102033"/>
                </a:solidFill>
              </a:rPr>
              <a:t>论文材料</a:t>
            </a:r>
          </a:p>
        </p:txBody>
      </p:sp>
      <p:sp>
        <p:nvSpPr>
          <p:cNvPr id="20" name="">
            <a:extLst xmlns:a="http://schemas.openxmlformats.org/drawingml/2006/main">
              <a:ext uri="{FF2B5EF4-FFF2-40B4-BE49-F238E27FC236}">
                <a16:creationId xmlns:a16="http://schemas.microsoft.com/office/drawing/2014/main" id="{4CC321F5-B735-4EFD-896D-094CAA52654A}"/>
              </a:ext>
            </a:extLst>
          </p:cNvPr>
          <p:cNvSpPr>
            <a:spLocks xmlns:a="http://schemas.openxmlformats.org/drawingml/2006/main" noGrp="1"/>
          </p:cNvSpPr>
          <p:nvPr/>
        </p:nvSpPr>
        <p:spPr>
          <a:xfrm xmlns:a="http://schemas.openxmlformats.org/drawingml/2006/main">
            <a:off x="8629650" y="2019300"/>
            <a:ext cx="190500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63" b="0">
                <a:solidFill>
                  <a:srgbClr val="53657A"/>
                </a:solidFill>
              </a:defRPr>
            </a:pPr>
            <a:r>
              <a:rPr sz="863" b="0">
                <a:solidFill>
                  <a:srgbClr val="53657A"/>
                </a:solidFill>
              </a:rPr>
              <a:t>gjtx_submission_20260413 / overleaf 技术报告</a:t>
            </a:r>
          </a:p>
        </p:txBody>
      </p:sp>
      <p:sp>
        <p:nvSpPr>
          <p:cNvPr id="21" name="">
            <a:extLst xmlns:a="http://schemas.openxmlformats.org/drawingml/2006/main">
              <a:ext uri="{FF2B5EF4-FFF2-40B4-BE49-F238E27FC236}">
                <a16:creationId xmlns:a16="http://schemas.microsoft.com/office/drawing/2014/main" id="{DD6787CE-C258-4460-9352-43B7737A0E01}"/>
              </a:ext>
            </a:extLst>
          </p:cNvPr>
          <p:cNvSpPr>
            <a:spLocks xmlns:a="http://schemas.openxmlformats.org/drawingml/2006/main" noGrp="1"/>
          </p:cNvSpPr>
          <p:nvPr/>
        </p:nvSpPr>
        <p:spPr>
          <a:xfrm xmlns:a="http://schemas.openxmlformats.org/drawingml/2006/main">
            <a:off x="723900" y="3171825"/>
            <a:ext cx="3000375" cy="125730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11430">
            <a:solidFill>
              <a:srgbClr val="6B49C8"/>
            </a:solidFill>
          </a:ln>
        </p:spPr>
      </p:sp>
      <p:sp>
        <p:nvSpPr>
          <p:cNvPr id="22" name="">
            <a:extLst xmlns:a="http://schemas.openxmlformats.org/drawingml/2006/main">
              <a:ext uri="{FF2B5EF4-FFF2-40B4-BE49-F238E27FC236}">
                <a16:creationId xmlns:a16="http://schemas.microsoft.com/office/drawing/2014/main" id="{8DCEB0FA-9687-4153-9EE3-452E6DA33AF0}"/>
              </a:ext>
            </a:extLst>
          </p:cNvPr>
          <p:cNvSpPr>
            <a:spLocks xmlns:a="http://schemas.openxmlformats.org/drawingml/2006/main" noGrp="1"/>
          </p:cNvSpPr>
          <p:nvPr/>
        </p:nvSpPr>
        <p:spPr>
          <a:xfrm xmlns:a="http://schemas.openxmlformats.org/drawingml/2006/main">
            <a:off x="933450" y="3381375"/>
            <a:ext cx="4572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6B49C8"/>
                </a:solidFill>
              </a:defRPr>
            </a:pPr>
            <a:r>
              <a:rPr sz="1350" b="1">
                <a:solidFill>
                  <a:srgbClr val="6B49C8"/>
                </a:solidFill>
              </a:rPr>
              <a:t>04</a:t>
            </a:r>
          </a:p>
        </p:txBody>
      </p:sp>
      <p:sp>
        <p:nvSpPr>
          <p:cNvPr id="23" name="">
            <a:extLst xmlns:a="http://schemas.openxmlformats.org/drawingml/2006/main">
              <a:ext uri="{FF2B5EF4-FFF2-40B4-BE49-F238E27FC236}">
                <a16:creationId xmlns:a16="http://schemas.microsoft.com/office/drawing/2014/main" id="{F315BF91-63E9-4ACA-9116-7911C80ECD9A}"/>
              </a:ext>
            </a:extLst>
          </p:cNvPr>
          <p:cNvSpPr>
            <a:spLocks xmlns:a="http://schemas.openxmlformats.org/drawingml/2006/main" noGrp="1"/>
          </p:cNvSpPr>
          <p:nvPr/>
        </p:nvSpPr>
        <p:spPr>
          <a:xfrm xmlns:a="http://schemas.openxmlformats.org/drawingml/2006/main">
            <a:off x="1485900" y="3400425"/>
            <a:ext cx="14287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2033"/>
                </a:solidFill>
              </a:defRPr>
            </a:pPr>
            <a:r>
              <a:rPr sz="1350" b="1">
                <a:solidFill>
                  <a:srgbClr val="102033"/>
                </a:solidFill>
              </a:rPr>
              <a:t>专利材料</a:t>
            </a:r>
          </a:p>
        </p:txBody>
      </p:sp>
      <p:sp>
        <p:nvSpPr>
          <p:cNvPr id="24" name="">
            <a:extLst xmlns:a="http://schemas.openxmlformats.org/drawingml/2006/main">
              <a:ext uri="{FF2B5EF4-FFF2-40B4-BE49-F238E27FC236}">
                <a16:creationId xmlns:a16="http://schemas.microsoft.com/office/drawing/2014/main" id="{19A4CE44-B187-4BF2-BE46-2A6228A8B2C7}"/>
              </a:ext>
            </a:extLst>
          </p:cNvPr>
          <p:cNvSpPr>
            <a:spLocks xmlns:a="http://schemas.openxmlformats.org/drawingml/2006/main" noGrp="1"/>
          </p:cNvSpPr>
          <p:nvPr/>
        </p:nvSpPr>
        <p:spPr>
          <a:xfrm xmlns:a="http://schemas.openxmlformats.org/drawingml/2006/main">
            <a:off x="1485900" y="3762375"/>
            <a:ext cx="190500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63" b="0">
                <a:solidFill>
                  <a:srgbClr val="53657A"/>
                </a:solidFill>
              </a:defRPr>
            </a:pPr>
            <a:r>
              <a:rPr sz="863" b="0">
                <a:solidFill>
                  <a:srgbClr val="53657A"/>
                </a:solidFill>
              </a:rPr>
              <a:t>技术交底书、权利要求书、说明书摘要和附图</a:t>
            </a:r>
          </a:p>
        </p:txBody>
      </p:sp>
      <p:sp>
        <p:nvSpPr>
          <p:cNvPr id="25" name="">
            <a:extLst xmlns:a="http://schemas.openxmlformats.org/drawingml/2006/main">
              <a:ext uri="{FF2B5EF4-FFF2-40B4-BE49-F238E27FC236}">
                <a16:creationId xmlns:a16="http://schemas.microsoft.com/office/drawing/2014/main" id="{39E9DB1F-FF66-4D07-9096-6D1244C30341}"/>
              </a:ext>
            </a:extLst>
          </p:cNvPr>
          <p:cNvSpPr>
            <a:spLocks xmlns:a="http://schemas.openxmlformats.org/drawingml/2006/main" noGrp="1"/>
          </p:cNvSpPr>
          <p:nvPr/>
        </p:nvSpPr>
        <p:spPr>
          <a:xfrm xmlns:a="http://schemas.openxmlformats.org/drawingml/2006/main">
            <a:off x="4295775" y="3171825"/>
            <a:ext cx="3000375" cy="125730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11430">
            <a:solidFill>
              <a:srgbClr val="1E83E6"/>
            </a:solidFill>
          </a:ln>
        </p:spPr>
      </p:sp>
      <p:sp>
        <p:nvSpPr>
          <p:cNvPr id="26" name="">
            <a:extLst xmlns:a="http://schemas.openxmlformats.org/drawingml/2006/main">
              <a:ext uri="{FF2B5EF4-FFF2-40B4-BE49-F238E27FC236}">
                <a16:creationId xmlns:a16="http://schemas.microsoft.com/office/drawing/2014/main" id="{08BB39F6-FBE5-4A77-93D5-1C7AE9866AB8}"/>
              </a:ext>
            </a:extLst>
          </p:cNvPr>
          <p:cNvSpPr>
            <a:spLocks xmlns:a="http://schemas.openxmlformats.org/drawingml/2006/main" noGrp="1"/>
          </p:cNvSpPr>
          <p:nvPr/>
        </p:nvSpPr>
        <p:spPr>
          <a:xfrm xmlns:a="http://schemas.openxmlformats.org/drawingml/2006/main">
            <a:off x="4505325" y="3381375"/>
            <a:ext cx="4572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E83E6"/>
                </a:solidFill>
              </a:defRPr>
            </a:pPr>
            <a:r>
              <a:rPr sz="1350" b="1">
                <a:solidFill>
                  <a:srgbClr val="1E83E6"/>
                </a:solidFill>
              </a:rPr>
              <a:t>05</a:t>
            </a:r>
          </a:p>
        </p:txBody>
      </p:sp>
      <p:sp>
        <p:nvSpPr>
          <p:cNvPr id="27" name="">
            <a:extLst xmlns:a="http://schemas.openxmlformats.org/drawingml/2006/main">
              <a:ext uri="{FF2B5EF4-FFF2-40B4-BE49-F238E27FC236}">
                <a16:creationId xmlns:a16="http://schemas.microsoft.com/office/drawing/2014/main" id="{F862B590-A3E0-4D30-BDEB-10A8E9473DCE}"/>
              </a:ext>
            </a:extLst>
          </p:cNvPr>
          <p:cNvSpPr>
            <a:spLocks xmlns:a="http://schemas.openxmlformats.org/drawingml/2006/main" noGrp="1"/>
          </p:cNvSpPr>
          <p:nvPr/>
        </p:nvSpPr>
        <p:spPr>
          <a:xfrm xmlns:a="http://schemas.openxmlformats.org/drawingml/2006/main">
            <a:off x="5057775" y="3400425"/>
            <a:ext cx="14287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2033"/>
                </a:solidFill>
              </a:defRPr>
            </a:pPr>
            <a:r>
              <a:rPr sz="1350" b="1">
                <a:solidFill>
                  <a:srgbClr val="102033"/>
                </a:solidFill>
              </a:rPr>
              <a:t>数据图表</a:t>
            </a:r>
          </a:p>
        </p:txBody>
      </p:sp>
      <p:sp>
        <p:nvSpPr>
          <p:cNvPr id="28" name="">
            <a:extLst xmlns:a="http://schemas.openxmlformats.org/drawingml/2006/main">
              <a:ext uri="{FF2B5EF4-FFF2-40B4-BE49-F238E27FC236}">
                <a16:creationId xmlns:a16="http://schemas.microsoft.com/office/drawing/2014/main" id="{5D4715ED-4551-4156-97DD-52BB844D4FDC}"/>
              </a:ext>
            </a:extLst>
          </p:cNvPr>
          <p:cNvSpPr>
            <a:spLocks xmlns:a="http://schemas.openxmlformats.org/drawingml/2006/main" noGrp="1"/>
          </p:cNvSpPr>
          <p:nvPr/>
        </p:nvSpPr>
        <p:spPr>
          <a:xfrm xmlns:a="http://schemas.openxmlformats.org/drawingml/2006/main">
            <a:off x="5057775" y="3762375"/>
            <a:ext cx="190500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63" b="0">
                <a:solidFill>
                  <a:srgbClr val="53657A"/>
                </a:solidFill>
              </a:defRPr>
            </a:pPr>
            <a:r>
              <a:rPr sz="863" b="0">
                <a:solidFill>
                  <a:srgbClr val="53657A"/>
                </a:solidFill>
              </a:rPr>
              <a:t>563 条样本、统一 train/test、回顾性实验图</a:t>
            </a:r>
          </a:p>
        </p:txBody>
      </p:sp>
      <p:sp>
        <p:nvSpPr>
          <p:cNvPr id="29" name="">
            <a:extLst xmlns:a="http://schemas.openxmlformats.org/drawingml/2006/main">
              <a:ext uri="{FF2B5EF4-FFF2-40B4-BE49-F238E27FC236}">
                <a16:creationId xmlns:a16="http://schemas.microsoft.com/office/drawing/2014/main" id="{62A6707B-0D9A-4C5E-96BF-E96656E7F339}"/>
              </a:ext>
            </a:extLst>
          </p:cNvPr>
          <p:cNvSpPr>
            <a:spLocks xmlns:a="http://schemas.openxmlformats.org/drawingml/2006/main" noGrp="1"/>
          </p:cNvSpPr>
          <p:nvPr/>
        </p:nvSpPr>
        <p:spPr>
          <a:xfrm xmlns:a="http://schemas.openxmlformats.org/drawingml/2006/main">
            <a:off x="7867650" y="3171825"/>
            <a:ext cx="3000375" cy="1257300"/>
          </a:xfrm>
          <a:prstGeom xmlns:a="http://schemas.openxmlformats.org/drawingml/2006/main" prst="roundRect">
            <a:avLst>
              <a:gd name="adj" fmla="val 11000"/>
            </a:avLst>
          </a:prstGeom>
          <a:solidFill xmlns:a="http://schemas.openxmlformats.org/drawingml/2006/main">
            <a:srgbClr val="FFFFFF"/>
          </a:solidFill>
          <a:ln xmlns:a="http://schemas.openxmlformats.org/drawingml/2006/main" w="11430">
            <a:solidFill>
              <a:srgbClr val="B93232"/>
            </a:solidFill>
          </a:ln>
        </p:spPr>
      </p:sp>
      <p:sp>
        <p:nvSpPr>
          <p:cNvPr id="30" name="">
            <a:extLst xmlns:a="http://schemas.openxmlformats.org/drawingml/2006/main">
              <a:ext uri="{FF2B5EF4-FFF2-40B4-BE49-F238E27FC236}">
                <a16:creationId xmlns:a16="http://schemas.microsoft.com/office/drawing/2014/main" id="{23499A04-88B8-4062-A135-CA75EC5A9F54}"/>
              </a:ext>
            </a:extLst>
          </p:cNvPr>
          <p:cNvSpPr>
            <a:spLocks xmlns:a="http://schemas.openxmlformats.org/drawingml/2006/main" noGrp="1"/>
          </p:cNvSpPr>
          <p:nvPr/>
        </p:nvSpPr>
        <p:spPr>
          <a:xfrm xmlns:a="http://schemas.openxmlformats.org/drawingml/2006/main">
            <a:off x="8077200" y="3381375"/>
            <a:ext cx="4572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B93232"/>
                </a:solidFill>
              </a:defRPr>
            </a:pPr>
            <a:r>
              <a:rPr sz="1350" b="1">
                <a:solidFill>
                  <a:srgbClr val="B93232"/>
                </a:solidFill>
              </a:rPr>
              <a:t>06</a:t>
            </a:r>
          </a:p>
        </p:txBody>
      </p:sp>
      <p:sp>
        <p:nvSpPr>
          <p:cNvPr id="31" name="">
            <a:extLst xmlns:a="http://schemas.openxmlformats.org/drawingml/2006/main">
              <a:ext uri="{FF2B5EF4-FFF2-40B4-BE49-F238E27FC236}">
                <a16:creationId xmlns:a16="http://schemas.microsoft.com/office/drawing/2014/main" id="{6915B498-6B5E-457A-960E-F8FECC90B566}"/>
              </a:ext>
            </a:extLst>
          </p:cNvPr>
          <p:cNvSpPr>
            <a:spLocks xmlns:a="http://schemas.openxmlformats.org/drawingml/2006/main" noGrp="1"/>
          </p:cNvSpPr>
          <p:nvPr/>
        </p:nvSpPr>
        <p:spPr>
          <a:xfrm xmlns:a="http://schemas.openxmlformats.org/drawingml/2006/main">
            <a:off x="8629650" y="3400425"/>
            <a:ext cx="14287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2033"/>
                </a:solidFill>
              </a:defRPr>
            </a:pPr>
            <a:r>
              <a:rPr sz="1350" b="1">
                <a:solidFill>
                  <a:srgbClr val="102033"/>
                </a:solidFill>
              </a:rPr>
              <a:t>验收材料</a:t>
            </a:r>
          </a:p>
        </p:txBody>
      </p:sp>
      <p:sp>
        <p:nvSpPr>
          <p:cNvPr id="32" name="">
            <a:extLst xmlns:a="http://schemas.openxmlformats.org/drawingml/2006/main">
              <a:ext uri="{FF2B5EF4-FFF2-40B4-BE49-F238E27FC236}">
                <a16:creationId xmlns:a16="http://schemas.microsoft.com/office/drawing/2014/main" id="{7DC2BEF6-9C30-47AD-A9AA-DB62A20C056C}"/>
              </a:ext>
            </a:extLst>
          </p:cNvPr>
          <p:cNvSpPr>
            <a:spLocks xmlns:a="http://schemas.openxmlformats.org/drawingml/2006/main" noGrp="1"/>
          </p:cNvSpPr>
          <p:nvPr/>
        </p:nvSpPr>
        <p:spPr>
          <a:xfrm xmlns:a="http://schemas.openxmlformats.org/drawingml/2006/main">
            <a:off x="8629650" y="3762375"/>
            <a:ext cx="190500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63" b="0">
                <a:solidFill>
                  <a:srgbClr val="53657A"/>
                </a:solidFill>
              </a:defRPr>
            </a:pPr>
            <a:r>
              <a:rPr sz="863" b="0">
                <a:solidFill>
                  <a:srgbClr val="53657A"/>
                </a:solidFill>
              </a:rPr>
              <a:t>自立科研项目验收报告_填写版_20260426.md</a:t>
            </a:r>
          </a:p>
        </p:txBody>
      </p:sp>
      <p:sp>
        <p:nvSpPr>
          <p:cNvPr id="33" name="">
            <a:extLst xmlns:a="http://schemas.openxmlformats.org/drawingml/2006/main">
              <a:ext uri="{FF2B5EF4-FFF2-40B4-BE49-F238E27FC236}">
                <a16:creationId xmlns:a16="http://schemas.microsoft.com/office/drawing/2014/main" id="{A21EDCB9-A452-470C-886D-08E51822AC70}"/>
              </a:ext>
            </a:extLst>
          </p:cNvPr>
          <p:cNvSpPr>
            <a:spLocks xmlns:a="http://schemas.openxmlformats.org/drawingml/2006/main" noGrp="1"/>
          </p:cNvSpPr>
          <p:nvPr/>
        </p:nvSpPr>
        <p:spPr>
          <a:xfrm xmlns:a="http://schemas.openxmlformats.org/drawingml/2006/main">
            <a:off x="838200" y="5276850"/>
            <a:ext cx="9810750" cy="552450"/>
          </a:xfrm>
          <a:prstGeom xmlns:a="http://schemas.openxmlformats.org/drawingml/2006/main" prst="roundRect">
            <a:avLst>
              <a:gd name="adj" fmla="val 11000"/>
            </a:avLst>
          </a:prstGeom>
          <a:solidFill xmlns:a="http://schemas.openxmlformats.org/drawingml/2006/main">
            <a:srgbClr val="F2F7FF"/>
          </a:solidFill>
          <a:ln xmlns:a="http://schemas.openxmlformats.org/drawingml/2006/main" w="9525">
            <a:solidFill>
              <a:srgbClr val="C9DDF3"/>
            </a:solidFill>
          </a:ln>
        </p:spPr>
      </p:sp>
      <p:sp>
        <p:nvSpPr>
          <p:cNvPr id="34" name="">
            <a:extLst xmlns:a="http://schemas.openxmlformats.org/drawingml/2006/main">
              <a:ext uri="{FF2B5EF4-FFF2-40B4-BE49-F238E27FC236}">
                <a16:creationId xmlns:a16="http://schemas.microsoft.com/office/drawing/2014/main" id="{C951602B-1218-4782-824D-3ED6A64B4B7B}"/>
              </a:ext>
            </a:extLst>
          </p:cNvPr>
          <p:cNvSpPr>
            <a:spLocks xmlns:a="http://schemas.openxmlformats.org/drawingml/2006/main" noGrp="1"/>
          </p:cNvSpPr>
          <p:nvPr/>
        </p:nvSpPr>
        <p:spPr>
          <a:xfrm xmlns:a="http://schemas.openxmlformats.org/drawingml/2006/main">
            <a:off x="1123950" y="5457825"/>
            <a:ext cx="120015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0B63CE"/>
                </a:solidFill>
              </a:defRPr>
            </a:pPr>
            <a:r>
              <a:rPr sz="1200" b="1">
                <a:solidFill>
                  <a:srgbClr val="0B63CE"/>
                </a:solidFill>
              </a:rPr>
              <a:t>验收提交建议</a:t>
            </a:r>
          </a:p>
        </p:txBody>
      </p:sp>
      <p:sp>
        <p:nvSpPr>
          <p:cNvPr id="35" name="">
            <a:extLst xmlns:a="http://schemas.openxmlformats.org/drawingml/2006/main">
              <a:ext uri="{FF2B5EF4-FFF2-40B4-BE49-F238E27FC236}">
                <a16:creationId xmlns:a16="http://schemas.microsoft.com/office/drawing/2014/main" id="{17E24EB9-B6EF-4F7B-9CDE-32EA54A240C7}"/>
              </a:ext>
            </a:extLst>
          </p:cNvPr>
          <p:cNvSpPr>
            <a:spLocks xmlns:a="http://schemas.openxmlformats.org/drawingml/2006/main" noGrp="1"/>
          </p:cNvSpPr>
          <p:nvPr/>
        </p:nvSpPr>
        <p:spPr>
          <a:xfrm xmlns:a="http://schemas.openxmlformats.org/drawingml/2006/main">
            <a:off x="2343150" y="5467350"/>
            <a:ext cx="7810500"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102033"/>
                </a:solidFill>
              </a:defRPr>
            </a:pPr>
            <a:r>
              <a:rPr sz="938" b="0">
                <a:solidFill>
                  <a:srgbClr val="102033"/>
                </a:solidFill>
              </a:rPr>
              <a:t>汇报 PPT、研究报告/论文稿、专利材料、原型与演示、实验与复现、附录数据说明可以按目录打包，便于评审快速定位证据。</a:t>
            </a:r>
          </a:p>
        </p:txBody>
      </p:sp>
      <p:sp>
        <p:nvSpPr>
          <p:cNvPr id="36" name="">
            <a:extLst xmlns:a="http://schemas.openxmlformats.org/drawingml/2006/main">
              <a:ext uri="{FF2B5EF4-FFF2-40B4-BE49-F238E27FC236}">
                <a16:creationId xmlns:a16="http://schemas.microsoft.com/office/drawing/2014/main" id="{79C3B42D-A37D-4160-8058-ED29B83256DD}"/>
              </a:ext>
            </a:extLst>
          </p:cNvPr>
          <p:cNvSpPr>
            <a:spLocks xmlns:a="http://schemas.openxmlformats.org/drawingml/2006/main" noGrp="1"/>
          </p:cNvSpPr>
          <p:nvPr/>
        </p:nvSpPr>
        <p:spPr>
          <a:xfrm xmlns:a="http://schemas.openxmlformats.org/drawingml/2006/main">
            <a:off x="476250" y="6457950"/>
            <a:ext cx="8572500" cy="9525"/>
          </a:xfrm>
          <a:prstGeom xmlns:a="http://schemas.openxmlformats.org/drawingml/2006/main" prst="rect">
            <a:avLst/>
          </a:prstGeom>
          <a:solidFill xmlns:a="http://schemas.openxmlformats.org/drawingml/2006/main">
            <a:srgbClr val="E4EDF8"/>
          </a:solidFill>
          <a:ln xmlns:a="http://schemas.openxmlformats.org/drawingml/2006/main" w="0">
            <a:solidFill>
              <a:srgbClr val="E4EDF8"/>
            </a:solidFill>
          </a:ln>
        </p:spPr>
      </p:sp>
      <p:sp>
        <p:nvSpPr>
          <p:cNvPr id="37" name="">
            <a:extLst xmlns:a="http://schemas.openxmlformats.org/drawingml/2006/main">
              <a:ext uri="{FF2B5EF4-FFF2-40B4-BE49-F238E27FC236}">
                <a16:creationId xmlns:a16="http://schemas.microsoft.com/office/drawing/2014/main" id="{DAC0136E-BA1C-45E4-8E6A-C052A60B6191}"/>
              </a:ext>
            </a:extLst>
          </p:cNvPr>
          <p:cNvSpPr>
            <a:spLocks xmlns:a="http://schemas.openxmlformats.org/drawingml/2006/main" noGrp="1"/>
          </p:cNvSpPr>
          <p:nvPr/>
        </p:nvSpPr>
        <p:spPr>
          <a:xfrm xmlns:a="http://schemas.openxmlformats.org/drawingml/2006/main">
            <a:off x="476250" y="6553200"/>
            <a:ext cx="5905500" cy="1333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675" b="0">
                <a:solidFill>
                  <a:srgbClr val="8394A8"/>
                </a:solidFill>
              </a:defRPr>
            </a:pPr>
            <a:r>
              <a:rPr sz="675" b="0">
                <a:solidFill>
                  <a:srgbClr val="8394A8"/>
                </a:solidFill>
              </a:rPr>
              <a:t>面向互联网基础资源的大模型多智能体协作与可信认知标识技术研究</a:t>
            </a:r>
          </a:p>
        </p:txBody>
      </p:sp>
      <p:sp>
        <p:nvSpPr>
          <p:cNvPr id="38" name="">
            <a:extLst xmlns:a="http://schemas.openxmlformats.org/drawingml/2006/main">
              <a:ext uri="{FF2B5EF4-FFF2-40B4-BE49-F238E27FC236}">
                <a16:creationId xmlns:a16="http://schemas.microsoft.com/office/drawing/2014/main" id="{40B6AC16-D4B1-4B67-AB50-B06F2686BC11}"/>
              </a:ext>
            </a:extLst>
          </p:cNvPr>
          <p:cNvSpPr>
            <a:spLocks xmlns:a="http://schemas.openxmlformats.org/drawingml/2006/main" noGrp="1"/>
          </p:cNvSpPr>
          <p:nvPr/>
        </p:nvSpPr>
        <p:spPr>
          <a:xfrm xmlns:a="http://schemas.openxmlformats.org/drawingml/2006/main">
            <a:off x="11382375" y="6515100"/>
            <a:ext cx="32385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0">
                <a:solidFill>
                  <a:srgbClr val="8394A8"/>
                </a:solidFill>
              </a:defRPr>
            </a:pPr>
            <a:r>
              <a:rPr sz="750" b="0">
                <a:solidFill>
                  <a:srgbClr val="8394A8"/>
                </a:solidFill>
              </a:rPr>
              <a:t>14</a:t>
            </a:r>
          </a:p>
        </p:txBody>
      </p:sp>
    </p:spTree>
    <p:extLst>
      <p:ext uri="{BB962C8B-B14F-4D97-AF65-F5344CB8AC3E}">
        <p14:creationId xmlns:p14="http://schemas.microsoft.com/office/powerpoint/2010/main" val="2044259628"/>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6a09f27287ef4a6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5E21634-1576-4BF2-94C8-787E6FC70541}"/>
              </a:ext>
            </a:extLst>
          </p:cNvPr>
          <p:cNvSpPr>
            <a:spLocks xmlns:a="http://schemas.openxmlformats.org/drawingml/2006/main" noGrp="1"/>
          </p:cNvSpPr>
          <p:nvPr/>
        </p:nvSpPr>
        <p:spPr>
          <a:xfrm xmlns:a="http://schemas.openxmlformats.org/drawingml/2006/main">
            <a:off x="10782300" y="276225"/>
            <a:ext cx="9144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00" b="1">
                <a:solidFill>
                  <a:srgbClr val="FFFFFF"/>
                </a:solidFill>
              </a:defRPr>
            </a:pPr>
            <a:r>
              <a:rPr sz="1800" b="1">
                <a:solidFill>
                  <a:srgbClr val="FFFFFF"/>
                </a:solidFill>
              </a:rPr>
              <a:t>CNNIC</a:t>
            </a:r>
          </a:p>
        </p:txBody>
      </p:sp>
      <p:sp>
        <p:nvSpPr>
          <p:cNvPr id="3" name="">
            <a:extLst xmlns:a="http://schemas.openxmlformats.org/drawingml/2006/main">
              <a:ext uri="{FF2B5EF4-FFF2-40B4-BE49-F238E27FC236}">
                <a16:creationId xmlns:a16="http://schemas.microsoft.com/office/drawing/2014/main" id="{FAC0C0FE-D47D-493C-87EB-B1A4AE54FDE3}"/>
              </a:ext>
            </a:extLst>
          </p:cNvPr>
          <p:cNvSpPr>
            <a:spLocks xmlns:a="http://schemas.openxmlformats.org/drawingml/2006/main" noGrp="1"/>
          </p:cNvSpPr>
          <p:nvPr/>
        </p:nvSpPr>
        <p:spPr>
          <a:xfrm xmlns:a="http://schemas.openxmlformats.org/drawingml/2006/main">
            <a:off x="9906000" y="533400"/>
            <a:ext cx="1790700" cy="171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88" b="0">
                <a:solidFill>
                  <a:srgbClr val="D7E8FF"/>
                </a:solidFill>
              </a:defRPr>
            </a:pPr>
            <a:r>
              <a:rPr sz="788" b="0">
                <a:solidFill>
                  <a:srgbClr val="D7E8FF"/>
                </a:solidFill>
              </a:rPr>
              <a:t>中国互联网络信息中心</a:t>
            </a:r>
          </a:p>
        </p:txBody>
      </p:sp>
      <p:sp>
        <p:nvSpPr>
          <p:cNvPr id="4" name="">
            <a:extLst xmlns:a="http://schemas.openxmlformats.org/drawingml/2006/main">
              <a:ext uri="{FF2B5EF4-FFF2-40B4-BE49-F238E27FC236}">
                <a16:creationId xmlns:a16="http://schemas.microsoft.com/office/drawing/2014/main" id="{BFB474DC-17B4-4419-AFE5-D92CABA96705}"/>
              </a:ext>
            </a:extLst>
          </p:cNvPr>
          <p:cNvSpPr>
            <a:spLocks xmlns:a="http://schemas.openxmlformats.org/drawingml/2006/main" noGrp="1"/>
          </p:cNvSpPr>
          <p:nvPr/>
        </p:nvSpPr>
        <p:spPr>
          <a:xfrm xmlns:a="http://schemas.openxmlformats.org/drawingml/2006/main">
            <a:off x="723900" y="914400"/>
            <a:ext cx="3619500" cy="4381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FFFFFF"/>
                </a:solidFill>
              </a:defRPr>
            </a:pPr>
            <a:r>
              <a:rPr sz="2625" b="1">
                <a:solidFill>
                  <a:srgbClr val="FFFFFF"/>
                </a:solidFill>
              </a:rPr>
              <a:t>总结与下一步</a:t>
            </a:r>
          </a:p>
        </p:txBody>
      </p:sp>
      <p:sp>
        <p:nvSpPr>
          <p:cNvPr id="5" name="">
            <a:extLst xmlns:a="http://schemas.openxmlformats.org/drawingml/2006/main">
              <a:ext uri="{FF2B5EF4-FFF2-40B4-BE49-F238E27FC236}">
                <a16:creationId xmlns:a16="http://schemas.microsoft.com/office/drawing/2014/main" id="{D73B4C1A-11B8-400E-BBE3-C575222AAD53}"/>
              </a:ext>
            </a:extLst>
          </p:cNvPr>
          <p:cNvSpPr>
            <a:spLocks xmlns:a="http://schemas.openxmlformats.org/drawingml/2006/main" noGrp="1"/>
          </p:cNvSpPr>
          <p:nvPr/>
        </p:nvSpPr>
        <p:spPr>
          <a:xfrm xmlns:a="http://schemas.openxmlformats.org/drawingml/2006/main">
            <a:off x="742950" y="1504950"/>
            <a:ext cx="1428750" cy="38100"/>
          </a:xfrm>
          <a:prstGeom xmlns:a="http://schemas.openxmlformats.org/drawingml/2006/main" prst="rect">
            <a:avLst/>
          </a:prstGeom>
          <a:solidFill xmlns:a="http://schemas.openxmlformats.org/drawingml/2006/main">
            <a:srgbClr val="27B4FF"/>
          </a:solidFill>
          <a:ln xmlns:a="http://schemas.openxmlformats.org/drawingml/2006/main" w="0">
            <a:solidFill>
              <a:srgbClr val="27B4FF"/>
            </a:solidFill>
          </a:ln>
        </p:spPr>
      </p:sp>
      <p:sp>
        <p:nvSpPr>
          <p:cNvPr id="6" name="">
            <a:extLst xmlns:a="http://schemas.openxmlformats.org/drawingml/2006/main">
              <a:ext uri="{FF2B5EF4-FFF2-40B4-BE49-F238E27FC236}">
                <a16:creationId xmlns:a16="http://schemas.microsoft.com/office/drawing/2014/main" id="{0CF9998A-2F0C-4EF7-AD94-4C2F97F360E0}"/>
              </a:ext>
            </a:extLst>
          </p:cNvPr>
          <p:cNvSpPr>
            <a:spLocks xmlns:a="http://schemas.openxmlformats.org/drawingml/2006/main" noGrp="1"/>
          </p:cNvSpPr>
          <p:nvPr/>
        </p:nvSpPr>
        <p:spPr>
          <a:xfrm xmlns:a="http://schemas.openxmlformats.org/drawingml/2006/main">
            <a:off x="885825" y="2133600"/>
            <a:ext cx="342900" cy="342900"/>
          </a:xfrm>
          <a:prstGeom xmlns:a="http://schemas.openxmlformats.org/drawingml/2006/main" prst="ellipse">
            <a:avLst/>
          </a:prstGeom>
          <a:solidFill xmlns:a="http://schemas.openxmlformats.org/drawingml/2006/main">
            <a:srgbClr val="27B4FF"/>
          </a:solidFill>
          <a:ln xmlns:a="http://schemas.openxmlformats.org/drawingml/2006/main" w="0">
            <a:solidFill>
              <a:srgbClr val="27B4FF"/>
            </a:solidFill>
          </a:ln>
        </p:spPr>
      </p:sp>
      <p:sp>
        <p:nvSpPr>
          <p:cNvPr id="7" name="">
            <a:extLst xmlns:a="http://schemas.openxmlformats.org/drawingml/2006/main">
              <a:ext uri="{FF2B5EF4-FFF2-40B4-BE49-F238E27FC236}">
                <a16:creationId xmlns:a16="http://schemas.microsoft.com/office/drawing/2014/main" id="{EAD82146-FBAC-4DEA-BCCE-87EDC14435ED}"/>
              </a:ext>
            </a:extLst>
          </p:cNvPr>
          <p:cNvSpPr>
            <a:spLocks xmlns:a="http://schemas.openxmlformats.org/drawingml/2006/main" noGrp="1"/>
          </p:cNvSpPr>
          <p:nvPr/>
        </p:nvSpPr>
        <p:spPr>
          <a:xfrm xmlns:a="http://schemas.openxmlformats.org/drawingml/2006/main">
            <a:off x="933450" y="2190750"/>
            <a:ext cx="2476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071A45"/>
                </a:solidFill>
              </a:defRPr>
            </a:pPr>
            <a:r>
              <a:rPr sz="1050" b="1">
                <a:solidFill>
                  <a:srgbClr val="071A45"/>
                </a:solidFill>
              </a:rPr>
              <a:t>1</a:t>
            </a:r>
          </a:p>
        </p:txBody>
      </p:sp>
      <p:sp>
        <p:nvSpPr>
          <p:cNvPr id="8" name="">
            <a:extLst xmlns:a="http://schemas.openxmlformats.org/drawingml/2006/main">
              <a:ext uri="{FF2B5EF4-FFF2-40B4-BE49-F238E27FC236}">
                <a16:creationId xmlns:a16="http://schemas.microsoft.com/office/drawing/2014/main" id="{145BE1BD-4915-4E76-B7CE-A379E574B12F}"/>
              </a:ext>
            </a:extLst>
          </p:cNvPr>
          <p:cNvSpPr>
            <a:spLocks xmlns:a="http://schemas.openxmlformats.org/drawingml/2006/main" noGrp="1"/>
          </p:cNvSpPr>
          <p:nvPr/>
        </p:nvSpPr>
        <p:spPr>
          <a:xfrm xmlns:a="http://schemas.openxmlformats.org/drawingml/2006/main">
            <a:off x="1466850" y="2171700"/>
            <a:ext cx="276225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FFFFFF"/>
                </a:solidFill>
              </a:defRPr>
            </a:pPr>
            <a:r>
              <a:rPr sz="1575" b="1">
                <a:solidFill>
                  <a:srgbClr val="FFFFFF"/>
                </a:solidFill>
              </a:rPr>
              <a:t>完成任务书指标</a:t>
            </a:r>
          </a:p>
        </p:txBody>
      </p:sp>
      <p:sp>
        <p:nvSpPr>
          <p:cNvPr id="9" name="">
            <a:extLst xmlns:a="http://schemas.openxmlformats.org/drawingml/2006/main">
              <a:ext uri="{FF2B5EF4-FFF2-40B4-BE49-F238E27FC236}">
                <a16:creationId xmlns:a16="http://schemas.microsoft.com/office/drawing/2014/main" id="{0E7879EF-3DB5-40FA-8263-3FAFD93A5CD9}"/>
              </a:ext>
            </a:extLst>
          </p:cNvPr>
          <p:cNvSpPr>
            <a:spLocks xmlns:a="http://schemas.openxmlformats.org/drawingml/2006/main" noGrp="1"/>
          </p:cNvSpPr>
          <p:nvPr/>
        </p:nvSpPr>
        <p:spPr>
          <a:xfrm xmlns:a="http://schemas.openxmlformats.org/drawingml/2006/main">
            <a:off x="1466850" y="2533650"/>
            <a:ext cx="61912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D4E8FF"/>
                </a:solidFill>
              </a:defRPr>
            </a:pPr>
            <a:r>
              <a:rPr sz="1050" b="0">
                <a:solidFill>
                  <a:srgbClr val="D4E8FF"/>
                </a:solidFill>
              </a:rPr>
              <a:t>形成原型框架、研究报告/论文材料、专利文本、展示与验收支撑材料。</a:t>
            </a:r>
          </a:p>
        </p:txBody>
      </p:sp>
      <p:sp>
        <p:nvSpPr>
          <p:cNvPr id="10" name="">
            <a:extLst xmlns:a="http://schemas.openxmlformats.org/drawingml/2006/main">
              <a:ext uri="{FF2B5EF4-FFF2-40B4-BE49-F238E27FC236}">
                <a16:creationId xmlns:a16="http://schemas.microsoft.com/office/drawing/2014/main" id="{641232D8-8E0B-4F78-8BB2-7E6EC3B9D648}"/>
              </a:ext>
            </a:extLst>
          </p:cNvPr>
          <p:cNvSpPr>
            <a:spLocks xmlns:a="http://schemas.openxmlformats.org/drawingml/2006/main" noGrp="1"/>
          </p:cNvSpPr>
          <p:nvPr/>
        </p:nvSpPr>
        <p:spPr>
          <a:xfrm xmlns:a="http://schemas.openxmlformats.org/drawingml/2006/main">
            <a:off x="885825" y="3181350"/>
            <a:ext cx="342900" cy="342900"/>
          </a:xfrm>
          <a:prstGeom xmlns:a="http://schemas.openxmlformats.org/drawingml/2006/main" prst="ellipse">
            <a:avLst/>
          </a:prstGeom>
          <a:solidFill xmlns:a="http://schemas.openxmlformats.org/drawingml/2006/main">
            <a:srgbClr val="F4B000"/>
          </a:solidFill>
          <a:ln xmlns:a="http://schemas.openxmlformats.org/drawingml/2006/main" w="0">
            <a:solidFill>
              <a:srgbClr val="F4B000"/>
            </a:solidFill>
          </a:ln>
        </p:spPr>
      </p:sp>
      <p:sp>
        <p:nvSpPr>
          <p:cNvPr id="11" name="">
            <a:extLst xmlns:a="http://schemas.openxmlformats.org/drawingml/2006/main">
              <a:ext uri="{FF2B5EF4-FFF2-40B4-BE49-F238E27FC236}">
                <a16:creationId xmlns:a16="http://schemas.microsoft.com/office/drawing/2014/main" id="{BB52C216-207E-4A12-945D-274C06CB2B47}"/>
              </a:ext>
            </a:extLst>
          </p:cNvPr>
          <p:cNvSpPr>
            <a:spLocks xmlns:a="http://schemas.openxmlformats.org/drawingml/2006/main" noGrp="1"/>
          </p:cNvSpPr>
          <p:nvPr/>
        </p:nvSpPr>
        <p:spPr>
          <a:xfrm xmlns:a="http://schemas.openxmlformats.org/drawingml/2006/main">
            <a:off x="933450" y="3238500"/>
            <a:ext cx="2476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071A45"/>
                </a:solidFill>
              </a:defRPr>
            </a:pPr>
            <a:r>
              <a:rPr sz="1050" b="1">
                <a:solidFill>
                  <a:srgbClr val="071A45"/>
                </a:solidFill>
              </a:rPr>
              <a:t>2</a:t>
            </a:r>
          </a:p>
        </p:txBody>
      </p:sp>
      <p:sp>
        <p:nvSpPr>
          <p:cNvPr id="12" name="">
            <a:extLst xmlns:a="http://schemas.openxmlformats.org/drawingml/2006/main">
              <a:ext uri="{FF2B5EF4-FFF2-40B4-BE49-F238E27FC236}">
                <a16:creationId xmlns:a16="http://schemas.microsoft.com/office/drawing/2014/main" id="{A551E136-CDE1-4901-B8A2-381A1841647D}"/>
              </a:ext>
            </a:extLst>
          </p:cNvPr>
          <p:cNvSpPr>
            <a:spLocks xmlns:a="http://schemas.openxmlformats.org/drawingml/2006/main" noGrp="1"/>
          </p:cNvSpPr>
          <p:nvPr/>
        </p:nvSpPr>
        <p:spPr>
          <a:xfrm xmlns:a="http://schemas.openxmlformats.org/drawingml/2006/main">
            <a:off x="1466850" y="3219450"/>
            <a:ext cx="276225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FFFFFF"/>
                </a:solidFill>
              </a:defRPr>
            </a:pPr>
            <a:r>
              <a:rPr sz="1575" b="1">
                <a:solidFill>
                  <a:srgbClr val="FFFFFF"/>
                </a:solidFill>
              </a:rPr>
              <a:t>形成可复盘技术链条</a:t>
            </a:r>
          </a:p>
        </p:txBody>
      </p:sp>
      <p:sp>
        <p:nvSpPr>
          <p:cNvPr id="13" name="">
            <a:extLst xmlns:a="http://schemas.openxmlformats.org/drawingml/2006/main">
              <a:ext uri="{FF2B5EF4-FFF2-40B4-BE49-F238E27FC236}">
                <a16:creationId xmlns:a16="http://schemas.microsoft.com/office/drawing/2014/main" id="{E6518FF2-35F4-428B-B5FD-A7B9F8F085CC}"/>
              </a:ext>
            </a:extLst>
          </p:cNvPr>
          <p:cNvSpPr>
            <a:spLocks xmlns:a="http://schemas.openxmlformats.org/drawingml/2006/main" noGrp="1"/>
          </p:cNvSpPr>
          <p:nvPr/>
        </p:nvSpPr>
        <p:spPr>
          <a:xfrm xmlns:a="http://schemas.openxmlformats.org/drawingml/2006/main">
            <a:off x="1466850" y="3581400"/>
            <a:ext cx="61912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D4E8FF"/>
                </a:solidFill>
              </a:defRPr>
            </a:pPr>
            <a:r>
              <a:rPr sz="1050" b="0">
                <a:solidFill>
                  <a:srgbClr val="D4E8FF"/>
                </a:solidFill>
              </a:rPr>
              <a:t>能力命名空间、结构化语义路由、职责化复核和可信过程记录已经闭环。</a:t>
            </a:r>
          </a:p>
        </p:txBody>
      </p:sp>
      <p:sp>
        <p:nvSpPr>
          <p:cNvPr id="14" name="">
            <a:extLst xmlns:a="http://schemas.openxmlformats.org/drawingml/2006/main">
              <a:ext uri="{FF2B5EF4-FFF2-40B4-BE49-F238E27FC236}">
                <a16:creationId xmlns:a16="http://schemas.microsoft.com/office/drawing/2014/main" id="{A882FEC0-5893-4F46-83E4-812F64991AF0}"/>
              </a:ext>
            </a:extLst>
          </p:cNvPr>
          <p:cNvSpPr>
            <a:spLocks xmlns:a="http://schemas.openxmlformats.org/drawingml/2006/main" noGrp="1"/>
          </p:cNvSpPr>
          <p:nvPr/>
        </p:nvSpPr>
        <p:spPr>
          <a:xfrm xmlns:a="http://schemas.openxmlformats.org/drawingml/2006/main">
            <a:off x="885825" y="4229100"/>
            <a:ext cx="342900" cy="342900"/>
          </a:xfrm>
          <a:prstGeom xmlns:a="http://schemas.openxmlformats.org/drawingml/2006/main" prst="ellipse">
            <a:avLst/>
          </a:prstGeom>
          <a:solidFill xmlns:a="http://schemas.openxmlformats.org/drawingml/2006/main">
            <a:srgbClr val="0E8A57"/>
          </a:solidFill>
          <a:ln xmlns:a="http://schemas.openxmlformats.org/drawingml/2006/main" w="0">
            <a:solidFill>
              <a:srgbClr val="0E8A57"/>
            </a:solidFill>
          </a:ln>
        </p:spPr>
      </p:sp>
      <p:sp>
        <p:nvSpPr>
          <p:cNvPr id="15" name="">
            <a:extLst xmlns:a="http://schemas.openxmlformats.org/drawingml/2006/main">
              <a:ext uri="{FF2B5EF4-FFF2-40B4-BE49-F238E27FC236}">
                <a16:creationId xmlns:a16="http://schemas.microsoft.com/office/drawing/2014/main" id="{1DEDDA9A-BDF2-4CA6-8713-2C2D42423F12}"/>
              </a:ext>
            </a:extLst>
          </p:cNvPr>
          <p:cNvSpPr>
            <a:spLocks xmlns:a="http://schemas.openxmlformats.org/drawingml/2006/main" noGrp="1"/>
          </p:cNvSpPr>
          <p:nvPr/>
        </p:nvSpPr>
        <p:spPr>
          <a:xfrm xmlns:a="http://schemas.openxmlformats.org/drawingml/2006/main">
            <a:off x="933450" y="4286250"/>
            <a:ext cx="2476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071A45"/>
                </a:solidFill>
              </a:defRPr>
            </a:pPr>
            <a:r>
              <a:rPr sz="1050" b="1">
                <a:solidFill>
                  <a:srgbClr val="071A45"/>
                </a:solidFill>
              </a:rPr>
              <a:t>3</a:t>
            </a:r>
          </a:p>
        </p:txBody>
      </p:sp>
      <p:sp>
        <p:nvSpPr>
          <p:cNvPr id="16" name="">
            <a:extLst xmlns:a="http://schemas.openxmlformats.org/drawingml/2006/main">
              <a:ext uri="{FF2B5EF4-FFF2-40B4-BE49-F238E27FC236}">
                <a16:creationId xmlns:a16="http://schemas.microsoft.com/office/drawing/2014/main" id="{33107E8C-ADF3-4244-8D15-C630CB0CFFA3}"/>
              </a:ext>
            </a:extLst>
          </p:cNvPr>
          <p:cNvSpPr>
            <a:spLocks xmlns:a="http://schemas.openxmlformats.org/drawingml/2006/main" noGrp="1"/>
          </p:cNvSpPr>
          <p:nvPr/>
        </p:nvSpPr>
        <p:spPr>
          <a:xfrm xmlns:a="http://schemas.openxmlformats.org/drawingml/2006/main">
            <a:off x="1466850" y="4267200"/>
            <a:ext cx="276225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FFFFFF"/>
                </a:solidFill>
              </a:defRPr>
            </a:pPr>
            <a:r>
              <a:rPr sz="1575" b="1">
                <a:solidFill>
                  <a:srgbClr val="FFFFFF"/>
                </a:solidFill>
              </a:rPr>
              <a:t>支撑后续方向布局</a:t>
            </a:r>
          </a:p>
        </p:txBody>
      </p:sp>
      <p:sp>
        <p:nvSpPr>
          <p:cNvPr id="17" name="">
            <a:extLst xmlns:a="http://schemas.openxmlformats.org/drawingml/2006/main">
              <a:ext uri="{FF2B5EF4-FFF2-40B4-BE49-F238E27FC236}">
                <a16:creationId xmlns:a16="http://schemas.microsoft.com/office/drawing/2014/main" id="{052CE528-4F3F-41D4-84C7-FA84F026C5AB}"/>
              </a:ext>
            </a:extLst>
          </p:cNvPr>
          <p:cNvSpPr>
            <a:spLocks xmlns:a="http://schemas.openxmlformats.org/drawingml/2006/main" noGrp="1"/>
          </p:cNvSpPr>
          <p:nvPr/>
        </p:nvSpPr>
        <p:spPr>
          <a:xfrm xmlns:a="http://schemas.openxmlformats.org/drawingml/2006/main">
            <a:off x="1466850" y="4629150"/>
            <a:ext cx="61912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D4E8FF"/>
                </a:solidFill>
              </a:defRPr>
            </a:pPr>
            <a:r>
              <a:rPr sz="1050" b="0">
                <a:solidFill>
                  <a:srgbClr val="D4E8FF"/>
                </a:solidFill>
              </a:rPr>
              <a:t>可继续面向 AgentDNS、智能体标识、服务发现和治理审计场景深化。</a:t>
            </a:r>
          </a:p>
        </p:txBody>
      </p:sp>
      <p:sp>
        <p:nvSpPr>
          <p:cNvPr id="18" name="">
            <a:extLst xmlns:a="http://schemas.openxmlformats.org/drawingml/2006/main">
              <a:ext uri="{FF2B5EF4-FFF2-40B4-BE49-F238E27FC236}">
                <a16:creationId xmlns:a16="http://schemas.microsoft.com/office/drawing/2014/main" id="{F26E2E24-719E-4E86-97D0-FCEC79C92CA0}"/>
              </a:ext>
            </a:extLst>
          </p:cNvPr>
          <p:cNvSpPr>
            <a:spLocks xmlns:a="http://schemas.openxmlformats.org/drawingml/2006/main" noGrp="1"/>
          </p:cNvSpPr>
          <p:nvPr/>
        </p:nvSpPr>
        <p:spPr>
          <a:xfrm xmlns:a="http://schemas.openxmlformats.org/drawingml/2006/main">
            <a:off x="8210550" y="2057400"/>
            <a:ext cx="2857500" cy="2343150"/>
          </a:xfrm>
          <a:prstGeom xmlns:a="http://schemas.openxmlformats.org/drawingml/2006/main" prst="roundRect">
            <a:avLst>
              <a:gd name="adj" fmla="val 11000"/>
            </a:avLst>
          </a:prstGeom>
          <a:solidFill xmlns:a="http://schemas.openxmlformats.org/drawingml/2006/main">
            <a:srgbClr val="082E66">
              <a:alpha val="80000"/>
            </a:srgbClr>
          </a:solidFill>
          <a:ln xmlns:a="http://schemas.openxmlformats.org/drawingml/2006/main" w="11430">
            <a:solidFill>
              <a:srgbClr val="3F85D9"/>
            </a:solidFill>
          </a:ln>
        </p:spPr>
      </p:sp>
      <p:sp>
        <p:nvSpPr>
          <p:cNvPr id="19" name="">
            <a:extLst xmlns:a="http://schemas.openxmlformats.org/drawingml/2006/main">
              <a:ext uri="{FF2B5EF4-FFF2-40B4-BE49-F238E27FC236}">
                <a16:creationId xmlns:a16="http://schemas.microsoft.com/office/drawing/2014/main" id="{633AB24C-4176-4823-9452-933305A495E6}"/>
              </a:ext>
            </a:extLst>
          </p:cNvPr>
          <p:cNvSpPr>
            <a:spLocks xmlns:a="http://schemas.openxmlformats.org/drawingml/2006/main" noGrp="1"/>
          </p:cNvSpPr>
          <p:nvPr/>
        </p:nvSpPr>
        <p:spPr>
          <a:xfrm xmlns:a="http://schemas.openxmlformats.org/drawingml/2006/main">
            <a:off x="8524875" y="2343150"/>
            <a:ext cx="16192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FFFFFF"/>
                </a:solidFill>
              </a:defRPr>
            </a:pPr>
            <a:r>
              <a:rPr sz="1425" b="1">
                <a:solidFill>
                  <a:srgbClr val="FFFFFF"/>
                </a:solidFill>
              </a:rPr>
              <a:t>后续工作重点</a:t>
            </a:r>
          </a:p>
        </p:txBody>
      </p:sp>
      <p:sp>
        <p:nvSpPr>
          <p:cNvPr id="20" name="">
            <a:extLst xmlns:a="http://schemas.openxmlformats.org/drawingml/2006/main">
              <a:ext uri="{FF2B5EF4-FFF2-40B4-BE49-F238E27FC236}">
                <a16:creationId xmlns:a16="http://schemas.microsoft.com/office/drawing/2014/main" id="{C1F9F6D6-373B-4A79-AAF1-FFC0ADA09185}"/>
              </a:ext>
            </a:extLst>
          </p:cNvPr>
          <p:cNvSpPr>
            <a:spLocks xmlns:a="http://schemas.openxmlformats.org/drawingml/2006/main" noGrp="1"/>
          </p:cNvSpPr>
          <p:nvPr/>
        </p:nvSpPr>
        <p:spPr>
          <a:xfrm xmlns:a="http://schemas.openxmlformats.org/drawingml/2006/main">
            <a:off x="8582025" y="2838450"/>
            <a:ext cx="76200" cy="76200"/>
          </a:xfrm>
          <a:prstGeom xmlns:a="http://schemas.openxmlformats.org/drawingml/2006/main" prst="ellipse">
            <a:avLst/>
          </a:prstGeom>
          <a:solidFill xmlns:a="http://schemas.openxmlformats.org/drawingml/2006/main">
            <a:srgbClr val="27B4FF"/>
          </a:solidFill>
          <a:ln xmlns:a="http://schemas.openxmlformats.org/drawingml/2006/main" w="0">
            <a:solidFill>
              <a:srgbClr val="27B4FF"/>
            </a:solidFill>
          </a:ln>
        </p:spPr>
      </p:sp>
      <p:sp>
        <p:nvSpPr>
          <p:cNvPr id="21" name="">
            <a:extLst xmlns:a="http://schemas.openxmlformats.org/drawingml/2006/main">
              <a:ext uri="{FF2B5EF4-FFF2-40B4-BE49-F238E27FC236}">
                <a16:creationId xmlns:a16="http://schemas.microsoft.com/office/drawing/2014/main" id="{DC3C53A7-F490-4E4C-8900-B18A6BAD5CBE}"/>
              </a:ext>
            </a:extLst>
          </p:cNvPr>
          <p:cNvSpPr>
            <a:spLocks xmlns:a="http://schemas.openxmlformats.org/drawingml/2006/main" noGrp="1"/>
          </p:cNvSpPr>
          <p:nvPr/>
        </p:nvSpPr>
        <p:spPr>
          <a:xfrm xmlns:a="http://schemas.openxmlformats.org/drawingml/2006/main">
            <a:off x="8772525" y="2790825"/>
            <a:ext cx="1905000"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D8ECFF"/>
                </a:solidFill>
              </a:defRPr>
            </a:pPr>
            <a:r>
              <a:rPr sz="938" b="0">
                <a:solidFill>
                  <a:srgbClr val="D8ECFF"/>
                </a:solidFill>
              </a:rPr>
              <a:t>扩展独立验证样本与场景</a:t>
            </a:r>
          </a:p>
        </p:txBody>
      </p:sp>
      <p:sp>
        <p:nvSpPr>
          <p:cNvPr id="22" name="">
            <a:extLst xmlns:a="http://schemas.openxmlformats.org/drawingml/2006/main">
              <a:ext uri="{FF2B5EF4-FFF2-40B4-BE49-F238E27FC236}">
                <a16:creationId xmlns:a16="http://schemas.microsoft.com/office/drawing/2014/main" id="{B27F91F1-E942-4C24-95D2-EC3F6E8F1D5C}"/>
              </a:ext>
            </a:extLst>
          </p:cNvPr>
          <p:cNvSpPr>
            <a:spLocks xmlns:a="http://schemas.openxmlformats.org/drawingml/2006/main" noGrp="1"/>
          </p:cNvSpPr>
          <p:nvPr/>
        </p:nvSpPr>
        <p:spPr>
          <a:xfrm xmlns:a="http://schemas.openxmlformats.org/drawingml/2006/main">
            <a:off x="8582025" y="3200400"/>
            <a:ext cx="76200" cy="76200"/>
          </a:xfrm>
          <a:prstGeom xmlns:a="http://schemas.openxmlformats.org/drawingml/2006/main" prst="ellipse">
            <a:avLst/>
          </a:prstGeom>
          <a:solidFill xmlns:a="http://schemas.openxmlformats.org/drawingml/2006/main">
            <a:srgbClr val="27B4FF"/>
          </a:solidFill>
          <a:ln xmlns:a="http://schemas.openxmlformats.org/drawingml/2006/main" w="0">
            <a:solidFill>
              <a:srgbClr val="27B4FF"/>
            </a:solidFill>
          </a:ln>
        </p:spPr>
      </p:sp>
      <p:sp>
        <p:nvSpPr>
          <p:cNvPr id="23" name="">
            <a:extLst xmlns:a="http://schemas.openxmlformats.org/drawingml/2006/main">
              <a:ext uri="{FF2B5EF4-FFF2-40B4-BE49-F238E27FC236}">
                <a16:creationId xmlns:a16="http://schemas.microsoft.com/office/drawing/2014/main" id="{641D4780-A044-4CA9-A141-D296CBFE3D23}"/>
              </a:ext>
            </a:extLst>
          </p:cNvPr>
          <p:cNvSpPr>
            <a:spLocks xmlns:a="http://schemas.openxmlformats.org/drawingml/2006/main" noGrp="1"/>
          </p:cNvSpPr>
          <p:nvPr/>
        </p:nvSpPr>
        <p:spPr>
          <a:xfrm xmlns:a="http://schemas.openxmlformats.org/drawingml/2006/main">
            <a:off x="8772525" y="3152775"/>
            <a:ext cx="1905000"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D8ECFF"/>
                </a:solidFill>
              </a:defRPr>
            </a:pPr>
            <a:r>
              <a:rPr sz="938" b="0">
                <a:solidFill>
                  <a:srgbClr val="D8ECFF"/>
                </a:solidFill>
              </a:rPr>
              <a:t>记录真实运行时延、成本和稳定性</a:t>
            </a:r>
          </a:p>
        </p:txBody>
      </p:sp>
      <p:sp>
        <p:nvSpPr>
          <p:cNvPr id="24" name="">
            <a:extLst xmlns:a="http://schemas.openxmlformats.org/drawingml/2006/main">
              <a:ext uri="{FF2B5EF4-FFF2-40B4-BE49-F238E27FC236}">
                <a16:creationId xmlns:a16="http://schemas.microsoft.com/office/drawing/2014/main" id="{F029B080-9927-4BD5-B679-47909D779561}"/>
              </a:ext>
            </a:extLst>
          </p:cNvPr>
          <p:cNvSpPr>
            <a:spLocks xmlns:a="http://schemas.openxmlformats.org/drawingml/2006/main" noGrp="1"/>
          </p:cNvSpPr>
          <p:nvPr/>
        </p:nvSpPr>
        <p:spPr>
          <a:xfrm xmlns:a="http://schemas.openxmlformats.org/drawingml/2006/main">
            <a:off x="8582025" y="3562350"/>
            <a:ext cx="76200" cy="76200"/>
          </a:xfrm>
          <a:prstGeom xmlns:a="http://schemas.openxmlformats.org/drawingml/2006/main" prst="ellipse">
            <a:avLst/>
          </a:prstGeom>
          <a:solidFill xmlns:a="http://schemas.openxmlformats.org/drawingml/2006/main">
            <a:srgbClr val="27B4FF"/>
          </a:solidFill>
          <a:ln xmlns:a="http://schemas.openxmlformats.org/drawingml/2006/main" w="0">
            <a:solidFill>
              <a:srgbClr val="27B4FF"/>
            </a:solidFill>
          </a:ln>
        </p:spPr>
      </p:sp>
      <p:sp>
        <p:nvSpPr>
          <p:cNvPr id="25" name="">
            <a:extLst xmlns:a="http://schemas.openxmlformats.org/drawingml/2006/main">
              <a:ext uri="{FF2B5EF4-FFF2-40B4-BE49-F238E27FC236}">
                <a16:creationId xmlns:a16="http://schemas.microsoft.com/office/drawing/2014/main" id="{313271E8-8A21-4981-985D-0DEEC06835DC}"/>
              </a:ext>
            </a:extLst>
          </p:cNvPr>
          <p:cNvSpPr>
            <a:spLocks xmlns:a="http://schemas.openxmlformats.org/drawingml/2006/main" noGrp="1"/>
          </p:cNvSpPr>
          <p:nvPr/>
        </p:nvSpPr>
        <p:spPr>
          <a:xfrm xmlns:a="http://schemas.openxmlformats.org/drawingml/2006/main">
            <a:off x="8772525" y="3514725"/>
            <a:ext cx="1905000"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D8ECFF"/>
                </a:solidFill>
              </a:defRPr>
            </a:pPr>
            <a:r>
              <a:rPr sz="938" b="0">
                <a:solidFill>
                  <a:srgbClr val="D8ECFF"/>
                </a:solidFill>
              </a:rPr>
              <a:t>推动演示端端到端联调</a:t>
            </a:r>
          </a:p>
        </p:txBody>
      </p:sp>
      <p:sp>
        <p:nvSpPr>
          <p:cNvPr id="26" name="">
            <a:extLst xmlns:a="http://schemas.openxmlformats.org/drawingml/2006/main">
              <a:ext uri="{FF2B5EF4-FFF2-40B4-BE49-F238E27FC236}">
                <a16:creationId xmlns:a16="http://schemas.microsoft.com/office/drawing/2014/main" id="{70E8B893-DF71-45B7-A79D-BE6DC42921BB}"/>
              </a:ext>
            </a:extLst>
          </p:cNvPr>
          <p:cNvSpPr>
            <a:spLocks xmlns:a="http://schemas.openxmlformats.org/drawingml/2006/main" noGrp="1"/>
          </p:cNvSpPr>
          <p:nvPr/>
        </p:nvSpPr>
        <p:spPr>
          <a:xfrm xmlns:a="http://schemas.openxmlformats.org/drawingml/2006/main">
            <a:off x="8582025" y="3924300"/>
            <a:ext cx="76200" cy="76200"/>
          </a:xfrm>
          <a:prstGeom xmlns:a="http://schemas.openxmlformats.org/drawingml/2006/main" prst="ellipse">
            <a:avLst/>
          </a:prstGeom>
          <a:solidFill xmlns:a="http://schemas.openxmlformats.org/drawingml/2006/main">
            <a:srgbClr val="27B4FF"/>
          </a:solidFill>
          <a:ln xmlns:a="http://schemas.openxmlformats.org/drawingml/2006/main" w="0">
            <a:solidFill>
              <a:srgbClr val="27B4FF"/>
            </a:solidFill>
          </a:ln>
        </p:spPr>
      </p:sp>
      <p:sp>
        <p:nvSpPr>
          <p:cNvPr id="27" name="">
            <a:extLst xmlns:a="http://schemas.openxmlformats.org/drawingml/2006/main">
              <a:ext uri="{FF2B5EF4-FFF2-40B4-BE49-F238E27FC236}">
                <a16:creationId xmlns:a16="http://schemas.microsoft.com/office/drawing/2014/main" id="{EA557256-CDF6-43AF-98F4-6A13A309AB2F}"/>
              </a:ext>
            </a:extLst>
          </p:cNvPr>
          <p:cNvSpPr>
            <a:spLocks xmlns:a="http://schemas.openxmlformats.org/drawingml/2006/main" noGrp="1"/>
          </p:cNvSpPr>
          <p:nvPr/>
        </p:nvSpPr>
        <p:spPr>
          <a:xfrm xmlns:a="http://schemas.openxmlformats.org/drawingml/2006/main">
            <a:off x="8772525" y="3876675"/>
            <a:ext cx="1905000" cy="1905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38" b="0">
                <a:solidFill>
                  <a:srgbClr val="D8ECFF"/>
                </a:solidFill>
              </a:defRPr>
            </a:pPr>
            <a:r>
              <a:rPr sz="938" b="0">
                <a:solidFill>
                  <a:srgbClr val="D8ECFF"/>
                </a:solidFill>
              </a:rPr>
              <a:t>凝练标准化表达与业务试点</a:t>
            </a:r>
          </a:p>
        </p:txBody>
      </p:sp>
      <p:sp>
        <p:nvSpPr>
          <p:cNvPr id="28" name="">
            <a:extLst xmlns:a="http://schemas.openxmlformats.org/drawingml/2006/main">
              <a:ext uri="{FF2B5EF4-FFF2-40B4-BE49-F238E27FC236}">
                <a16:creationId xmlns:a16="http://schemas.microsoft.com/office/drawing/2014/main" id="{9353BDCC-A1EE-4062-8C48-63E117A98F06}"/>
              </a:ext>
            </a:extLst>
          </p:cNvPr>
          <p:cNvSpPr>
            <a:spLocks xmlns:a="http://schemas.openxmlformats.org/drawingml/2006/main" noGrp="1"/>
          </p:cNvSpPr>
          <p:nvPr/>
        </p:nvSpPr>
        <p:spPr>
          <a:xfrm xmlns:a="http://schemas.openxmlformats.org/drawingml/2006/main">
            <a:off x="742950" y="5981700"/>
            <a:ext cx="40005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FFFFFF"/>
                </a:solidFill>
              </a:defRPr>
            </a:pPr>
            <a:r>
              <a:rPr sz="1500" b="1">
                <a:solidFill>
                  <a:srgbClr val="FFFFFF"/>
                </a:solidFill>
              </a:rPr>
              <a:t>谢谢，请各位专家批评指正</a:t>
            </a:r>
          </a:p>
        </p:txBody>
      </p:sp>
    </p:spTree>
    <p:extLst>
      <p:ext uri="{BB962C8B-B14F-4D97-AF65-F5344CB8AC3E}">
        <p14:creationId xmlns:p14="http://schemas.microsoft.com/office/powerpoint/2010/main" val="7764935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2026-04-26T03:18:18.6150000Z</dcterms:created>
  <dcterms:modified xsi:type="dcterms:W3CDTF">2026-04-26T03:18:18.6150000Z</dcterms:modified>
</coreProperties>
</file>