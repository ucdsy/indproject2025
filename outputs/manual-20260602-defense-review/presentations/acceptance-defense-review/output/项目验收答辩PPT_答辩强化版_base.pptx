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37f291476840d1" /><Relationship Type="http://schemas.openxmlformats.org/officeDocument/2006/relationships/extended-properties" Target="/docProps/app.xml" Id="Rd9d52d013bf8467c" /><Relationship Type="http://schemas.openxmlformats.org/officeDocument/2006/relationships/officeDocument" Target="/ppt/presentation.xml" Id="Raf3421a8024443e6" /></Relationships>
</file>

<file path=ppt/presentation.xml><?xml version="1.0" encoding="utf-8"?>
<p:presentation xmlns:p="http://schemas.openxmlformats.org/presentationml/2006/main">
  <p:sldMasterIdLst>
    <p:sldMasterId xmlns:r="http://schemas.openxmlformats.org/officeDocument/2006/relationships" id="2147483648" r:id="Rdccfe52004ef4061"/>
  </p:sldMasterIdLst>
  <p:notesMasterIdLst>
    <p:notesMasterId xmlns:r="http://schemas.openxmlformats.org/officeDocument/2006/relationships" r:id="Rd4f5541f8836447c"/>
  </p:notesMasterIdLst>
  <p:sldIdLst>
    <p:sldId xmlns:r="http://schemas.openxmlformats.org/officeDocument/2006/relationships" id="256" r:id="R4314231424484004"/>
    <p:sldId xmlns:r="http://schemas.openxmlformats.org/officeDocument/2006/relationships" id="257" r:id="R09f054ff54a94cde"/>
    <p:sldId xmlns:r="http://schemas.openxmlformats.org/officeDocument/2006/relationships" id="258" r:id="R4b734d62e2d247f9"/>
    <p:sldId xmlns:r="http://schemas.openxmlformats.org/officeDocument/2006/relationships" id="259" r:id="Rb7e301a557424f35"/>
    <p:sldId xmlns:r="http://schemas.openxmlformats.org/officeDocument/2006/relationships" id="260" r:id="Rb3d99f9940c94279"/>
    <p:sldId xmlns:r="http://schemas.openxmlformats.org/officeDocument/2006/relationships" id="261" r:id="Rc8ef2d8cf3f3455f"/>
    <p:sldId xmlns:r="http://schemas.openxmlformats.org/officeDocument/2006/relationships" id="262" r:id="R9b35e2cca4a44a6a"/>
    <p:sldId xmlns:r="http://schemas.openxmlformats.org/officeDocument/2006/relationships" id="263" r:id="R5a60b987242e4f27"/>
    <p:sldId xmlns:r="http://schemas.openxmlformats.org/officeDocument/2006/relationships" id="264" r:id="Rab82df505f8b495c"/>
    <p:sldId xmlns:r="http://schemas.openxmlformats.org/officeDocument/2006/relationships" id="265" r:id="R9f2775e078054f2d"/>
    <p:sldId xmlns:r="http://schemas.openxmlformats.org/officeDocument/2006/relationships" id="266" r:id="R0b8f382561094a4b"/>
    <p:sldId xmlns:r="http://schemas.openxmlformats.org/officeDocument/2006/relationships" id="267" r:id="R68f6eda3b6ee4f13"/>
    <p:sldId xmlns:r="http://schemas.openxmlformats.org/officeDocument/2006/relationships" id="268" r:id="Ra5ae130ee8f2452e"/>
    <p:sldId xmlns:r="http://schemas.openxmlformats.org/officeDocument/2006/relationships" id="269" r:id="R25f47dbff1e547b6"/>
    <p:sldId xmlns:r="http://schemas.openxmlformats.org/officeDocument/2006/relationships" id="270" r:id="R1964cc0f247b41ae"/>
    <p:sldId xmlns:r="http://schemas.openxmlformats.org/officeDocument/2006/relationships" id="271" r:id="R59be418d8aa14edd"/>
    <p:sldId xmlns:r="http://schemas.openxmlformats.org/officeDocument/2006/relationships" id="272" r:id="R73a871869eff4583"/>
    <p:sldId xmlns:r="http://schemas.openxmlformats.org/officeDocument/2006/relationships" id="273" r:id="R9fd848282cc043b9"/>
    <p:sldId xmlns:r="http://schemas.openxmlformats.org/officeDocument/2006/relationships" id="274" r:id="Rb67757d1fca34983"/>
    <p:sldId xmlns:r="http://schemas.openxmlformats.org/officeDocument/2006/relationships" id="275" r:id="Rb4e1e955c3644f7f"/>
    <p:sldId xmlns:r="http://schemas.openxmlformats.org/officeDocument/2006/relationships" id="276" r:id="R60387345eeab402d"/>
    <p:sldId xmlns:r="http://schemas.openxmlformats.org/officeDocument/2006/relationships" id="277" r:id="Rb2a0c9c4e46542e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90485ef247448f7" /><Relationship Type="http://schemas.openxmlformats.org/officeDocument/2006/relationships/slideMaster" Target="/ppt/slideMasters/slideMaster1.xml" Id="Rdccfe52004ef4061" /><Relationship Type="http://schemas.openxmlformats.org/officeDocument/2006/relationships/notesMaster" Target="/ppt/notesMasters/notesMaster1.xml" Id="Rd4f5541f8836447c" /><Relationship Type="http://schemas.openxmlformats.org/officeDocument/2006/relationships/presProps" Target="/ppt/presProps.xml" Id="R438ca9bb878c474f" /><Relationship Type="http://schemas.openxmlformats.org/officeDocument/2006/relationships/viewProps" Target="/ppt/viewProps.xml" Id="R674b1156bd9a489d" /><Relationship Type="http://schemas.openxmlformats.org/officeDocument/2006/relationships/tableStyles" Target="/ppt/tableStyles.xml" Id="R18022caf30df4413" /><Relationship Type="http://schemas.openxmlformats.org/officeDocument/2006/relationships/slide" Target="/ppt/slides/slide1.xml" Id="R4314231424484004" /><Relationship Type="http://schemas.openxmlformats.org/officeDocument/2006/relationships/slide" Target="/ppt/slides/slide2.xml" Id="R09f054ff54a94cde" /><Relationship Type="http://schemas.openxmlformats.org/officeDocument/2006/relationships/slide" Target="/ppt/slides/slide3.xml" Id="R4b734d62e2d247f9" /><Relationship Type="http://schemas.openxmlformats.org/officeDocument/2006/relationships/slide" Target="/ppt/slides/slide4.xml" Id="Rb7e301a557424f35" /><Relationship Type="http://schemas.openxmlformats.org/officeDocument/2006/relationships/slide" Target="/ppt/slides/slide5.xml" Id="Rb3d99f9940c94279" /><Relationship Type="http://schemas.openxmlformats.org/officeDocument/2006/relationships/slide" Target="/ppt/slides/slide6.xml" Id="Rc8ef2d8cf3f3455f" /><Relationship Type="http://schemas.openxmlformats.org/officeDocument/2006/relationships/slide" Target="/ppt/slides/slide7.xml" Id="R9b35e2cca4a44a6a" /><Relationship Type="http://schemas.openxmlformats.org/officeDocument/2006/relationships/slide" Target="/ppt/slides/slide8.xml" Id="R5a60b987242e4f27" /><Relationship Type="http://schemas.openxmlformats.org/officeDocument/2006/relationships/slide" Target="/ppt/slides/slide9.xml" Id="Rab82df505f8b495c" /><Relationship Type="http://schemas.openxmlformats.org/officeDocument/2006/relationships/slide" Target="/ppt/slides/slide10.xml" Id="R9f2775e078054f2d" /><Relationship Type="http://schemas.openxmlformats.org/officeDocument/2006/relationships/slide" Target="/ppt/slides/slide11.xml" Id="R0b8f382561094a4b" /><Relationship Type="http://schemas.openxmlformats.org/officeDocument/2006/relationships/slide" Target="/ppt/slides/slide12.xml" Id="R68f6eda3b6ee4f13" /><Relationship Type="http://schemas.openxmlformats.org/officeDocument/2006/relationships/slide" Target="/ppt/slides/slide13.xml" Id="Ra5ae130ee8f2452e" /><Relationship Type="http://schemas.openxmlformats.org/officeDocument/2006/relationships/slide" Target="/ppt/slides/slide14.xml" Id="R25f47dbff1e547b6" /><Relationship Type="http://schemas.openxmlformats.org/officeDocument/2006/relationships/slide" Target="/ppt/slides/slide15.xml" Id="R1964cc0f247b41ae" /><Relationship Type="http://schemas.openxmlformats.org/officeDocument/2006/relationships/slide" Target="/ppt/slides/slide16.xml" Id="R59be418d8aa14edd" /><Relationship Type="http://schemas.openxmlformats.org/officeDocument/2006/relationships/slide" Target="/ppt/slides/slide17.xml" Id="R73a871869eff4583" /><Relationship Type="http://schemas.openxmlformats.org/officeDocument/2006/relationships/slide" Target="/ppt/slides/slide18.xml" Id="R9fd848282cc043b9" /><Relationship Type="http://schemas.openxmlformats.org/officeDocument/2006/relationships/slide" Target="/ppt/slides/slide19.xml" Id="Rb67757d1fca34983" /><Relationship Type="http://schemas.openxmlformats.org/officeDocument/2006/relationships/slide" Target="/ppt/slides/slide20.xml" Id="Rb4e1e955c3644f7f" /><Relationship Type="http://schemas.openxmlformats.org/officeDocument/2006/relationships/slide" Target="/ppt/slides/slide21.xml" Id="R60387345eeab402d" /><Relationship Type="http://schemas.openxmlformats.org/officeDocument/2006/relationships/slide" Target="/ppt/slides/slide22.xml" Id="Rb2a0c9c4e46542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26f983428045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9429b96564e61" /><Relationship Type="http://schemas.openxmlformats.org/officeDocument/2006/relationships/notesMaster" Target="/ppt/notesMasters/notesMaster1.xml" Id="R1c4913ca2ea642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7f58bc3f7c4403" /><Relationship Type="http://schemas.openxmlformats.org/officeDocument/2006/relationships/notesMaster" Target="/ppt/notesMasters/notesMaster1.xml" Id="Racc59897a8164d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3b80941e3a4066" /><Relationship Type="http://schemas.openxmlformats.org/officeDocument/2006/relationships/notesMaster" Target="/ppt/notesMasters/notesMaster1.xml" Id="R35abc5776dd046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88c8a031354949" /><Relationship Type="http://schemas.openxmlformats.org/officeDocument/2006/relationships/notesMaster" Target="/ppt/notesMasters/notesMaster1.xml" Id="R707fe42b503c41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43099fd6d4438a" /><Relationship Type="http://schemas.openxmlformats.org/officeDocument/2006/relationships/notesMaster" Target="/ppt/notesMasters/notesMaster1.xml" Id="Ra087c60b6efd41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1256b6d89a4b52" /><Relationship Type="http://schemas.openxmlformats.org/officeDocument/2006/relationships/notesMaster" Target="/ppt/notesMasters/notesMaster1.xml" Id="R67810090bd3541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d5e7a071d449f9" /><Relationship Type="http://schemas.openxmlformats.org/officeDocument/2006/relationships/notesMaster" Target="/ppt/notesMasters/notesMaster1.xml" Id="Rb5684035bd4a4e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4fc70b355b41d5" /><Relationship Type="http://schemas.openxmlformats.org/officeDocument/2006/relationships/notesMaster" Target="/ppt/notesMasters/notesMaster1.xml" Id="Rbda4d8d9cebf47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d5ed93e7244319" /><Relationship Type="http://schemas.openxmlformats.org/officeDocument/2006/relationships/notesMaster" Target="/ppt/notesMasters/notesMaster1.xml" Id="R487de5b1018546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f12151eeb94b38" /><Relationship Type="http://schemas.openxmlformats.org/officeDocument/2006/relationships/notesMaster" Target="/ppt/notesMasters/notesMaster1.xml" Id="R80f5a52d310545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9033a162624a2a" /><Relationship Type="http://schemas.openxmlformats.org/officeDocument/2006/relationships/notesMaster" Target="/ppt/notesMasters/notesMaster1.xml" Id="R02e24dbff2b040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7f0a0c768c45b1" /><Relationship Type="http://schemas.openxmlformats.org/officeDocument/2006/relationships/notesMaster" Target="/ppt/notesMasters/notesMaster1.xml" Id="R9fe8ea8dba424b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fa7cff768a46f9" /><Relationship Type="http://schemas.openxmlformats.org/officeDocument/2006/relationships/notesMaster" Target="/ppt/notesMasters/notesMaster1.xml" Id="R09823e8276b84e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e1cece28884249" /><Relationship Type="http://schemas.openxmlformats.org/officeDocument/2006/relationships/notesMaster" Target="/ppt/notesMasters/notesMaster1.xml" Id="R6a6a7bf6edfa4e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04030c21d041f3" /><Relationship Type="http://schemas.openxmlformats.org/officeDocument/2006/relationships/notesMaster" Target="/ppt/notesMasters/notesMaster1.xml" Id="R3bb29bde410a45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b534cddf1d485f" /><Relationship Type="http://schemas.openxmlformats.org/officeDocument/2006/relationships/notesMaster" Target="/ppt/notesMasters/notesMaster1.xml" Id="R08eecbf5c3654b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eab7feb16b4804" /><Relationship Type="http://schemas.openxmlformats.org/officeDocument/2006/relationships/notesMaster" Target="/ppt/notesMasters/notesMaster1.xml" Id="R7464d79d8b654b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18e7cd1a4c43a5" /><Relationship Type="http://schemas.openxmlformats.org/officeDocument/2006/relationships/notesMaster" Target="/ppt/notesMasters/notesMaster1.xml" Id="Rda82c9e8832649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725a9a35dd4b10" /><Relationship Type="http://schemas.openxmlformats.org/officeDocument/2006/relationships/notesMaster" Target="/ppt/notesMasters/notesMaster1.xml" Id="Rbc3dfaa2fe474b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9f569ee1b540b6" /><Relationship Type="http://schemas.openxmlformats.org/officeDocument/2006/relationships/notesMaster" Target="/ppt/notesMasters/notesMaster1.xml" Id="R1511840d104747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31d4c55e1a4154" /><Relationship Type="http://schemas.openxmlformats.org/officeDocument/2006/relationships/notesMaster" Target="/ppt/notesMasters/notesMaster1.xml" Id="Rbb86b6fe591449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801a5c66cb4621" /><Relationship Type="http://schemas.openxmlformats.org/officeDocument/2006/relationships/notesMaster" Target="/ppt/notesMasters/notesMaster1.xml" Id="Rfbeec0b64cd142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626560b00649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a6741c356f4b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7b82e979b749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3b0ec60f9740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7c4fa11f584b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34480279b84e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49616231c254f9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c917f3624349b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82c0bdef7a41d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57e2e8fe4e648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c7d727ac263444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3757A8-0906-432D-A3E1-1BE7E1BFFAF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79F0375-EDCA-44AE-9BB6-5E284E3C6A2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8F7826A-DA60-4722-8E22-CC778B151C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0290A545-0850-45FB-B6E0-EE4811F9B5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7C2BA1A-1EFF-4844-B22C-F6A519107E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D8867B-C960-477C-B2F9-64C2855B61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22EE78B-606F-4DC1-826A-3263E450273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5BE10F58-BF77-45DE-94FB-870971F762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9B32A3A5-8A06-43A0-A41F-A7E82D0AAF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9A62294-10C1-49CB-8B19-32B68EBE3E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928E66-E30F-4444-B9B5-CFE3747B9A7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2F10570-710B-4651-874B-EDA854EC3D8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33BEEE2-C3B9-4855-9CFA-B953C3BA65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14B39A8D-FB8C-4858-8E19-B0D28DBCEB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6F0849E-3F5B-449F-8722-149AAA123C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74A805-F14A-4ED5-A40D-3856CB95D9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E3D0661-44AA-45DF-B6FA-09B39900C84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1266A837-8E53-419C-9FA1-36CE57ADA2F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7B3922F1-542C-4F01-A922-295FFE785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458BB964-E566-4F32-8109-E7B693DB44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01FC8278-FA89-45A9-AD1B-CE27B2696C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B38BDF-F216-45DE-893E-F6FEC05E94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92A7B4-33DE-48E6-B0A5-E6EC10D8ECF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8A02FC7-0601-4EEB-8C97-3E79D6B066D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AC199364-5BCF-44CE-AD36-AC46717A589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47D4B0E-C5E8-4BFD-87B2-5B7A1E17D19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12CCBA2B-A8B9-4C71-89CB-785FBEC505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8" name="Footer Placeholder 7">
            <a:extLst xmlns:a="http://schemas.openxmlformats.org/drawingml/2006/main">
              <a:ext uri="{FF2B5EF4-FFF2-40B4-BE49-F238E27FC236}">
                <a16:creationId xmlns:a16="http://schemas.microsoft.com/office/drawing/2014/main" id="{EBD94676-9A54-40DE-86B1-A3E9A9DA8A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7AB5348D-A3EE-40B7-81CA-6B1BE3F141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1CA920-D13E-498D-A609-6E5B47BFD5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D61597CD-B30B-4D24-AC08-1D6BFB3DAD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4" name="Footer Placeholder 3">
            <a:extLst xmlns:a="http://schemas.openxmlformats.org/drawingml/2006/main">
              <a:ext uri="{FF2B5EF4-FFF2-40B4-BE49-F238E27FC236}">
                <a16:creationId xmlns:a16="http://schemas.microsoft.com/office/drawing/2014/main" id="{FE79FA08-0701-4E25-8FA8-7CD10FABA6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05AB1E9D-9B3C-42EA-A81B-0A080DB6C2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2877F9-A6E7-409B-B3CF-B59B90E58C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3" name="Footer Placeholder 2">
            <a:extLst xmlns:a="http://schemas.openxmlformats.org/drawingml/2006/main">
              <a:ext uri="{FF2B5EF4-FFF2-40B4-BE49-F238E27FC236}">
                <a16:creationId xmlns:a16="http://schemas.microsoft.com/office/drawing/2014/main" id="{48DBA687-E5C5-46C1-B062-B9B85675B6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77A0A20B-4DBC-4D94-9DCE-BD59A92FD3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86B34C-5E68-4334-9761-21175B0AE6B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F41E44B-4A91-4BCF-9D67-12EAA4E7A95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6EA5761B-3FDA-447C-90E6-A90A6FC1A2D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07EF325-FEC7-4720-9E12-BE123C8A46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6D848084-3071-41D1-B82F-69B1307AFE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8AD8B56-5E61-47A4-94F4-9241C3BA8C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E29D68-66E0-4C4C-9A36-90002AEC3E8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8FC94F7-0736-43A6-A079-A4C3A372524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F16B1D71-23FD-4A95-AC4A-F086D7023EE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91EA131-10B1-48B5-87C1-DA92893DF7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6" name="Footer Placeholder 5">
            <a:extLst xmlns:a="http://schemas.openxmlformats.org/drawingml/2006/main">
              <a:ext uri="{FF2B5EF4-FFF2-40B4-BE49-F238E27FC236}">
                <a16:creationId xmlns:a16="http://schemas.microsoft.com/office/drawing/2014/main" id="{EBC5AD79-6D3A-49E1-9922-6FE4D0C6D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615BD3-0110-47BE-8807-17AEFFD76C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83E25A-A0BD-450E-8116-78B1943732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C538751-9F14-422B-AAE3-85016F3C2FC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7E546231-0B5A-4C4C-8B67-E6FD8434C3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5915BF44-6FAC-4835-BB09-892563790D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7E85006-397A-447D-8D70-556D3FF08C5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98CF09B-F4EC-4BBB-BF58-16CBFC13A03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228D36B-B31B-4A24-846B-4F4847D534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C5B7289-28F2-4129-9992-EE180FC9D2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1C312E96-BF1A-42AE-AA62-A62EB8ADB8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5C6A514-E720-40A9-B6DC-54A9F17A84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b35e4fb0d4393" /><Relationship Type="http://schemas.openxmlformats.org/officeDocument/2006/relationships/slideLayout" Target="/ppt/slideLayouts/slideLayout1.xml" Id="R34b3c7c88a4f4b63" /><Relationship Type="http://schemas.openxmlformats.org/officeDocument/2006/relationships/slideLayout" Target="/ppt/slideLayouts/slideLayout2.xml" Id="Rf0a53cc9fc5143d3" /><Relationship Type="http://schemas.openxmlformats.org/officeDocument/2006/relationships/slideLayout" Target="/ppt/slideLayouts/slideLayout3.xml" Id="R607dff5e63694799" /><Relationship Type="http://schemas.openxmlformats.org/officeDocument/2006/relationships/slideLayout" Target="/ppt/slideLayouts/slideLayout4.xml" Id="R56c22d0c4e9a4f18" /><Relationship Type="http://schemas.openxmlformats.org/officeDocument/2006/relationships/slideLayout" Target="/ppt/slideLayouts/slideLayout5.xml" Id="Rc61fc3d7fe3f4fb2" /><Relationship Type="http://schemas.openxmlformats.org/officeDocument/2006/relationships/slideLayout" Target="/ppt/slideLayouts/slideLayout6.xml" Id="R2ef1afdd2c334850" /><Relationship Type="http://schemas.openxmlformats.org/officeDocument/2006/relationships/slideLayout" Target="/ppt/slideLayouts/slideLayout7.xml" Id="Re3102bcc2b0944fe" /><Relationship Type="http://schemas.openxmlformats.org/officeDocument/2006/relationships/slideLayout" Target="/ppt/slideLayouts/slideLayout8.xml" Id="R8b2c0605098d4af7" /><Relationship Type="http://schemas.openxmlformats.org/officeDocument/2006/relationships/slideLayout" Target="/ppt/slideLayouts/slideLayout9.xml" Id="R191d2a2cd7e64457" /><Relationship Type="http://schemas.openxmlformats.org/officeDocument/2006/relationships/slideLayout" Target="/ppt/slideLayouts/slideLayout10.xml" Id="R6bd6284fbeb747e7" /><Relationship Type="http://schemas.openxmlformats.org/officeDocument/2006/relationships/slideLayout" Target="/ppt/slideLayouts/slideLayout11.xml" Id="R51c922e3c866494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EF2671D-7AD5-497A-90EE-A8FFCE36B72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D7630B8-7F5A-46A2-B623-371B8749B17B}"/>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FFA3918D-7B07-43FD-9A0A-5C31A17EF8A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5/26/26</a:t>
            </a:fld>
          </a:p>
        </p:txBody>
      </p:sp>
      <p:sp>
        <p:nvSpPr>
          <p:cNvPr id="5" name="Footer Placeholder 4">
            <a:extLst xmlns:a="http://schemas.openxmlformats.org/drawingml/2006/main">
              <a:ext uri="{FF2B5EF4-FFF2-40B4-BE49-F238E27FC236}">
                <a16:creationId xmlns:a16="http://schemas.microsoft.com/office/drawing/2014/main" id="{06CA24A4-C34A-400E-A24F-D9EC689D269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F56F7F5-B04D-42A3-BAFF-F7BA56E5AB5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b3c7c88a4f4b63"/>
    <p:sldLayoutId xmlns:r="http://schemas.openxmlformats.org/officeDocument/2006/relationships" id="2147483650" r:id="Rf0a53cc9fc5143d3"/>
    <p:sldLayoutId xmlns:r="http://schemas.openxmlformats.org/officeDocument/2006/relationships" id="2147483651" r:id="R607dff5e63694799"/>
    <p:sldLayoutId xmlns:r="http://schemas.openxmlformats.org/officeDocument/2006/relationships" id="2147483652" r:id="R56c22d0c4e9a4f18"/>
    <p:sldLayoutId xmlns:r="http://schemas.openxmlformats.org/officeDocument/2006/relationships" id="2147483653" r:id="Rc61fc3d7fe3f4fb2"/>
    <p:sldLayoutId xmlns:r="http://schemas.openxmlformats.org/officeDocument/2006/relationships" id="2147483654" r:id="R2ef1afdd2c334850"/>
    <p:sldLayoutId xmlns:r="http://schemas.openxmlformats.org/officeDocument/2006/relationships" id="2147483655" r:id="Re3102bcc2b0944fe"/>
    <p:sldLayoutId xmlns:r="http://schemas.openxmlformats.org/officeDocument/2006/relationships" id="2147483656" r:id="R8b2c0605098d4af7"/>
    <p:sldLayoutId xmlns:r="http://schemas.openxmlformats.org/officeDocument/2006/relationships" id="2147483657" r:id="R191d2a2cd7e64457"/>
    <p:sldLayoutId xmlns:r="http://schemas.openxmlformats.org/officeDocument/2006/relationships" id="2147483658" r:id="R6bd6284fbeb747e7"/>
    <p:sldLayoutId xmlns:r="http://schemas.openxmlformats.org/officeDocument/2006/relationships" id="2147483659" r:id="R51c922e3c8664947"/>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533c89e5fb74a27" /><Relationship Type="http://schemas.openxmlformats.org/officeDocument/2006/relationships/image" Target="/ppt/media/image.png" Id="R2f840ea759b64f8d" /><Relationship Type="http://schemas.openxmlformats.org/officeDocument/2006/relationships/notesSlide" Target="/ppt/notesSlides/notesSlide1.xml" Id="R1fb6923a0d884f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0cfe1e580004863" /><Relationship Type="http://schemas.openxmlformats.org/officeDocument/2006/relationships/image" Target="/ppt/media/image2.png" Id="R8c547bf99f414aa2" /><Relationship Type="http://schemas.openxmlformats.org/officeDocument/2006/relationships/image" Target="/ppt/media/image3.png" Id="R88b2267ae48d40fa" /><Relationship Type="http://schemas.openxmlformats.org/officeDocument/2006/relationships/image" Target="/ppt/media/image4.png" Id="R0310acf3721346e5" /><Relationship Type="http://schemas.openxmlformats.org/officeDocument/2006/relationships/notesSlide" Target="/ppt/notesSlides/notesSlide2.xml" Id="R998e8e974d034a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54ab2cc58384323" /><Relationship Type="http://schemas.openxmlformats.org/officeDocument/2006/relationships/image" Target="/ppt/media/image2.png" Id="Rc758bc2eae8449dc" /><Relationship Type="http://schemas.openxmlformats.org/officeDocument/2006/relationships/image" Target="/ppt/media/image3.png" Id="R879e03ab6ddc4ecc" /><Relationship Type="http://schemas.openxmlformats.org/officeDocument/2006/relationships/image" Target="/ppt/media/image4.png" Id="Rdbcf1ccd5192404c" /><Relationship Type="http://schemas.openxmlformats.org/officeDocument/2006/relationships/notesSlide" Target="/ppt/notesSlides/notesSlide3.xml" Id="Rc87d498a0e9846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f0904d6489045a6" /><Relationship Type="http://schemas.openxmlformats.org/officeDocument/2006/relationships/image" Target="/ppt/media/image2.png" Id="Rcfefb5df39774ca5" /><Relationship Type="http://schemas.openxmlformats.org/officeDocument/2006/relationships/image" Target="/ppt/media/image3.png" Id="R25af02a6dce84cc6" /><Relationship Type="http://schemas.openxmlformats.org/officeDocument/2006/relationships/image" Target="/ppt/media/image4.png" Id="R51f592b09fa34966" /><Relationship Type="http://schemas.openxmlformats.org/officeDocument/2006/relationships/notesSlide" Target="/ppt/notesSlides/notesSlide4.xml" Id="R83b28a3ed2ce46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a900a8076c04659" /><Relationship Type="http://schemas.openxmlformats.org/officeDocument/2006/relationships/image" Target="/ppt/media/image2.png" Id="Re294dd489987425a" /><Relationship Type="http://schemas.openxmlformats.org/officeDocument/2006/relationships/image" Target="/ppt/media/image3.png" Id="R00624aa2f5fc43a8" /><Relationship Type="http://schemas.openxmlformats.org/officeDocument/2006/relationships/image" Target="/ppt/media/image4.png" Id="Rbe3c9fb24a6e4a09" /><Relationship Type="http://schemas.openxmlformats.org/officeDocument/2006/relationships/image" Target="/ppt/media/image5.png" Id="R6005ff83cf68439d" /><Relationship Type="http://schemas.openxmlformats.org/officeDocument/2006/relationships/notesSlide" Target="/ppt/notesSlides/notesSlide5.xml" Id="Rda1f46a6cd014a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3e095b577314de9" /><Relationship Type="http://schemas.openxmlformats.org/officeDocument/2006/relationships/image" Target="/ppt/media/image2.png" Id="R3e7b455dd771494c" /><Relationship Type="http://schemas.openxmlformats.org/officeDocument/2006/relationships/image" Target="/ppt/media/image3.png" Id="Rd2ea6c26a34a4b2e" /><Relationship Type="http://schemas.openxmlformats.org/officeDocument/2006/relationships/image" Target="/ppt/media/image4.png" Id="R69791b384cab4409" /><Relationship Type="http://schemas.openxmlformats.org/officeDocument/2006/relationships/notesSlide" Target="/ppt/notesSlides/notesSlide6.xml" Id="R32f658d38a9943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92e6b548fa44bdf" /><Relationship Type="http://schemas.openxmlformats.org/officeDocument/2006/relationships/image" Target="/ppt/media/image2.png" Id="R9f1ce1740210433c" /><Relationship Type="http://schemas.openxmlformats.org/officeDocument/2006/relationships/image" Target="/ppt/media/image3.png" Id="Rc31a79b6394e494a" /><Relationship Type="http://schemas.openxmlformats.org/officeDocument/2006/relationships/image" Target="/ppt/media/image4.png" Id="R477179a9e36648a6" /><Relationship Type="http://schemas.openxmlformats.org/officeDocument/2006/relationships/notesSlide" Target="/ppt/notesSlides/notesSlide7.xml" Id="R73814ff4a7ee48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0d8e7432f474873" /><Relationship Type="http://schemas.openxmlformats.org/officeDocument/2006/relationships/image" Target="/ppt/media/image2.png" Id="R67dc219259004d90" /><Relationship Type="http://schemas.openxmlformats.org/officeDocument/2006/relationships/image" Target="/ppt/media/image3.png" Id="R14c0583ffe694837" /><Relationship Type="http://schemas.openxmlformats.org/officeDocument/2006/relationships/image" Target="/ppt/media/image4.png" Id="R3d06ac2660c245e8" /><Relationship Type="http://schemas.openxmlformats.org/officeDocument/2006/relationships/image" Target="/ppt/media/image6.png" Id="R7c4aa9f274a14bc2" /><Relationship Type="http://schemas.openxmlformats.org/officeDocument/2006/relationships/notesSlide" Target="/ppt/notesSlides/notesSlide8.xml" Id="R1878cdd3c7dd43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8fcfd9392856451f" /><Relationship Type="http://schemas.openxmlformats.org/officeDocument/2006/relationships/image" Target="/ppt/media/image2.png" Id="R314a6e29d645401d" /><Relationship Type="http://schemas.openxmlformats.org/officeDocument/2006/relationships/image" Target="/ppt/media/image3.png" Id="R92d8aa6513e94efa" /><Relationship Type="http://schemas.openxmlformats.org/officeDocument/2006/relationships/image" Target="/ppt/media/image4.png" Id="R055e8f3588314f0c" /><Relationship Type="http://schemas.openxmlformats.org/officeDocument/2006/relationships/image" Target="/ppt/media/image7.png" Id="Rc62c45f0e7604c6c" /><Relationship Type="http://schemas.openxmlformats.org/officeDocument/2006/relationships/notesSlide" Target="/ppt/notesSlides/notesSlide9.xml" Id="Rbf3f0829c0cf43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e84b23008c7423f" /><Relationship Type="http://schemas.openxmlformats.org/officeDocument/2006/relationships/image" Target="/ppt/media/image2.png" Id="R35cac1d884ed4aea" /><Relationship Type="http://schemas.openxmlformats.org/officeDocument/2006/relationships/image" Target="/ppt/media/image3.png" Id="R7c27652da2fc4753" /><Relationship Type="http://schemas.openxmlformats.org/officeDocument/2006/relationships/image" Target="/ppt/media/image4.png" Id="R5ba7df1a5e21415e" /><Relationship Type="http://schemas.openxmlformats.org/officeDocument/2006/relationships/image" Target="/ppt/media/image8.png" Id="R30ecfaae751e4da8" /><Relationship Type="http://schemas.openxmlformats.org/officeDocument/2006/relationships/notesSlide" Target="/ppt/notesSlides/notesSlide10.xml" Id="R0b101736f2c542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3c2cd1d7a4c4b8a" /><Relationship Type="http://schemas.openxmlformats.org/officeDocument/2006/relationships/image" Target="/ppt/media/image2.png" Id="R1aace5ef640d49c0" /><Relationship Type="http://schemas.openxmlformats.org/officeDocument/2006/relationships/image" Target="/ppt/media/image3.png" Id="R5eef8f859e554bf3" /><Relationship Type="http://schemas.openxmlformats.org/officeDocument/2006/relationships/image" Target="/ppt/media/image4.png" Id="Rbad091ab94134163" /><Relationship Type="http://schemas.openxmlformats.org/officeDocument/2006/relationships/image" Target="/ppt/media/image9.png" Id="R93255be6daef47d8" /><Relationship Type="http://schemas.openxmlformats.org/officeDocument/2006/relationships/notesSlide" Target="/ppt/notesSlides/notesSlide11.xml" Id="Rb3365e87cfc146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e00e6e2940c4b9e" /><Relationship Type="http://schemas.openxmlformats.org/officeDocument/2006/relationships/image" Target="/ppt/media/image2.png" Id="Rf9763c60df074b7f" /><Relationship Type="http://schemas.openxmlformats.org/officeDocument/2006/relationships/image" Target="/ppt/media/image3.png" Id="R99e6542464a04628" /><Relationship Type="http://schemas.openxmlformats.org/officeDocument/2006/relationships/image" Target="/ppt/media/image4.png" Id="Ra957353716c94e92" /><Relationship Type="http://schemas.openxmlformats.org/officeDocument/2006/relationships/image" Target="/ppt/media/image10.png" Id="Rc9ae784fd9e64b87" /><Relationship Type="http://schemas.openxmlformats.org/officeDocument/2006/relationships/notesSlide" Target="/ppt/notesSlides/notesSlide12.xml" Id="R40b1d3b40a7f44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50ef18ee14243c1" /><Relationship Type="http://schemas.openxmlformats.org/officeDocument/2006/relationships/image" Target="/ppt/media/image2.png" Id="Rf3a85fa11d3849c4" /><Relationship Type="http://schemas.openxmlformats.org/officeDocument/2006/relationships/image" Target="/ppt/media/image3.png" Id="R3e9f583cb7a84467" /><Relationship Type="http://schemas.openxmlformats.org/officeDocument/2006/relationships/image" Target="/ppt/media/image4.png" Id="R9971b49413584267" /><Relationship Type="http://schemas.openxmlformats.org/officeDocument/2006/relationships/image" Target="/ppt/media/image11.png" Id="R5f522f46cebf4e14" /><Relationship Type="http://schemas.openxmlformats.org/officeDocument/2006/relationships/notesSlide" Target="/ppt/notesSlides/notesSlide13.xml" Id="R0ee2772b2b1b46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843e283ccd544f3" /><Relationship Type="http://schemas.openxmlformats.org/officeDocument/2006/relationships/image" Target="/ppt/media/image2.png" Id="R4d35728dcee442f5" /><Relationship Type="http://schemas.openxmlformats.org/officeDocument/2006/relationships/image" Target="/ppt/media/image3.png" Id="Rc809fd1fe4524e39" /><Relationship Type="http://schemas.openxmlformats.org/officeDocument/2006/relationships/image" Target="/ppt/media/image4.png" Id="Rafcb3bb19b9f4b9e" /><Relationship Type="http://schemas.openxmlformats.org/officeDocument/2006/relationships/image" Target="/ppt/media/image12.png" Id="R17266bf9755e45b1" /><Relationship Type="http://schemas.openxmlformats.org/officeDocument/2006/relationships/notesSlide" Target="/ppt/notesSlides/notesSlide14.xml" Id="R392bd7cee33544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74d63732a0d2454b" /><Relationship Type="http://schemas.openxmlformats.org/officeDocument/2006/relationships/image" Target="/ppt/media/image2.png" Id="R61295ee2f0ce4b08" /><Relationship Type="http://schemas.openxmlformats.org/officeDocument/2006/relationships/image" Target="/ppt/media/image3.png" Id="Rab3bb256812c4b9e" /><Relationship Type="http://schemas.openxmlformats.org/officeDocument/2006/relationships/image" Target="/ppt/media/image4.png" Id="Rce98610eeb3642f8" /><Relationship Type="http://schemas.openxmlformats.org/officeDocument/2006/relationships/image" Target="/ppt/media/image13.png" Id="R1309e50278914df2" /><Relationship Type="http://schemas.openxmlformats.org/officeDocument/2006/relationships/notesSlide" Target="/ppt/notesSlides/notesSlide15.xml" Id="Rf294c504805541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ba74040c9a94acb" /><Relationship Type="http://schemas.openxmlformats.org/officeDocument/2006/relationships/image" Target="/ppt/media/image2.png" Id="Rff64fa1902dc45b1" /><Relationship Type="http://schemas.openxmlformats.org/officeDocument/2006/relationships/image" Target="/ppt/media/image3.png" Id="Rbfdb60f04c494b08" /><Relationship Type="http://schemas.openxmlformats.org/officeDocument/2006/relationships/image" Target="/ppt/media/image4.png" Id="R5e240d56f2bb4340" /><Relationship Type="http://schemas.openxmlformats.org/officeDocument/2006/relationships/image" Target="/ppt/media/image14.png" Id="R3a031a754b6e43ca" /><Relationship Type="http://schemas.openxmlformats.org/officeDocument/2006/relationships/notesSlide" Target="/ppt/notesSlides/notesSlide16.xml" Id="Re65406d3533d49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9ce478e2898546b0" /><Relationship Type="http://schemas.openxmlformats.org/officeDocument/2006/relationships/image" Target="/ppt/media/image2.png" Id="R77adb37e1d7b416a" /><Relationship Type="http://schemas.openxmlformats.org/officeDocument/2006/relationships/image" Target="/ppt/media/image3.png" Id="Rdcbb5890969b4d6b" /><Relationship Type="http://schemas.openxmlformats.org/officeDocument/2006/relationships/image" Target="/ppt/media/image4.png" Id="R9a35520da85c4339" /><Relationship Type="http://schemas.openxmlformats.org/officeDocument/2006/relationships/notesSlide" Target="/ppt/notesSlides/notesSlide17.xml" Id="R8dc545f82c6e44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ffa01ea2e754145" /><Relationship Type="http://schemas.openxmlformats.org/officeDocument/2006/relationships/image" Target="/ppt/media/image2.png" Id="Re2d8219cbcf846c0" /><Relationship Type="http://schemas.openxmlformats.org/officeDocument/2006/relationships/image" Target="/ppt/media/image3.png" Id="R62f6735cb5f647ce" /><Relationship Type="http://schemas.openxmlformats.org/officeDocument/2006/relationships/image" Target="/ppt/media/image4.png" Id="Rc5b93344a2f14af9" /><Relationship Type="http://schemas.openxmlformats.org/officeDocument/2006/relationships/notesSlide" Target="/ppt/notesSlides/notesSlide18.xml" Id="R21c0a105c8224e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134dad91730a48cb" /><Relationship Type="http://schemas.openxmlformats.org/officeDocument/2006/relationships/image" Target="/ppt/media/image15.png" Id="R4d6624f40b3e4170" /><Relationship Type="http://schemas.openxmlformats.org/officeDocument/2006/relationships/notesSlide" Target="/ppt/notesSlides/notesSlide19.xml" Id="R9d94c89e467143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e09fd88cb06e40e4" /><Relationship Type="http://schemas.openxmlformats.org/officeDocument/2006/relationships/image" Target="/ppt/media/image16.png" Id="R97ecd0f68ae44c8f" /><Relationship Type="http://schemas.openxmlformats.org/officeDocument/2006/relationships/notesSlide" Target="/ppt/notesSlides/notesSlide20.xml" Id="R8b9a00b9c8a340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a4c9376540fc4c10" /><Relationship Type="http://schemas.openxmlformats.org/officeDocument/2006/relationships/image" Target="/ppt/media/image17.png" Id="R9eb9de26e6314eb4" /><Relationship Type="http://schemas.openxmlformats.org/officeDocument/2006/relationships/notesSlide" Target="/ppt/notesSlides/notesSlide21.xml" Id="R3e77266f621143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65ad9b1b8b754276" /><Relationship Type="http://schemas.openxmlformats.org/officeDocument/2006/relationships/image" Target="/ppt/media/image18.png" Id="R2286a6bd16d5469d" /><Relationship Type="http://schemas.openxmlformats.org/officeDocument/2006/relationships/notesSlide" Target="/ppt/notesSlides/notesSlide22.xml" Id="R7010a20c9df84b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2f840ea759b64f8d"/>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94921EC0-2CB0-47E8-A43A-C36410F1AC79}"/>
              </a:ext>
            </a:extLst>
          </p:cNvPr>
          <p:cNvSpPr>
            <a:spLocks xmlns:a="http://schemas.openxmlformats.org/drawingml/2006/main" noGrp="1"/>
          </p:cNvSpPr>
          <p:nvPr/>
        </p:nvSpPr>
        <p:spPr>
          <a:xfrm xmlns:a="http://schemas.openxmlformats.org/drawingml/2006/main">
            <a:off x="685800" y="1261872"/>
            <a:ext cx="10607040" cy="5029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500" b="1">
                <a:solidFill>
                  <a:srgbClr val="FFFFFF"/>
                </a:solidFill>
                <a:latin typeface="Microsoft YaHei"/>
                <a:ea typeface="Microsoft YaHei"/>
                <a:cs typeface="Microsoft YaHei"/>
              </a:rPr>
              <a:t>重点项目验收答辩</a:t>
            </a:r>
          </a:p>
        </p:txBody>
      </p:sp>
      <p:sp>
        <p:nvSpPr>
          <p:cNvPr id="4" name="TextBox 3">
            <a:extLst xmlns:a="http://schemas.openxmlformats.org/drawingml/2006/main">
              <a:ext uri="{FF2B5EF4-FFF2-40B4-BE49-F238E27FC236}">
                <a16:creationId xmlns:a16="http://schemas.microsoft.com/office/drawing/2014/main" id="{FCA74568-BF39-468A-B669-C1054F68730D}"/>
              </a:ext>
            </a:extLst>
          </p:cNvPr>
          <p:cNvSpPr>
            <a:spLocks xmlns:a="http://schemas.openxmlformats.org/drawingml/2006/main" noGrp="1"/>
          </p:cNvSpPr>
          <p:nvPr/>
        </p:nvSpPr>
        <p:spPr>
          <a:xfrm xmlns:a="http://schemas.openxmlformats.org/drawingml/2006/main">
            <a:off x="1143000" y="1874519"/>
            <a:ext cx="9921240" cy="1234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900" b="1">
                <a:solidFill>
                  <a:srgbClr val="FFFFFF"/>
                </a:solidFill>
                <a:latin typeface="Microsoft YaHei"/>
                <a:ea typeface="Microsoft YaHei"/>
                <a:cs typeface="Microsoft YaHei"/>
              </a:rPr>
              <a:t>面向互联网基础资源的大模型多智能体协作
与可信认知标识技术研究</a:t>
            </a:r>
          </a:p>
        </p:txBody>
      </p:sp>
      <p:sp>
        <p:nvSpPr>
          <p:cNvPr id="5" name="TextBox 4">
            <a:extLst xmlns:a="http://schemas.openxmlformats.org/drawingml/2006/main">
              <a:ext uri="{FF2B5EF4-FFF2-40B4-BE49-F238E27FC236}">
                <a16:creationId xmlns:a16="http://schemas.microsoft.com/office/drawing/2014/main" id="{5003C974-E620-4A55-B743-9DFC1E064125}"/>
              </a:ext>
            </a:extLst>
          </p:cNvPr>
          <p:cNvSpPr>
            <a:spLocks xmlns:a="http://schemas.openxmlformats.org/drawingml/2006/main" noGrp="1"/>
          </p:cNvSpPr>
          <p:nvPr/>
        </p:nvSpPr>
        <p:spPr>
          <a:xfrm xmlns:a="http://schemas.openxmlformats.org/drawingml/2006/main">
            <a:off x="1005840" y="3273552"/>
            <a:ext cx="10058400" cy="38404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800" b="0">
                <a:solidFill>
                  <a:srgbClr val="E1EEFF"/>
                </a:solidFill>
                <a:latin typeface="Microsoft YaHei"/>
                <a:ea typeface="Microsoft YaHei"/>
                <a:cs typeface="Microsoft YaHei"/>
              </a:rPr>
              <a:t>以智能体能力命名与语义路由为典型验证场景</a:t>
            </a:r>
          </a:p>
        </p:txBody>
      </p:sp>
      <p:sp>
        <p:nvSpPr>
          <p:cNvPr id="6" name="Rounded Rectangle 5">
            <a:extLst xmlns:a="http://schemas.openxmlformats.org/drawingml/2006/main">
              <a:ext uri="{FF2B5EF4-FFF2-40B4-BE49-F238E27FC236}">
                <a16:creationId xmlns:a16="http://schemas.microsoft.com/office/drawing/2014/main" id="{614555E9-3A97-4948-8573-C21DA9C04299}"/>
              </a:ext>
            </a:extLst>
          </p:cNvPr>
          <p:cNvSpPr>
            <a:spLocks xmlns:a="http://schemas.openxmlformats.org/drawingml/2006/main" noGrp="1"/>
          </p:cNvSpPr>
          <p:nvPr/>
        </p:nvSpPr>
        <p:spPr>
          <a:xfrm xmlns:a="http://schemas.openxmlformats.org/drawingml/2006/main">
            <a:off x="105156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839FFEF-6EB9-4ADF-966C-4BBE954739EB}"/>
              </a:ext>
            </a:extLst>
          </p:cNvPr>
          <p:cNvSpPr>
            <a:spLocks xmlns:a="http://schemas.openxmlformats.org/drawingml/2006/main" noGrp="1"/>
          </p:cNvSpPr>
          <p:nvPr/>
        </p:nvSpPr>
        <p:spPr>
          <a:xfrm xmlns:a="http://schemas.openxmlformats.org/drawingml/2006/main">
            <a:off x="105156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FFFF"/>
                </a:solidFill>
                <a:latin typeface="Microsoft YaHei"/>
                <a:ea typeface="Microsoft YaHei"/>
                <a:cs typeface="Microsoft YaHei"/>
              </a:rPr>
              <a:t>563</a:t>
            </a:r>
          </a:p>
        </p:txBody>
      </p:sp>
      <p:sp>
        <p:nvSpPr>
          <p:cNvPr id="8" name="TextBox 7">
            <a:extLst xmlns:a="http://schemas.openxmlformats.org/drawingml/2006/main">
              <a:ext uri="{FF2B5EF4-FFF2-40B4-BE49-F238E27FC236}">
                <a16:creationId xmlns:a16="http://schemas.microsoft.com/office/drawing/2014/main" id="{D9966D2B-0DCE-424B-A89C-ACD5CC9D928E}"/>
              </a:ext>
            </a:extLst>
          </p:cNvPr>
          <p:cNvSpPr>
            <a:spLocks xmlns:a="http://schemas.openxmlformats.org/drawingml/2006/main" noGrp="1"/>
          </p:cNvSpPr>
          <p:nvPr/>
        </p:nvSpPr>
        <p:spPr>
          <a:xfrm xmlns:a="http://schemas.openxmlformats.org/drawingml/2006/main">
            <a:off x="105156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真实样本</a:t>
            </a:r>
          </a:p>
        </p:txBody>
      </p:sp>
      <p:sp>
        <p:nvSpPr>
          <p:cNvPr id="9" name="Rounded Rectangle 8">
            <a:extLst xmlns:a="http://schemas.openxmlformats.org/drawingml/2006/main">
              <a:ext uri="{FF2B5EF4-FFF2-40B4-BE49-F238E27FC236}">
                <a16:creationId xmlns:a16="http://schemas.microsoft.com/office/drawing/2014/main" id="{1DF5ABFC-65E4-4974-8706-5EEA1B13A6E8}"/>
              </a:ext>
            </a:extLst>
          </p:cNvPr>
          <p:cNvSpPr>
            <a:spLocks xmlns:a="http://schemas.openxmlformats.org/drawingml/2006/main" noGrp="1"/>
          </p:cNvSpPr>
          <p:nvPr/>
        </p:nvSpPr>
        <p:spPr>
          <a:xfrm xmlns:a="http://schemas.openxmlformats.org/drawingml/2006/main">
            <a:off x="365760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A41D391-B1B4-4667-994D-EB65DD0CCBF4}"/>
              </a:ext>
            </a:extLst>
          </p:cNvPr>
          <p:cNvSpPr>
            <a:spLocks xmlns:a="http://schemas.openxmlformats.org/drawingml/2006/main" noGrp="1"/>
          </p:cNvSpPr>
          <p:nvPr/>
        </p:nvSpPr>
        <p:spPr>
          <a:xfrm xmlns:a="http://schemas.openxmlformats.org/drawingml/2006/main">
            <a:off x="365760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FFFF"/>
                </a:solidFill>
                <a:latin typeface="Microsoft YaHei"/>
                <a:ea typeface="Microsoft YaHei"/>
                <a:cs typeface="Microsoft YaHei"/>
              </a:rPr>
              <a:t>50/45</a:t>
            </a:r>
          </a:p>
        </p:txBody>
      </p:sp>
      <p:sp>
        <p:nvSpPr>
          <p:cNvPr id="11" name="TextBox 10">
            <a:extLst xmlns:a="http://schemas.openxmlformats.org/drawingml/2006/main">
              <a:ext uri="{FF2B5EF4-FFF2-40B4-BE49-F238E27FC236}">
                <a16:creationId xmlns:a16="http://schemas.microsoft.com/office/drawing/2014/main" id="{4D123578-8BD1-4A9A-8B70-B64930A18B80}"/>
              </a:ext>
            </a:extLst>
          </p:cNvPr>
          <p:cNvSpPr>
            <a:spLocks xmlns:a="http://schemas.openxmlformats.org/drawingml/2006/main" noGrp="1"/>
          </p:cNvSpPr>
          <p:nvPr/>
        </p:nvSpPr>
        <p:spPr>
          <a:xfrm xmlns:a="http://schemas.openxmlformats.org/drawingml/2006/main">
            <a:off x="365760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能力节点/主标签</a:t>
            </a:r>
          </a:p>
        </p:txBody>
      </p:sp>
      <p:sp>
        <p:nvSpPr>
          <p:cNvPr id="12" name="Rounded Rectangle 11">
            <a:extLst xmlns:a="http://schemas.openxmlformats.org/drawingml/2006/main">
              <a:ext uri="{FF2B5EF4-FFF2-40B4-BE49-F238E27FC236}">
                <a16:creationId xmlns:a16="http://schemas.microsoft.com/office/drawing/2014/main" id="{6F4C30D9-8115-4C65-8602-F89EA26E0FB5}"/>
              </a:ext>
            </a:extLst>
          </p:cNvPr>
          <p:cNvSpPr>
            <a:spLocks xmlns:a="http://schemas.openxmlformats.org/drawingml/2006/main" noGrp="1"/>
          </p:cNvSpPr>
          <p:nvPr/>
        </p:nvSpPr>
        <p:spPr>
          <a:xfrm xmlns:a="http://schemas.openxmlformats.org/drawingml/2006/main">
            <a:off x="626364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B3210C0-8228-4FA5-B85A-51DA2FC0D232}"/>
              </a:ext>
            </a:extLst>
          </p:cNvPr>
          <p:cNvSpPr>
            <a:spLocks xmlns:a="http://schemas.openxmlformats.org/drawingml/2006/main" noGrp="1"/>
          </p:cNvSpPr>
          <p:nvPr/>
        </p:nvSpPr>
        <p:spPr>
          <a:xfrm xmlns:a="http://schemas.openxmlformats.org/drawingml/2006/main">
            <a:off x="626364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DD00"/>
                </a:solidFill>
                <a:latin typeface="Microsoft YaHei"/>
                <a:ea typeface="Microsoft YaHei"/>
                <a:cs typeface="Microsoft YaHei"/>
              </a:rPr>
              <a:t>88.50%</a:t>
            </a:r>
          </a:p>
        </p:txBody>
      </p:sp>
      <p:sp>
        <p:nvSpPr>
          <p:cNvPr id="14" name="TextBox 13">
            <a:extLst xmlns:a="http://schemas.openxmlformats.org/drawingml/2006/main">
              <a:ext uri="{FF2B5EF4-FFF2-40B4-BE49-F238E27FC236}">
                <a16:creationId xmlns:a16="http://schemas.microsoft.com/office/drawing/2014/main" id="{4F5B2A7D-B40C-48EE-B363-127B2329DC57}"/>
              </a:ext>
            </a:extLst>
          </p:cNvPr>
          <p:cNvSpPr>
            <a:spLocks xmlns:a="http://schemas.openxmlformats.org/drawingml/2006/main" noGrp="1"/>
          </p:cNvSpPr>
          <p:nvPr/>
        </p:nvSpPr>
        <p:spPr>
          <a:xfrm xmlns:a="http://schemas.openxmlformats.org/drawingml/2006/main">
            <a:off x="626364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默认协作准确率</a:t>
            </a:r>
          </a:p>
        </p:txBody>
      </p:sp>
      <p:sp>
        <p:nvSpPr>
          <p:cNvPr id="15" name="Rounded Rectangle 14">
            <a:extLst xmlns:a="http://schemas.openxmlformats.org/drawingml/2006/main">
              <a:ext uri="{FF2B5EF4-FFF2-40B4-BE49-F238E27FC236}">
                <a16:creationId xmlns:a16="http://schemas.microsoft.com/office/drawing/2014/main" id="{B6AB0E1D-08E6-4494-8D24-283041CC0F93}"/>
              </a:ext>
            </a:extLst>
          </p:cNvPr>
          <p:cNvSpPr>
            <a:spLocks xmlns:a="http://schemas.openxmlformats.org/drawingml/2006/main" noGrp="1"/>
          </p:cNvSpPr>
          <p:nvPr/>
        </p:nvSpPr>
        <p:spPr>
          <a:xfrm xmlns:a="http://schemas.openxmlformats.org/drawingml/2006/main">
            <a:off x="8869680" y="4160520"/>
            <a:ext cx="2148840" cy="841248"/>
          </a:xfrm>
          <a:prstGeom xmlns:a="http://schemas.openxmlformats.org/drawingml/2006/main" prst="roundRect">
            <a:avLst/>
          </a:prstGeom>
          <a:solidFill xmlns:a="http://schemas.openxmlformats.org/drawingml/2006/main">
            <a:srgbClr val="083790"/>
          </a:solidFill>
          <a:ln xmlns:a="http://schemas.openxmlformats.org/drawingml/2006/main" w="15240">
            <a:solidFill>
              <a:srgbClr val="76A6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2C03F85-D6BD-476B-8C1D-551860E28B8D}"/>
              </a:ext>
            </a:extLst>
          </p:cNvPr>
          <p:cNvSpPr>
            <a:spLocks xmlns:a="http://schemas.openxmlformats.org/drawingml/2006/main" noGrp="1"/>
          </p:cNvSpPr>
          <p:nvPr/>
        </p:nvSpPr>
        <p:spPr>
          <a:xfrm xmlns:a="http://schemas.openxmlformats.org/drawingml/2006/main">
            <a:off x="8869680" y="4279392"/>
            <a:ext cx="214884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400" b="1">
                <a:solidFill>
                  <a:srgbClr val="FFDD00"/>
                </a:solidFill>
                <a:latin typeface="Microsoft YaHei"/>
                <a:ea typeface="Microsoft YaHei"/>
                <a:cs typeface="Microsoft YaHei"/>
              </a:rPr>
              <a:t>92.92%</a:t>
            </a:r>
          </a:p>
        </p:txBody>
      </p:sp>
      <p:sp>
        <p:nvSpPr>
          <p:cNvPr id="17" name="TextBox 16">
            <a:extLst xmlns:a="http://schemas.openxmlformats.org/drawingml/2006/main">
              <a:ext uri="{FF2B5EF4-FFF2-40B4-BE49-F238E27FC236}">
                <a16:creationId xmlns:a16="http://schemas.microsoft.com/office/drawing/2014/main" id="{BA5F9838-6ECD-4CAF-9AF6-2CB95CAB2398}"/>
              </a:ext>
            </a:extLst>
          </p:cNvPr>
          <p:cNvSpPr>
            <a:spLocks xmlns:a="http://schemas.openxmlformats.org/drawingml/2006/main" noGrp="1"/>
          </p:cNvSpPr>
          <p:nvPr/>
        </p:nvSpPr>
        <p:spPr>
          <a:xfrm xmlns:a="http://schemas.openxmlformats.org/drawingml/2006/main">
            <a:off x="8869680" y="4681728"/>
            <a:ext cx="21488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050" b="0">
                <a:solidFill>
                  <a:srgbClr val="FFFFFF"/>
                </a:solidFill>
                <a:latin typeface="Microsoft YaHei"/>
                <a:ea typeface="Microsoft YaHei"/>
                <a:cs typeface="Microsoft YaHei"/>
              </a:rPr>
              <a:t>扩展配置准确率</a:t>
            </a:r>
          </a:p>
        </p:txBody>
      </p:sp>
      <p:sp>
        <p:nvSpPr>
          <p:cNvPr id="18" name="TextBox 17">
            <a:extLst xmlns:a="http://schemas.openxmlformats.org/drawingml/2006/main">
              <a:ext uri="{FF2B5EF4-FFF2-40B4-BE49-F238E27FC236}">
                <a16:creationId xmlns:a16="http://schemas.microsoft.com/office/drawing/2014/main" id="{D28DD4DD-C2F2-4B50-8A9E-E423FD2D97E7}"/>
              </a:ext>
            </a:extLst>
          </p:cNvPr>
          <p:cNvSpPr>
            <a:spLocks xmlns:a="http://schemas.openxmlformats.org/drawingml/2006/main" noGrp="1"/>
          </p:cNvSpPr>
          <p:nvPr/>
        </p:nvSpPr>
        <p:spPr>
          <a:xfrm xmlns:a="http://schemas.openxmlformats.org/drawingml/2006/main">
            <a:off x="1828800" y="5596128"/>
            <a:ext cx="85039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承研处所：技术发展所    项目负责人：邓斯宇    起止时间：2025年5月—2026年4月</a:t>
            </a:r>
          </a:p>
        </p:txBody>
      </p:sp>
      <p:sp>
        <p:nvSpPr>
          <p:cNvPr id="19" name="TextBox 18">
            <a:extLst xmlns:a="http://schemas.openxmlformats.org/drawingml/2006/main">
              <a:ext uri="{FF2B5EF4-FFF2-40B4-BE49-F238E27FC236}">
                <a16:creationId xmlns:a16="http://schemas.microsoft.com/office/drawing/2014/main" id="{4BF4D4F4-7398-4B0B-A19A-7DFDDE9E1636}"/>
              </a:ext>
            </a:extLst>
          </p:cNvPr>
          <p:cNvSpPr>
            <a:spLocks xmlns:a="http://schemas.openxmlformats.org/drawingml/2006/main" noGrp="1"/>
          </p:cNvSpPr>
          <p:nvPr/>
        </p:nvSpPr>
        <p:spPr>
          <a:xfrm xmlns:a="http://schemas.openxmlformats.org/drawingml/2006/main">
            <a:off x="4892040" y="6053328"/>
            <a:ext cx="246888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中国互联网络信息中心</a:t>
            </a:r>
          </a:p>
        </p:txBody>
      </p:sp>
    </p:spTree>
    <p:extLst>
      <p:ext uri="{BB962C8B-B14F-4D97-AF65-F5344CB8AC3E}">
        <p14:creationId xmlns:p14="http://schemas.microsoft.com/office/powerpoint/2010/main" val="19318656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8c547bf99f414aa2"/>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88b2267ae48d40fa"/>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3DE7A976-4DD4-4804-9229-5D43352378D1}"/>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6D6BF11-F05D-478C-B275-6FBDEA905F88}"/>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5478B6E9-C27A-443C-9963-14AB08AD3A1F}"/>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答辩提纲：从任务书到验收证据的完整闭环</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0310acf3721346e5"/>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95FB375-A2FF-4470-8BD6-0408D25D1BC3}"/>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4A00F9A8-7AE9-4CF6-986B-24E7E657334B}"/>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7F74654B-444A-4CBA-9B6C-4EC3CB57E855}"/>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02</a:t>
            </a:r>
          </a:p>
        </p:txBody>
      </p:sp>
      <p:sp>
        <p:nvSpPr>
          <p:cNvPr id="11" name="TextBox 10">
            <a:extLst xmlns:a="http://schemas.openxmlformats.org/drawingml/2006/main">
              <a:ext uri="{FF2B5EF4-FFF2-40B4-BE49-F238E27FC236}">
                <a16:creationId xmlns:a16="http://schemas.microsoft.com/office/drawing/2014/main" id="{DCE64B13-A4C1-49A0-BDBA-F6283FFCE79E}"/>
              </a:ext>
            </a:extLst>
          </p:cNvPr>
          <p:cNvSpPr>
            <a:spLocks xmlns:a="http://schemas.openxmlformats.org/drawingml/2006/main" noGrp="1"/>
          </p:cNvSpPr>
          <p:nvPr/>
        </p:nvSpPr>
        <p:spPr>
          <a:xfrm xmlns:a="http://schemas.openxmlformats.org/drawingml/2006/main">
            <a:off x="868680" y="1051560"/>
            <a:ext cx="1042416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000" b="1">
                <a:solidFill>
                  <a:srgbClr val="1C2536"/>
                </a:solidFill>
                <a:latin typeface="Microsoft YaHei"/>
                <a:ea typeface="Microsoft YaHei"/>
                <a:cs typeface="Microsoft YaHei"/>
              </a:rPr>
              <a:t>主线：问题牵引—技术路线—实验验证—成果交付—边界后续</a:t>
            </a:r>
          </a:p>
        </p:txBody>
      </p:sp>
      <p:sp>
        <p:nvSpPr>
          <p:cNvPr id="12" name="Rounded Rectangle 11">
            <a:extLst xmlns:a="http://schemas.openxmlformats.org/drawingml/2006/main">
              <a:ext uri="{FF2B5EF4-FFF2-40B4-BE49-F238E27FC236}">
                <a16:creationId xmlns:a16="http://schemas.microsoft.com/office/drawing/2014/main" id="{51791026-7B08-464A-8E09-9616346ADE70}"/>
              </a:ext>
            </a:extLst>
          </p:cNvPr>
          <p:cNvSpPr>
            <a:spLocks xmlns:a="http://schemas.openxmlformats.org/drawingml/2006/main" noGrp="1"/>
          </p:cNvSpPr>
          <p:nvPr/>
        </p:nvSpPr>
        <p:spPr>
          <a:xfrm xmlns:a="http://schemas.openxmlformats.org/drawingml/2006/main">
            <a:off x="640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Oval 12">
            <a:extLst xmlns:a="http://schemas.openxmlformats.org/drawingml/2006/main">
              <a:ext uri="{FF2B5EF4-FFF2-40B4-BE49-F238E27FC236}">
                <a16:creationId xmlns:a16="http://schemas.microsoft.com/office/drawing/2014/main" id="{A1A04A47-00A8-4E95-900E-6194B8390AFD}"/>
              </a:ext>
            </a:extLst>
          </p:cNvPr>
          <p:cNvSpPr>
            <a:spLocks xmlns:a="http://schemas.openxmlformats.org/drawingml/2006/main" noGrp="1"/>
          </p:cNvSpPr>
          <p:nvPr/>
        </p:nvSpPr>
        <p:spPr>
          <a:xfrm xmlns:a="http://schemas.openxmlformats.org/drawingml/2006/main">
            <a:off x="1234440" y="1993392"/>
            <a:ext cx="777240" cy="777240"/>
          </a:xfrm>
          <a:prstGeom xmlns:a="http://schemas.openxmlformats.org/drawingml/2006/main" prst="ellipse">
            <a:avLst/>
          </a:prstGeom>
          <a:solidFill xmlns:a="http://schemas.openxmlformats.org/drawingml/2006/main">
            <a:srgbClr val="2F68EF"/>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719C1DCA-0FCA-4ED1-AEED-347E3DBA6173}"/>
              </a:ext>
            </a:extLst>
          </p:cNvPr>
          <p:cNvSpPr>
            <a:spLocks xmlns:a="http://schemas.openxmlformats.org/drawingml/2006/main" noGrp="1"/>
          </p:cNvSpPr>
          <p:nvPr/>
        </p:nvSpPr>
        <p:spPr>
          <a:xfrm xmlns:a="http://schemas.openxmlformats.org/drawingml/2006/main">
            <a:off x="1234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一</a:t>
            </a:r>
          </a:p>
        </p:txBody>
      </p:sp>
      <p:sp>
        <p:nvSpPr>
          <p:cNvPr id="15" name="TextBox 14">
            <a:extLst xmlns:a="http://schemas.openxmlformats.org/drawingml/2006/main">
              <a:ext uri="{FF2B5EF4-FFF2-40B4-BE49-F238E27FC236}">
                <a16:creationId xmlns:a16="http://schemas.microsoft.com/office/drawing/2014/main" id="{83F12112-0442-4A43-A75F-E01FEE8796CB}"/>
              </a:ext>
            </a:extLst>
          </p:cNvPr>
          <p:cNvSpPr>
            <a:spLocks xmlns:a="http://schemas.openxmlformats.org/drawingml/2006/main" noGrp="1"/>
          </p:cNvSpPr>
          <p:nvPr/>
        </p:nvSpPr>
        <p:spPr>
          <a:xfrm xmlns:a="http://schemas.openxmlformats.org/drawingml/2006/main">
            <a:off x="804671"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2F68EF"/>
                </a:solidFill>
                <a:latin typeface="Microsoft YaHei"/>
                <a:ea typeface="Microsoft YaHei"/>
                <a:cs typeface="Microsoft YaHei"/>
              </a:rPr>
              <a:t>研究背景与目标</a:t>
            </a:r>
          </a:p>
        </p:txBody>
      </p:sp>
      <p:sp>
        <p:nvSpPr>
          <p:cNvPr id="16" name="TextBox 15">
            <a:extLst xmlns:a="http://schemas.openxmlformats.org/drawingml/2006/main">
              <a:ext uri="{FF2B5EF4-FFF2-40B4-BE49-F238E27FC236}">
                <a16:creationId xmlns:a16="http://schemas.microsoft.com/office/drawing/2014/main" id="{5A66246B-532B-4748-8FCC-1707DD392FB2}"/>
              </a:ext>
            </a:extLst>
          </p:cNvPr>
          <p:cNvSpPr>
            <a:spLocks xmlns:a="http://schemas.openxmlformats.org/drawingml/2006/main" noGrp="1"/>
          </p:cNvSpPr>
          <p:nvPr/>
        </p:nvSpPr>
        <p:spPr>
          <a:xfrm xmlns:a="http://schemas.openxmlformats.org/drawingml/2006/main">
            <a:off x="804671" y="3547872"/>
            <a:ext cx="1523859"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互联网基础资源智能化演进下的能力组织与可信调用问题</a:t>
            </a:r>
          </a:p>
        </p:txBody>
      </p:sp>
      <p:sp>
        <p:nvSpPr>
          <p:cNvPr id="17" name="Rounded Rectangle 16">
            <a:extLst xmlns:a="http://schemas.openxmlformats.org/drawingml/2006/main">
              <a:ext uri="{FF2B5EF4-FFF2-40B4-BE49-F238E27FC236}">
                <a16:creationId xmlns:a16="http://schemas.microsoft.com/office/drawing/2014/main" id="{2E47F760-CE9A-4DF8-9F6D-F7D6D461FFA7}"/>
              </a:ext>
            </a:extLst>
          </p:cNvPr>
          <p:cNvSpPr>
            <a:spLocks xmlns:a="http://schemas.openxmlformats.org/drawingml/2006/main" noGrp="1"/>
          </p:cNvSpPr>
          <p:nvPr/>
        </p:nvSpPr>
        <p:spPr>
          <a:xfrm xmlns:a="http://schemas.openxmlformats.org/drawingml/2006/main">
            <a:off x="2926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777517C2-8547-4198-9A17-113E828BF82F}"/>
              </a:ext>
            </a:extLst>
          </p:cNvPr>
          <p:cNvSpPr>
            <a:spLocks xmlns:a="http://schemas.openxmlformats.org/drawingml/2006/main" noGrp="1"/>
          </p:cNvSpPr>
          <p:nvPr/>
        </p:nvSpPr>
        <p:spPr>
          <a:xfrm xmlns:a="http://schemas.openxmlformats.org/drawingml/2006/main">
            <a:off x="3520440" y="1993392"/>
            <a:ext cx="777240" cy="777240"/>
          </a:xfrm>
          <a:prstGeom xmlns:a="http://schemas.openxmlformats.org/drawingml/2006/main" prst="ellipse">
            <a:avLst/>
          </a:prstGeom>
          <a:solidFill xmlns:a="http://schemas.openxmlformats.org/drawingml/2006/main">
            <a:srgbClr val="377BF5"/>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3181CEB-9A7F-475F-851B-35BDDCC93BAC}"/>
              </a:ext>
            </a:extLst>
          </p:cNvPr>
          <p:cNvSpPr>
            <a:spLocks xmlns:a="http://schemas.openxmlformats.org/drawingml/2006/main" noGrp="1"/>
          </p:cNvSpPr>
          <p:nvPr/>
        </p:nvSpPr>
        <p:spPr>
          <a:xfrm xmlns:a="http://schemas.openxmlformats.org/drawingml/2006/main">
            <a:off x="3520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二</a:t>
            </a:r>
          </a:p>
        </p:txBody>
      </p:sp>
      <p:sp>
        <p:nvSpPr>
          <p:cNvPr id="20" name="TextBox 19">
            <a:extLst xmlns:a="http://schemas.openxmlformats.org/drawingml/2006/main">
              <a:ext uri="{FF2B5EF4-FFF2-40B4-BE49-F238E27FC236}">
                <a16:creationId xmlns:a16="http://schemas.microsoft.com/office/drawing/2014/main" id="{C0384E06-13AE-4C48-8D57-2677806222FF}"/>
              </a:ext>
            </a:extLst>
          </p:cNvPr>
          <p:cNvSpPr>
            <a:spLocks xmlns:a="http://schemas.openxmlformats.org/drawingml/2006/main" noGrp="1"/>
          </p:cNvSpPr>
          <p:nvPr/>
        </p:nvSpPr>
        <p:spPr>
          <a:xfrm xmlns:a="http://schemas.openxmlformats.org/drawingml/2006/main">
            <a:off x="3090672"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377BF5"/>
                </a:solidFill>
                <a:latin typeface="Microsoft YaHei"/>
                <a:ea typeface="Microsoft YaHei"/>
                <a:cs typeface="Microsoft YaHei"/>
              </a:rPr>
              <a:t>研究重点与路线</a:t>
            </a:r>
          </a:p>
        </p:txBody>
      </p:sp>
      <p:sp>
        <p:nvSpPr>
          <p:cNvPr id="21" name="TextBox 20">
            <a:extLst xmlns:a="http://schemas.openxmlformats.org/drawingml/2006/main">
              <a:ext uri="{FF2B5EF4-FFF2-40B4-BE49-F238E27FC236}">
                <a16:creationId xmlns:a16="http://schemas.microsoft.com/office/drawing/2014/main" id="{82224D27-620C-4EED-A3C4-7A3471C2DA3D}"/>
              </a:ext>
            </a:extLst>
          </p:cNvPr>
          <p:cNvSpPr>
            <a:spLocks xmlns:a="http://schemas.openxmlformats.org/drawingml/2006/main" noGrp="1"/>
          </p:cNvSpPr>
          <p:nvPr/>
        </p:nvSpPr>
        <p:spPr>
          <a:xfrm xmlns:a="http://schemas.openxmlformats.org/drawingml/2006/main">
            <a:off x="3242930" y="3547872"/>
            <a:ext cx="1493662"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能力命名、结构化判别、职责化复核、过程留痕</a:t>
            </a:r>
          </a:p>
        </p:txBody>
      </p:sp>
      <p:sp>
        <p:nvSpPr>
          <p:cNvPr id="22" name="Rounded Rectangle 21">
            <a:extLst xmlns:a="http://schemas.openxmlformats.org/drawingml/2006/main">
              <a:ext uri="{FF2B5EF4-FFF2-40B4-BE49-F238E27FC236}">
                <a16:creationId xmlns:a16="http://schemas.microsoft.com/office/drawing/2014/main" id="{C2856806-8938-45AE-A049-15FC66C54F01}"/>
              </a:ext>
            </a:extLst>
          </p:cNvPr>
          <p:cNvSpPr>
            <a:spLocks xmlns:a="http://schemas.openxmlformats.org/drawingml/2006/main" noGrp="1"/>
          </p:cNvSpPr>
          <p:nvPr/>
        </p:nvSpPr>
        <p:spPr>
          <a:xfrm xmlns:a="http://schemas.openxmlformats.org/drawingml/2006/main">
            <a:off x="5212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3A97920C-6296-4AB6-86E5-05AF19C31091}"/>
              </a:ext>
            </a:extLst>
          </p:cNvPr>
          <p:cNvSpPr>
            <a:spLocks xmlns:a="http://schemas.openxmlformats.org/drawingml/2006/main" noGrp="1"/>
          </p:cNvSpPr>
          <p:nvPr/>
        </p:nvSpPr>
        <p:spPr>
          <a:xfrm xmlns:a="http://schemas.openxmlformats.org/drawingml/2006/main">
            <a:off x="5806440" y="1993392"/>
            <a:ext cx="777240" cy="777240"/>
          </a:xfrm>
          <a:prstGeom xmlns:a="http://schemas.openxmlformats.org/drawingml/2006/main" prst="ellipse">
            <a:avLst/>
          </a:prstGeom>
          <a:solidFill xmlns:a="http://schemas.openxmlformats.org/drawingml/2006/main">
            <a:srgbClr val="15A6E1"/>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3BF4AFAE-07E9-4415-BF4D-F6CADF5290A4}"/>
              </a:ext>
            </a:extLst>
          </p:cNvPr>
          <p:cNvSpPr>
            <a:spLocks xmlns:a="http://schemas.openxmlformats.org/drawingml/2006/main" noGrp="1"/>
          </p:cNvSpPr>
          <p:nvPr/>
        </p:nvSpPr>
        <p:spPr>
          <a:xfrm xmlns:a="http://schemas.openxmlformats.org/drawingml/2006/main">
            <a:off x="5806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三</a:t>
            </a:r>
          </a:p>
        </p:txBody>
      </p:sp>
      <p:sp>
        <p:nvSpPr>
          <p:cNvPr id="25" name="TextBox 24">
            <a:extLst xmlns:a="http://schemas.openxmlformats.org/drawingml/2006/main">
              <a:ext uri="{FF2B5EF4-FFF2-40B4-BE49-F238E27FC236}">
                <a16:creationId xmlns:a16="http://schemas.microsoft.com/office/drawing/2014/main" id="{55CB297B-45BC-4FE2-BAA0-BD06D4886DFE}"/>
              </a:ext>
            </a:extLst>
          </p:cNvPr>
          <p:cNvSpPr>
            <a:spLocks xmlns:a="http://schemas.openxmlformats.org/drawingml/2006/main" noGrp="1"/>
          </p:cNvSpPr>
          <p:nvPr/>
        </p:nvSpPr>
        <p:spPr>
          <a:xfrm xmlns:a="http://schemas.openxmlformats.org/drawingml/2006/main">
            <a:off x="5376672"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15A6E1"/>
                </a:solidFill>
                <a:latin typeface="Microsoft YaHei"/>
                <a:ea typeface="Microsoft YaHei"/>
                <a:cs typeface="Microsoft YaHei"/>
              </a:rPr>
              <a:t>研究成果与验证</a:t>
            </a:r>
          </a:p>
        </p:txBody>
      </p:sp>
      <p:sp>
        <p:nvSpPr>
          <p:cNvPr id="26" name="TextBox 25">
            <a:extLst xmlns:a="http://schemas.openxmlformats.org/drawingml/2006/main">
              <a:ext uri="{FF2B5EF4-FFF2-40B4-BE49-F238E27FC236}">
                <a16:creationId xmlns:a16="http://schemas.microsoft.com/office/drawing/2014/main" id="{003A007E-10E8-4415-9744-1C94A5465EFF}"/>
              </a:ext>
            </a:extLst>
          </p:cNvPr>
          <p:cNvSpPr>
            <a:spLocks xmlns:a="http://schemas.openxmlformats.org/drawingml/2006/main" noGrp="1"/>
          </p:cNvSpPr>
          <p:nvPr/>
        </p:nvSpPr>
        <p:spPr>
          <a:xfrm xmlns:a="http://schemas.openxmlformats.org/drawingml/2006/main">
            <a:off x="5504688" y="3547872"/>
            <a:ext cx="1451132"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原型系统、数据资产、核心实验、消融与案例</a:t>
            </a:r>
          </a:p>
        </p:txBody>
      </p:sp>
      <p:sp>
        <p:nvSpPr>
          <p:cNvPr id="27" name="Rounded Rectangle 26">
            <a:extLst xmlns:a="http://schemas.openxmlformats.org/drawingml/2006/main">
              <a:ext uri="{FF2B5EF4-FFF2-40B4-BE49-F238E27FC236}">
                <a16:creationId xmlns:a16="http://schemas.microsoft.com/office/drawing/2014/main" id="{ADE58621-CDE6-449C-A91E-859B98A46FC1}"/>
              </a:ext>
            </a:extLst>
          </p:cNvPr>
          <p:cNvSpPr>
            <a:spLocks xmlns:a="http://schemas.openxmlformats.org/drawingml/2006/main" noGrp="1"/>
          </p:cNvSpPr>
          <p:nvPr/>
        </p:nvSpPr>
        <p:spPr>
          <a:xfrm xmlns:a="http://schemas.openxmlformats.org/drawingml/2006/main">
            <a:off x="7498079"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Oval 27">
            <a:extLst xmlns:a="http://schemas.openxmlformats.org/drawingml/2006/main">
              <a:ext uri="{FF2B5EF4-FFF2-40B4-BE49-F238E27FC236}">
                <a16:creationId xmlns:a16="http://schemas.microsoft.com/office/drawing/2014/main" id="{F0D10975-99AA-4CE8-BAB6-F68891F351B0}"/>
              </a:ext>
            </a:extLst>
          </p:cNvPr>
          <p:cNvSpPr>
            <a:spLocks xmlns:a="http://schemas.openxmlformats.org/drawingml/2006/main" noGrp="1"/>
          </p:cNvSpPr>
          <p:nvPr/>
        </p:nvSpPr>
        <p:spPr>
          <a:xfrm xmlns:a="http://schemas.openxmlformats.org/drawingml/2006/main">
            <a:off x="8092440" y="1993392"/>
            <a:ext cx="777240" cy="777240"/>
          </a:xfrm>
          <a:prstGeom xmlns:a="http://schemas.openxmlformats.org/drawingml/2006/main" prst="ellipse">
            <a:avLst/>
          </a:prstGeom>
          <a:solidFill xmlns:a="http://schemas.openxmlformats.org/drawingml/2006/main">
            <a:srgbClr val="1AA859"/>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AB87E319-3421-4907-9DC1-9CA51C0E910D}"/>
              </a:ext>
            </a:extLst>
          </p:cNvPr>
          <p:cNvSpPr>
            <a:spLocks xmlns:a="http://schemas.openxmlformats.org/drawingml/2006/main" noGrp="1"/>
          </p:cNvSpPr>
          <p:nvPr/>
        </p:nvSpPr>
        <p:spPr>
          <a:xfrm xmlns:a="http://schemas.openxmlformats.org/drawingml/2006/main">
            <a:off x="8092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四</a:t>
            </a:r>
          </a:p>
        </p:txBody>
      </p:sp>
      <p:sp>
        <p:nvSpPr>
          <p:cNvPr id="30" name="TextBox 29">
            <a:extLst xmlns:a="http://schemas.openxmlformats.org/drawingml/2006/main">
              <a:ext uri="{FF2B5EF4-FFF2-40B4-BE49-F238E27FC236}">
                <a16:creationId xmlns:a16="http://schemas.microsoft.com/office/drawing/2014/main" id="{0E83C579-C35F-4028-A8BF-C6040C7EDBFD}"/>
              </a:ext>
            </a:extLst>
          </p:cNvPr>
          <p:cNvSpPr>
            <a:spLocks xmlns:a="http://schemas.openxmlformats.org/drawingml/2006/main" noGrp="1"/>
          </p:cNvSpPr>
          <p:nvPr/>
        </p:nvSpPr>
        <p:spPr>
          <a:xfrm xmlns:a="http://schemas.openxmlformats.org/drawingml/2006/main">
            <a:off x="7662671" y="2999232"/>
            <a:ext cx="1645920" cy="36576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1AA859"/>
                </a:solidFill>
                <a:latin typeface="Microsoft YaHei"/>
                <a:ea typeface="Microsoft YaHei"/>
                <a:cs typeface="Microsoft YaHei"/>
              </a:rPr>
              <a:t>成果产出与考核</a:t>
            </a:r>
          </a:p>
        </p:txBody>
      </p:sp>
      <p:sp>
        <p:nvSpPr>
          <p:cNvPr id="31" name="TextBox 30">
            <a:extLst xmlns:a="http://schemas.openxmlformats.org/drawingml/2006/main">
              <a:ext uri="{FF2B5EF4-FFF2-40B4-BE49-F238E27FC236}">
                <a16:creationId xmlns:a16="http://schemas.microsoft.com/office/drawing/2014/main" id="{5106AA84-36A4-4626-B0AC-8B9766A4B4A6}"/>
              </a:ext>
            </a:extLst>
          </p:cNvPr>
          <p:cNvSpPr>
            <a:spLocks xmlns:a="http://schemas.openxmlformats.org/drawingml/2006/main" noGrp="1"/>
          </p:cNvSpPr>
          <p:nvPr/>
        </p:nvSpPr>
        <p:spPr>
          <a:xfrm xmlns:a="http://schemas.openxmlformats.org/drawingml/2006/main">
            <a:off x="7739545" y="3547872"/>
            <a:ext cx="1483028" cy="616259"/>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报告、论文、专利、实验资产和展示材料逐项对应任务书</a:t>
            </a:r>
          </a:p>
        </p:txBody>
      </p:sp>
      <p:sp>
        <p:nvSpPr>
          <p:cNvPr id="32" name="Rounded Rectangle 31">
            <a:extLst xmlns:a="http://schemas.openxmlformats.org/drawingml/2006/main">
              <a:ext uri="{FF2B5EF4-FFF2-40B4-BE49-F238E27FC236}">
                <a16:creationId xmlns:a16="http://schemas.microsoft.com/office/drawing/2014/main" id="{6C23CBA2-B9FA-4628-A251-F7B73F75B1BC}"/>
              </a:ext>
            </a:extLst>
          </p:cNvPr>
          <p:cNvSpPr>
            <a:spLocks xmlns:a="http://schemas.openxmlformats.org/drawingml/2006/main" noGrp="1"/>
          </p:cNvSpPr>
          <p:nvPr/>
        </p:nvSpPr>
        <p:spPr>
          <a:xfrm xmlns:a="http://schemas.openxmlformats.org/drawingml/2006/main">
            <a:off x="9784080" y="1828800"/>
            <a:ext cx="1965960" cy="338328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Oval 32">
            <a:extLst xmlns:a="http://schemas.openxmlformats.org/drawingml/2006/main">
              <a:ext uri="{FF2B5EF4-FFF2-40B4-BE49-F238E27FC236}">
                <a16:creationId xmlns:a16="http://schemas.microsoft.com/office/drawing/2014/main" id="{12921855-AF73-4504-827C-52F348C428F5}"/>
              </a:ext>
            </a:extLst>
          </p:cNvPr>
          <p:cNvSpPr>
            <a:spLocks xmlns:a="http://schemas.openxmlformats.org/drawingml/2006/main" noGrp="1"/>
          </p:cNvSpPr>
          <p:nvPr/>
        </p:nvSpPr>
        <p:spPr>
          <a:xfrm xmlns:a="http://schemas.openxmlformats.org/drawingml/2006/main">
            <a:off x="10378440" y="1993392"/>
            <a:ext cx="777240" cy="777240"/>
          </a:xfrm>
          <a:prstGeom xmlns:a="http://schemas.openxmlformats.org/drawingml/2006/main" prst="ellipse">
            <a:avLst/>
          </a:prstGeom>
          <a:solidFill xmlns:a="http://schemas.openxmlformats.org/drawingml/2006/main">
            <a:srgbClr val="F7961E"/>
          </a:solidFill>
          <a:ln xmlns:a="http://schemas.openxmlformats.org/drawingml/2006/main" w="1524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2CC51E7C-1F03-4D93-8202-216C7910E90B}"/>
              </a:ext>
            </a:extLst>
          </p:cNvPr>
          <p:cNvSpPr>
            <a:spLocks xmlns:a="http://schemas.openxmlformats.org/drawingml/2006/main" noGrp="1"/>
          </p:cNvSpPr>
          <p:nvPr/>
        </p:nvSpPr>
        <p:spPr>
          <a:xfrm xmlns:a="http://schemas.openxmlformats.org/drawingml/2006/main">
            <a:off x="10378440" y="2093976"/>
            <a:ext cx="777240" cy="5669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2700" b="1">
                <a:solidFill>
                  <a:srgbClr val="FFFFFF"/>
                </a:solidFill>
                <a:latin typeface="Microsoft YaHei"/>
                <a:ea typeface="Microsoft YaHei"/>
                <a:cs typeface="Microsoft YaHei"/>
              </a:rPr>
              <a:t>五</a:t>
            </a:r>
          </a:p>
        </p:txBody>
      </p:sp>
      <p:sp>
        <p:nvSpPr>
          <p:cNvPr id="35" name="TextBox 34">
            <a:extLst xmlns:a="http://schemas.openxmlformats.org/drawingml/2006/main">
              <a:ext uri="{FF2B5EF4-FFF2-40B4-BE49-F238E27FC236}">
                <a16:creationId xmlns:a16="http://schemas.microsoft.com/office/drawing/2014/main" id="{06F300A0-856D-4B16-8B98-AEFBC86EA738}"/>
              </a:ext>
            </a:extLst>
          </p:cNvPr>
          <p:cNvSpPr>
            <a:spLocks xmlns:a="http://schemas.openxmlformats.org/drawingml/2006/main" noGrp="1"/>
          </p:cNvSpPr>
          <p:nvPr/>
        </p:nvSpPr>
        <p:spPr>
          <a:xfrm xmlns:a="http://schemas.openxmlformats.org/drawingml/2006/main">
            <a:off x="10560805" y="2999232"/>
            <a:ext cx="421654" cy="2644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1">
                <a:solidFill>
                  <a:srgbClr val="F7961E"/>
                </a:solidFill>
                <a:latin typeface="Microsoft YaHei"/>
                <a:ea typeface="Microsoft YaHei"/>
                <a:cs typeface="Microsoft YaHei"/>
              </a:rPr>
              <a:t>后续</a:t>
            </a:r>
          </a:p>
        </p:txBody>
      </p:sp>
      <p:sp>
        <p:nvSpPr>
          <p:cNvPr id="36" name="TextBox 35">
            <a:extLst xmlns:a="http://schemas.openxmlformats.org/drawingml/2006/main">
              <a:ext uri="{FF2B5EF4-FFF2-40B4-BE49-F238E27FC236}">
                <a16:creationId xmlns:a16="http://schemas.microsoft.com/office/drawing/2014/main" id="{27F9D7D9-CDC0-4868-8E9F-436EA09478AC}"/>
              </a:ext>
            </a:extLst>
          </p:cNvPr>
          <p:cNvSpPr>
            <a:spLocks xmlns:a="http://schemas.openxmlformats.org/drawingml/2006/main" noGrp="1"/>
          </p:cNvSpPr>
          <p:nvPr/>
        </p:nvSpPr>
        <p:spPr>
          <a:xfrm xmlns:a="http://schemas.openxmlformats.org/drawingml/2006/main">
            <a:off x="10273284" y="3544470"/>
            <a:ext cx="1216152" cy="222048"/>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220" b="0">
                <a:solidFill>
                  <a:srgbClr val="1C2536"/>
                </a:solidFill>
                <a:latin typeface="Microsoft YaHei"/>
                <a:ea typeface="Microsoft YaHei"/>
                <a:cs typeface="Microsoft YaHei"/>
              </a:rPr>
              <a:t>后续深化方向</a:t>
            </a:r>
          </a:p>
        </p:txBody>
      </p:sp>
      <p:sp>
        <p:nvSpPr>
          <p:cNvPr id="37" name="Rounded Rectangle 36">
            <a:extLst xmlns:a="http://schemas.openxmlformats.org/drawingml/2006/main">
              <a:ext uri="{FF2B5EF4-FFF2-40B4-BE49-F238E27FC236}">
                <a16:creationId xmlns:a16="http://schemas.microsoft.com/office/drawing/2014/main" id="{CE98850D-72FC-4D30-8DAA-90E435762D0A}"/>
              </a:ext>
            </a:extLst>
          </p:cNvPr>
          <p:cNvSpPr>
            <a:spLocks xmlns:a="http://schemas.openxmlformats.org/drawingml/2006/main" noGrp="1"/>
          </p:cNvSpPr>
          <p:nvPr/>
        </p:nvSpPr>
        <p:spPr>
          <a:xfrm xmlns:a="http://schemas.openxmlformats.org/drawingml/2006/main">
            <a:off x="914400" y="5650992"/>
            <a:ext cx="10332720" cy="530352"/>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AA0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13DC950A-58CB-4772-B734-EC6D8B4951AA}"/>
              </a:ext>
            </a:extLst>
          </p:cNvPr>
          <p:cNvSpPr>
            <a:spLocks xmlns:a="http://schemas.openxmlformats.org/drawingml/2006/main" noGrp="1"/>
          </p:cNvSpPr>
          <p:nvPr/>
        </p:nvSpPr>
        <p:spPr>
          <a:xfrm xmlns:a="http://schemas.openxmlformats.org/drawingml/2006/main">
            <a:off x="1143000" y="5779008"/>
            <a:ext cx="987552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50" b="1">
                <a:solidFill>
                  <a:srgbClr val="2F68EF"/>
                </a:solidFill>
                <a:latin typeface="Microsoft YaHei"/>
                <a:ea typeface="Microsoft YaHei"/>
                <a:cs typeface="Microsoft YaHei"/>
              </a:rPr>
              <a:t>PPT </a:t>
            </a:r>
            <a:r>
              <a:rPr sz="1550" b="1">
                <a:solidFill>
                  <a:srgbClr val="2F68EF"/>
                </a:solidFill>
                <a:latin typeface="Microsoft YaHei"/>
                <a:ea typeface="Microsoft YaHei"/>
                <a:cs typeface="Microsoft YaHei"/>
              </a:rPr>
              <a:t>负责把“已完成什么、为什么有技术含量、凭什么可验收”讲成一条证据链</a:t>
            </a:r>
            <a:r>
              <a:rPr sz="1550" b="1">
                <a:solidFill>
                  <a:srgbClr val="2F68EF"/>
                </a:solidFill>
                <a:latin typeface="Microsoft YaHei"/>
                <a:ea typeface="Microsoft YaHei"/>
                <a:cs typeface="Microsoft YaHei"/>
              </a:rPr>
              <a:t>。</a:t>
            </a:r>
          </a:p>
        </p:txBody>
      </p:sp>
      <p:sp>
        <p:nvSpPr>
          <p:cNvPr id="42" name="">
            <a:extLst xmlns:a="http://schemas.openxmlformats.org/drawingml/2006/main">
              <a:ext uri="{FF2B5EF4-FFF2-40B4-BE49-F238E27FC236}">
                <a16:creationId xmlns:a16="http://schemas.microsoft.com/office/drawing/2014/main" id="{6A40146E-BFC1-4B8A-9810-E73FACA5445E}"/>
              </a:ext>
            </a:extLst>
          </p:cNvPr>
          <p:cNvSpPr>
            <a:spLocks xmlns:a="http://schemas.openxmlformats.org/drawingml/2006/main" noGrp="1"/>
          </p:cNvSpPr>
          <p:nvPr/>
        </p:nvSpPr>
        <p:spPr>
          <a:xfrm xmlns:a="http://schemas.openxmlformats.org/drawingml/2006/main">
            <a:off x="571500" y="1047750"/>
            <a:ext cx="11125200" cy="4343400"/>
          </a:xfrm>
          <a:prstGeom xmlns:a="http://schemas.openxmlformats.org/drawingml/2006/main" prst="roundRect">
            <a:avLst>
              <a:gd name="adj" fmla="val 10000"/>
            </a:avLst>
          </a:prstGeom>
          <a:solidFill xmlns:a="http://schemas.openxmlformats.org/drawingml/2006/main">
            <a:srgbClr val="F8FBFF"/>
          </a:solidFill>
          <a:ln xmlns:a="http://schemas.openxmlformats.org/drawingml/2006/main" w="11430">
            <a:solidFill>
              <a:srgbClr val="BFD5F4"/>
            </a:solidFill>
          </a:ln>
        </p:spPr>
      </p:sp>
      <p:sp>
        <p:nvSpPr>
          <p:cNvPr id="43" name="">
            <a:extLst xmlns:a="http://schemas.openxmlformats.org/drawingml/2006/main">
              <a:ext uri="{FF2B5EF4-FFF2-40B4-BE49-F238E27FC236}">
                <a16:creationId xmlns:a16="http://schemas.microsoft.com/office/drawing/2014/main" id="{A7445E20-CB79-46C0-8E70-92F1E39A7FBE}"/>
              </a:ext>
            </a:extLst>
          </p:cNvPr>
          <p:cNvSpPr>
            <a:spLocks xmlns:a="http://schemas.openxmlformats.org/drawingml/2006/main" noGrp="1"/>
          </p:cNvSpPr>
          <p:nvPr/>
        </p:nvSpPr>
        <p:spPr>
          <a:xfrm xmlns:a="http://schemas.openxmlformats.org/drawingml/2006/main">
            <a:off x="1123950" y="1238250"/>
            <a:ext cx="9906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061A46"/>
                </a:solidFill>
                <a:latin typeface="Microsoft YaHei"/>
                <a:ea typeface="Microsoft YaHei"/>
                <a:cs typeface="Microsoft YaHei"/>
              </a:defRPr>
            </a:pPr>
            <a:r>
              <a:rPr sz="1500" b="1">
                <a:solidFill>
                  <a:srgbClr val="061A46"/>
                </a:solidFill>
                <a:latin typeface="Microsoft YaHei"/>
                <a:ea typeface="Microsoft YaHei"/>
                <a:cs typeface="Microsoft YaHei"/>
              </a:rPr>
              <a:t>验收逻辑：任务要求 → 技术攻关 → 实验验证 → 原型系统 → 成果材料</a:t>
            </a:r>
          </a:p>
        </p:txBody>
      </p:sp>
      <p:sp>
        <p:nvSpPr>
          <p:cNvPr id="44" name="">
            <a:extLst xmlns:a="http://schemas.openxmlformats.org/drawingml/2006/main">
              <a:ext uri="{FF2B5EF4-FFF2-40B4-BE49-F238E27FC236}">
                <a16:creationId xmlns:a16="http://schemas.microsoft.com/office/drawing/2014/main" id="{D94BBA84-42FB-4318-B552-4A3EECC728AC}"/>
              </a:ext>
            </a:extLst>
          </p:cNvPr>
          <p:cNvSpPr>
            <a:spLocks xmlns:a="http://schemas.openxmlformats.org/drawingml/2006/main" noGrp="1"/>
          </p:cNvSpPr>
          <p:nvPr/>
        </p:nvSpPr>
        <p:spPr>
          <a:xfrm xmlns:a="http://schemas.openxmlformats.org/drawingml/2006/main">
            <a:off x="990600" y="1685925"/>
            <a:ext cx="10210800" cy="5524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3E2F7"/>
            </a:solidFill>
          </a:ln>
        </p:spPr>
      </p:sp>
      <p:sp>
        <p:nvSpPr>
          <p:cNvPr id="45" name="">
            <a:extLst xmlns:a="http://schemas.openxmlformats.org/drawingml/2006/main">
              <a:ext uri="{FF2B5EF4-FFF2-40B4-BE49-F238E27FC236}">
                <a16:creationId xmlns:a16="http://schemas.microsoft.com/office/drawing/2014/main" id="{8ACE05F9-BC4C-41FB-94A8-7F6E39516E62}"/>
              </a:ext>
            </a:extLst>
          </p:cNvPr>
          <p:cNvSpPr>
            <a:spLocks xmlns:a="http://schemas.openxmlformats.org/drawingml/2006/main" noGrp="1"/>
          </p:cNvSpPr>
          <p:nvPr/>
        </p:nvSpPr>
        <p:spPr>
          <a:xfrm xmlns:a="http://schemas.openxmlformats.org/drawingml/2006/main">
            <a:off x="990600" y="1685925"/>
            <a:ext cx="85725" cy="552450"/>
          </a:xfrm>
          <a:prstGeom xmlns:a="http://schemas.openxmlformats.org/drawingml/2006/main" prst="rect">
            <a:avLst/>
          </a:prstGeom>
          <a:solidFill xmlns:a="http://schemas.openxmlformats.org/drawingml/2006/main">
            <a:srgbClr val="2F68EF"/>
          </a:solidFill>
          <a:ln xmlns:a="http://schemas.openxmlformats.org/drawingml/2006/main" w="11430">
            <a:solidFill>
              <a:srgbClr val="2F68EF"/>
            </a:solidFill>
          </a:ln>
        </p:spPr>
      </p:sp>
      <p:sp>
        <p:nvSpPr>
          <p:cNvPr id="46" name="">
            <a:extLst xmlns:a="http://schemas.openxmlformats.org/drawingml/2006/main">
              <a:ext uri="{FF2B5EF4-FFF2-40B4-BE49-F238E27FC236}">
                <a16:creationId xmlns:a16="http://schemas.microsoft.com/office/drawing/2014/main" id="{23B30871-BD26-46CD-BC5C-4C28431FC32E}"/>
              </a:ext>
            </a:extLst>
          </p:cNvPr>
          <p:cNvSpPr>
            <a:spLocks xmlns:a="http://schemas.openxmlformats.org/drawingml/2006/main" noGrp="1"/>
          </p:cNvSpPr>
          <p:nvPr/>
        </p:nvSpPr>
        <p:spPr>
          <a:xfrm xmlns:a="http://schemas.openxmlformats.org/drawingml/2006/main">
            <a:off x="1238250" y="1847850"/>
            <a:ext cx="2381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1">
                <a:solidFill>
                  <a:srgbClr val="061A46"/>
                </a:solidFill>
                <a:latin typeface="Microsoft YaHei"/>
                <a:ea typeface="Microsoft YaHei"/>
                <a:cs typeface="Microsoft YaHei"/>
              </a:defRPr>
            </a:pPr>
            <a:r>
              <a:rPr sz="1238" b="1">
                <a:solidFill>
                  <a:srgbClr val="061A46"/>
                </a:solidFill>
                <a:latin typeface="Microsoft YaHei"/>
                <a:ea typeface="Microsoft YaHei"/>
                <a:cs typeface="Microsoft YaHei"/>
              </a:rPr>
              <a:t>多智能体协作原型框架</a:t>
            </a:r>
          </a:p>
        </p:txBody>
      </p:sp>
      <p:sp>
        <p:nvSpPr>
          <p:cNvPr id="47" name="">
            <a:extLst xmlns:a="http://schemas.openxmlformats.org/drawingml/2006/main">
              <a:ext uri="{FF2B5EF4-FFF2-40B4-BE49-F238E27FC236}">
                <a16:creationId xmlns:a16="http://schemas.microsoft.com/office/drawing/2014/main" id="{5A5A4131-02C8-4160-B828-21A275509E26}"/>
              </a:ext>
            </a:extLst>
          </p:cNvPr>
          <p:cNvSpPr>
            <a:spLocks xmlns:a="http://schemas.openxmlformats.org/drawingml/2006/main" noGrp="1"/>
          </p:cNvSpPr>
          <p:nvPr/>
        </p:nvSpPr>
        <p:spPr>
          <a:xfrm xmlns:a="http://schemas.openxmlformats.org/drawingml/2006/main">
            <a:off x="3848100" y="1847850"/>
            <a:ext cx="11239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2F68EF"/>
                </a:solidFill>
                <a:latin typeface="Microsoft YaHei"/>
                <a:ea typeface="Microsoft YaHei"/>
                <a:cs typeface="Microsoft YaHei"/>
              </a:defRPr>
            </a:pPr>
            <a:r>
              <a:rPr sz="1200" b="1">
                <a:solidFill>
                  <a:srgbClr val="2F68EF"/>
                </a:solidFill>
                <a:latin typeface="Microsoft YaHei"/>
                <a:ea typeface="Microsoft YaHei"/>
                <a:cs typeface="Microsoft YaHei"/>
              </a:rPr>
              <a:t>已完成</a:t>
            </a:r>
          </a:p>
        </p:txBody>
      </p:sp>
      <p:sp>
        <p:nvSpPr>
          <p:cNvPr id="48" name="">
            <a:extLst xmlns:a="http://schemas.openxmlformats.org/drawingml/2006/main">
              <a:ext uri="{FF2B5EF4-FFF2-40B4-BE49-F238E27FC236}">
                <a16:creationId xmlns:a16="http://schemas.microsoft.com/office/drawing/2014/main" id="{0EFD4276-D535-4452-9461-90C374AB8E19}"/>
              </a:ext>
            </a:extLst>
          </p:cNvPr>
          <p:cNvSpPr>
            <a:spLocks xmlns:a="http://schemas.openxmlformats.org/drawingml/2006/main" noGrp="1"/>
          </p:cNvSpPr>
          <p:nvPr/>
        </p:nvSpPr>
        <p:spPr>
          <a:xfrm xmlns:a="http://schemas.openxmlformats.org/drawingml/2006/main">
            <a:off x="5219700" y="1838325"/>
            <a:ext cx="5619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98" b="0">
                <a:solidFill>
                  <a:srgbClr val="102033"/>
                </a:solidFill>
                <a:latin typeface="Microsoft YaHei"/>
                <a:ea typeface="Microsoft YaHei"/>
                <a:cs typeface="Microsoft YaHei"/>
              </a:defRPr>
            </a:pPr>
            <a:r>
              <a:rPr sz="998" b="0">
                <a:solidFill>
                  <a:srgbClr val="102033"/>
                </a:solidFill>
                <a:latin typeface="Microsoft YaHei"/>
                <a:ea typeface="Microsoft YaHei"/>
                <a:cs typeface="Microsoft YaHei"/>
              </a:rPr>
              <a:t>能力命名、结构化判别、职责化复核、授权改判、执行映射与过程记录形成闭环。</a:t>
            </a:r>
          </a:p>
        </p:txBody>
      </p:sp>
      <p:sp>
        <p:nvSpPr>
          <p:cNvPr id="49" name="">
            <a:extLst xmlns:a="http://schemas.openxmlformats.org/drawingml/2006/main">
              <a:ext uri="{FF2B5EF4-FFF2-40B4-BE49-F238E27FC236}">
                <a16:creationId xmlns:a16="http://schemas.microsoft.com/office/drawing/2014/main" id="{517308E2-EC8C-4D04-BA9C-9E625C0E9613}"/>
              </a:ext>
            </a:extLst>
          </p:cNvPr>
          <p:cNvSpPr>
            <a:spLocks xmlns:a="http://schemas.openxmlformats.org/drawingml/2006/main" noGrp="1"/>
          </p:cNvSpPr>
          <p:nvPr/>
        </p:nvSpPr>
        <p:spPr>
          <a:xfrm xmlns:a="http://schemas.openxmlformats.org/drawingml/2006/main">
            <a:off x="990600" y="2333625"/>
            <a:ext cx="10210800" cy="5524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3E2F7"/>
            </a:solidFill>
          </a:ln>
        </p:spPr>
      </p:sp>
      <p:sp>
        <p:nvSpPr>
          <p:cNvPr id="50" name="">
            <a:extLst xmlns:a="http://schemas.openxmlformats.org/drawingml/2006/main">
              <a:ext uri="{FF2B5EF4-FFF2-40B4-BE49-F238E27FC236}">
                <a16:creationId xmlns:a16="http://schemas.microsoft.com/office/drawing/2014/main" id="{91E2241C-2721-4B7F-8324-EF53B16A1B59}"/>
              </a:ext>
            </a:extLst>
          </p:cNvPr>
          <p:cNvSpPr>
            <a:spLocks xmlns:a="http://schemas.openxmlformats.org/drawingml/2006/main" noGrp="1"/>
          </p:cNvSpPr>
          <p:nvPr/>
        </p:nvSpPr>
        <p:spPr>
          <a:xfrm xmlns:a="http://schemas.openxmlformats.org/drawingml/2006/main">
            <a:off x="990600" y="2333625"/>
            <a:ext cx="85725" cy="552450"/>
          </a:xfrm>
          <a:prstGeom xmlns:a="http://schemas.openxmlformats.org/drawingml/2006/main" prst="rect">
            <a:avLst/>
          </a:prstGeom>
          <a:solidFill xmlns:a="http://schemas.openxmlformats.org/drawingml/2006/main">
            <a:srgbClr val="F59E0B"/>
          </a:solidFill>
          <a:ln xmlns:a="http://schemas.openxmlformats.org/drawingml/2006/main" w="11430">
            <a:solidFill>
              <a:srgbClr val="F59E0B"/>
            </a:solidFill>
          </a:ln>
        </p:spPr>
      </p:sp>
      <p:sp>
        <p:nvSpPr>
          <p:cNvPr id="51" name="">
            <a:extLst xmlns:a="http://schemas.openxmlformats.org/drawingml/2006/main">
              <a:ext uri="{FF2B5EF4-FFF2-40B4-BE49-F238E27FC236}">
                <a16:creationId xmlns:a16="http://schemas.microsoft.com/office/drawing/2014/main" id="{65197F9C-8D6E-4A98-B8BF-5A9177ADCB36}"/>
              </a:ext>
            </a:extLst>
          </p:cNvPr>
          <p:cNvSpPr>
            <a:spLocks xmlns:a="http://schemas.openxmlformats.org/drawingml/2006/main" noGrp="1"/>
          </p:cNvSpPr>
          <p:nvPr/>
        </p:nvSpPr>
        <p:spPr>
          <a:xfrm xmlns:a="http://schemas.openxmlformats.org/drawingml/2006/main">
            <a:off x="1238250" y="2495550"/>
            <a:ext cx="2381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1">
                <a:solidFill>
                  <a:srgbClr val="061A46"/>
                </a:solidFill>
                <a:latin typeface="Microsoft YaHei"/>
                <a:ea typeface="Microsoft YaHei"/>
                <a:cs typeface="Microsoft YaHei"/>
              </a:defRPr>
            </a:pPr>
            <a:r>
              <a:rPr sz="1238" b="1">
                <a:solidFill>
                  <a:srgbClr val="061A46"/>
                </a:solidFill>
                <a:latin typeface="Microsoft YaHei"/>
                <a:ea typeface="Microsoft YaHei"/>
                <a:cs typeface="Microsoft YaHei"/>
              </a:rPr>
              <a:t>多智能体交互与共识机制</a:t>
            </a:r>
          </a:p>
        </p:txBody>
      </p:sp>
      <p:sp>
        <p:nvSpPr>
          <p:cNvPr id="52" name="">
            <a:extLst xmlns:a="http://schemas.openxmlformats.org/drawingml/2006/main">
              <a:ext uri="{FF2B5EF4-FFF2-40B4-BE49-F238E27FC236}">
                <a16:creationId xmlns:a16="http://schemas.microsoft.com/office/drawing/2014/main" id="{F0E7BBDA-6EC2-4835-9C70-B83CEB8C0ECC}"/>
              </a:ext>
            </a:extLst>
          </p:cNvPr>
          <p:cNvSpPr>
            <a:spLocks xmlns:a="http://schemas.openxmlformats.org/drawingml/2006/main" noGrp="1"/>
          </p:cNvSpPr>
          <p:nvPr/>
        </p:nvSpPr>
        <p:spPr>
          <a:xfrm xmlns:a="http://schemas.openxmlformats.org/drawingml/2006/main">
            <a:off x="3848100" y="2495550"/>
            <a:ext cx="11239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59E0B"/>
                </a:solidFill>
                <a:latin typeface="Microsoft YaHei"/>
                <a:ea typeface="Microsoft YaHei"/>
                <a:cs typeface="Microsoft YaHei"/>
              </a:defRPr>
            </a:pPr>
            <a:r>
              <a:rPr sz="1200" b="1">
                <a:solidFill>
                  <a:srgbClr val="F59E0B"/>
                </a:solidFill>
                <a:latin typeface="Microsoft YaHei"/>
                <a:ea typeface="Microsoft YaHei"/>
                <a:cs typeface="Microsoft YaHei"/>
              </a:rPr>
              <a:t>已验证</a:t>
            </a:r>
          </a:p>
        </p:txBody>
      </p:sp>
      <p:sp>
        <p:nvSpPr>
          <p:cNvPr id="53" name="">
            <a:extLst xmlns:a="http://schemas.openxmlformats.org/drawingml/2006/main">
              <a:ext uri="{FF2B5EF4-FFF2-40B4-BE49-F238E27FC236}">
                <a16:creationId xmlns:a16="http://schemas.microsoft.com/office/drawing/2014/main" id="{C5DB86AB-17BF-42D6-AC05-A0A37F8845F3}"/>
              </a:ext>
            </a:extLst>
          </p:cNvPr>
          <p:cNvSpPr>
            <a:spLocks xmlns:a="http://schemas.openxmlformats.org/drawingml/2006/main" noGrp="1"/>
          </p:cNvSpPr>
          <p:nvPr/>
        </p:nvSpPr>
        <p:spPr>
          <a:xfrm xmlns:a="http://schemas.openxmlformats.org/drawingml/2006/main">
            <a:off x="5219700" y="2486025"/>
            <a:ext cx="5619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98" b="0">
                <a:solidFill>
                  <a:srgbClr val="102033"/>
                </a:solidFill>
                <a:latin typeface="Microsoft YaHei"/>
                <a:ea typeface="Microsoft YaHei"/>
                <a:cs typeface="Microsoft YaHei"/>
              </a:defRPr>
            </a:pPr>
            <a:r>
              <a:rPr sz="998" b="0">
                <a:solidFill>
                  <a:srgbClr val="102033"/>
                </a:solidFill>
                <a:latin typeface="Microsoft YaHei"/>
                <a:ea typeface="Microsoft YaHei"/>
                <a:cs typeface="Microsoft YaHei"/>
              </a:rPr>
              <a:t>四类职责角色、二轮定向复核与显式授权门禁，支撑复杂样本受控净修正。</a:t>
            </a:r>
          </a:p>
        </p:txBody>
      </p:sp>
      <p:sp>
        <p:nvSpPr>
          <p:cNvPr id="54" name="">
            <a:extLst xmlns:a="http://schemas.openxmlformats.org/drawingml/2006/main">
              <a:ext uri="{FF2B5EF4-FFF2-40B4-BE49-F238E27FC236}">
                <a16:creationId xmlns:a16="http://schemas.microsoft.com/office/drawing/2014/main" id="{F06BBA34-ED21-4FFE-808F-BB22C64782C7}"/>
              </a:ext>
            </a:extLst>
          </p:cNvPr>
          <p:cNvSpPr>
            <a:spLocks xmlns:a="http://schemas.openxmlformats.org/drawingml/2006/main" noGrp="1"/>
          </p:cNvSpPr>
          <p:nvPr/>
        </p:nvSpPr>
        <p:spPr>
          <a:xfrm xmlns:a="http://schemas.openxmlformats.org/drawingml/2006/main">
            <a:off x="990600" y="2981325"/>
            <a:ext cx="10210800" cy="5524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3E2F7"/>
            </a:solidFill>
          </a:ln>
        </p:spPr>
      </p:sp>
      <p:sp>
        <p:nvSpPr>
          <p:cNvPr id="55" name="">
            <a:extLst xmlns:a="http://schemas.openxmlformats.org/drawingml/2006/main">
              <a:ext uri="{FF2B5EF4-FFF2-40B4-BE49-F238E27FC236}">
                <a16:creationId xmlns:a16="http://schemas.microsoft.com/office/drawing/2014/main" id="{4B391236-6782-4CC5-8243-DCAFC5313066}"/>
              </a:ext>
            </a:extLst>
          </p:cNvPr>
          <p:cNvSpPr>
            <a:spLocks xmlns:a="http://schemas.openxmlformats.org/drawingml/2006/main" noGrp="1"/>
          </p:cNvSpPr>
          <p:nvPr/>
        </p:nvSpPr>
        <p:spPr>
          <a:xfrm xmlns:a="http://schemas.openxmlformats.org/drawingml/2006/main">
            <a:off x="990600" y="2981325"/>
            <a:ext cx="85725" cy="552450"/>
          </a:xfrm>
          <a:prstGeom xmlns:a="http://schemas.openxmlformats.org/drawingml/2006/main" prst="rect">
            <a:avLst/>
          </a:prstGeom>
          <a:solidFill xmlns:a="http://schemas.openxmlformats.org/drawingml/2006/main">
            <a:srgbClr val="6B49C8"/>
          </a:solidFill>
          <a:ln xmlns:a="http://schemas.openxmlformats.org/drawingml/2006/main" w="11430">
            <a:solidFill>
              <a:srgbClr val="6B49C8"/>
            </a:solidFill>
          </a:ln>
        </p:spPr>
      </p:sp>
      <p:sp>
        <p:nvSpPr>
          <p:cNvPr id="56" name="">
            <a:extLst xmlns:a="http://schemas.openxmlformats.org/drawingml/2006/main">
              <a:ext uri="{FF2B5EF4-FFF2-40B4-BE49-F238E27FC236}">
                <a16:creationId xmlns:a16="http://schemas.microsoft.com/office/drawing/2014/main" id="{93B95587-2845-4BA1-93CB-4F531F2B1399}"/>
              </a:ext>
            </a:extLst>
          </p:cNvPr>
          <p:cNvSpPr>
            <a:spLocks xmlns:a="http://schemas.openxmlformats.org/drawingml/2006/main" noGrp="1"/>
          </p:cNvSpPr>
          <p:nvPr/>
        </p:nvSpPr>
        <p:spPr>
          <a:xfrm xmlns:a="http://schemas.openxmlformats.org/drawingml/2006/main">
            <a:off x="1238250" y="3143250"/>
            <a:ext cx="2381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1">
                <a:solidFill>
                  <a:srgbClr val="061A46"/>
                </a:solidFill>
                <a:latin typeface="Microsoft YaHei"/>
                <a:ea typeface="Microsoft YaHei"/>
                <a:cs typeface="Microsoft YaHei"/>
              </a:defRPr>
            </a:pPr>
            <a:r>
              <a:rPr sz="1238" b="1">
                <a:solidFill>
                  <a:srgbClr val="061A46"/>
                </a:solidFill>
                <a:latin typeface="Microsoft YaHei"/>
                <a:ea typeface="Microsoft YaHei"/>
                <a:cs typeface="Microsoft YaHei"/>
              </a:rPr>
              <a:t>智能体行为可信标识</a:t>
            </a:r>
          </a:p>
        </p:txBody>
      </p:sp>
      <p:sp>
        <p:nvSpPr>
          <p:cNvPr id="57" name="">
            <a:extLst xmlns:a="http://schemas.openxmlformats.org/drawingml/2006/main">
              <a:ext uri="{FF2B5EF4-FFF2-40B4-BE49-F238E27FC236}">
                <a16:creationId xmlns:a16="http://schemas.microsoft.com/office/drawing/2014/main" id="{204958B3-4975-4DC2-A5FA-B208BDACE9AD}"/>
              </a:ext>
            </a:extLst>
          </p:cNvPr>
          <p:cNvSpPr>
            <a:spLocks xmlns:a="http://schemas.openxmlformats.org/drawingml/2006/main" noGrp="1"/>
          </p:cNvSpPr>
          <p:nvPr/>
        </p:nvSpPr>
        <p:spPr>
          <a:xfrm xmlns:a="http://schemas.openxmlformats.org/drawingml/2006/main">
            <a:off x="3848100" y="3143250"/>
            <a:ext cx="11239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6B49C8"/>
                </a:solidFill>
                <a:latin typeface="Microsoft YaHei"/>
                <a:ea typeface="Microsoft YaHei"/>
                <a:cs typeface="Microsoft YaHei"/>
              </a:defRPr>
            </a:pPr>
            <a:r>
              <a:rPr sz="1200" b="1">
                <a:solidFill>
                  <a:srgbClr val="6B49C8"/>
                </a:solidFill>
                <a:latin typeface="Microsoft YaHei"/>
                <a:ea typeface="Microsoft YaHei"/>
                <a:cs typeface="Microsoft YaHei"/>
              </a:rPr>
              <a:t>已落地</a:t>
            </a:r>
          </a:p>
        </p:txBody>
      </p:sp>
      <p:sp>
        <p:nvSpPr>
          <p:cNvPr id="58" name="">
            <a:extLst xmlns:a="http://schemas.openxmlformats.org/drawingml/2006/main">
              <a:ext uri="{FF2B5EF4-FFF2-40B4-BE49-F238E27FC236}">
                <a16:creationId xmlns:a16="http://schemas.microsoft.com/office/drawing/2014/main" id="{4E31EE34-E1F7-4320-8156-A1A5A97059C1}"/>
              </a:ext>
            </a:extLst>
          </p:cNvPr>
          <p:cNvSpPr>
            <a:spLocks xmlns:a="http://schemas.openxmlformats.org/drawingml/2006/main" noGrp="1"/>
          </p:cNvSpPr>
          <p:nvPr/>
        </p:nvSpPr>
        <p:spPr>
          <a:xfrm xmlns:a="http://schemas.openxmlformats.org/drawingml/2006/main">
            <a:off x="5219700" y="3133725"/>
            <a:ext cx="5619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98" b="0">
                <a:solidFill>
                  <a:srgbClr val="102033"/>
                </a:solidFill>
                <a:latin typeface="Microsoft YaHei"/>
                <a:ea typeface="Microsoft YaHei"/>
                <a:cs typeface="Microsoft YaHei"/>
              </a:defRPr>
            </a:pPr>
            <a:r>
              <a:rPr sz="998" b="0">
                <a:solidFill>
                  <a:srgbClr val="102033"/>
                </a:solidFill>
                <a:latin typeface="Microsoft YaHei"/>
                <a:ea typeface="Microsoft YaHei"/>
                <a:cs typeface="Microsoft YaHei"/>
              </a:rPr>
              <a:t>候选快照、结构化裁决、角色提案、授权判断、选择轨迹与实例映射可回放。</a:t>
            </a:r>
          </a:p>
        </p:txBody>
      </p:sp>
      <p:sp>
        <p:nvSpPr>
          <p:cNvPr id="59" name="">
            <a:extLst xmlns:a="http://schemas.openxmlformats.org/drawingml/2006/main">
              <a:ext uri="{FF2B5EF4-FFF2-40B4-BE49-F238E27FC236}">
                <a16:creationId xmlns:a16="http://schemas.microsoft.com/office/drawing/2014/main" id="{37B37881-DEC0-460A-BAB2-D650D78BD44C}"/>
              </a:ext>
            </a:extLst>
          </p:cNvPr>
          <p:cNvSpPr>
            <a:spLocks xmlns:a="http://schemas.openxmlformats.org/drawingml/2006/main" noGrp="1"/>
          </p:cNvSpPr>
          <p:nvPr/>
        </p:nvSpPr>
        <p:spPr>
          <a:xfrm xmlns:a="http://schemas.openxmlformats.org/drawingml/2006/main">
            <a:off x="990600" y="3629025"/>
            <a:ext cx="10210800" cy="5524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3E2F7"/>
            </a:solidFill>
          </a:ln>
        </p:spPr>
      </p:sp>
      <p:sp>
        <p:nvSpPr>
          <p:cNvPr id="60" name="">
            <a:extLst xmlns:a="http://schemas.openxmlformats.org/drawingml/2006/main">
              <a:ext uri="{FF2B5EF4-FFF2-40B4-BE49-F238E27FC236}">
                <a16:creationId xmlns:a16="http://schemas.microsoft.com/office/drawing/2014/main" id="{6F1DBFB5-8A4C-48B2-968C-2CC738B1D00A}"/>
              </a:ext>
            </a:extLst>
          </p:cNvPr>
          <p:cNvSpPr>
            <a:spLocks xmlns:a="http://schemas.openxmlformats.org/drawingml/2006/main" noGrp="1"/>
          </p:cNvSpPr>
          <p:nvPr/>
        </p:nvSpPr>
        <p:spPr>
          <a:xfrm xmlns:a="http://schemas.openxmlformats.org/drawingml/2006/main">
            <a:off x="990600" y="3629025"/>
            <a:ext cx="85725" cy="552450"/>
          </a:xfrm>
          <a:prstGeom xmlns:a="http://schemas.openxmlformats.org/drawingml/2006/main" prst="rect">
            <a:avLst/>
          </a:prstGeom>
          <a:solidFill xmlns:a="http://schemas.openxmlformats.org/drawingml/2006/main">
            <a:srgbClr val="0E9F5C"/>
          </a:solidFill>
          <a:ln xmlns:a="http://schemas.openxmlformats.org/drawingml/2006/main" w="11430">
            <a:solidFill>
              <a:srgbClr val="0E9F5C"/>
            </a:solidFill>
          </a:ln>
        </p:spPr>
      </p:sp>
      <p:sp>
        <p:nvSpPr>
          <p:cNvPr id="61" name="">
            <a:extLst xmlns:a="http://schemas.openxmlformats.org/drawingml/2006/main">
              <a:ext uri="{FF2B5EF4-FFF2-40B4-BE49-F238E27FC236}">
                <a16:creationId xmlns:a16="http://schemas.microsoft.com/office/drawing/2014/main" id="{2C2C9D2C-4B04-4F44-9EAF-EB4445372318}"/>
              </a:ext>
            </a:extLst>
          </p:cNvPr>
          <p:cNvSpPr>
            <a:spLocks xmlns:a="http://schemas.openxmlformats.org/drawingml/2006/main" noGrp="1"/>
          </p:cNvSpPr>
          <p:nvPr/>
        </p:nvSpPr>
        <p:spPr>
          <a:xfrm xmlns:a="http://schemas.openxmlformats.org/drawingml/2006/main">
            <a:off x="1238250" y="3790950"/>
            <a:ext cx="2381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1">
                <a:solidFill>
                  <a:srgbClr val="061A46"/>
                </a:solidFill>
                <a:latin typeface="Microsoft YaHei"/>
                <a:ea typeface="Microsoft YaHei"/>
                <a:cs typeface="Microsoft YaHei"/>
              </a:defRPr>
            </a:pPr>
            <a:r>
              <a:rPr sz="1238" b="1">
                <a:solidFill>
                  <a:srgbClr val="061A46"/>
                </a:solidFill>
                <a:latin typeface="Microsoft YaHei"/>
                <a:ea typeface="Microsoft YaHei"/>
                <a:cs typeface="Microsoft YaHei"/>
              </a:rPr>
              <a:t>真实标签反馈验证</a:t>
            </a:r>
          </a:p>
        </p:txBody>
      </p:sp>
      <p:sp>
        <p:nvSpPr>
          <p:cNvPr id="62" name="">
            <a:extLst xmlns:a="http://schemas.openxmlformats.org/drawingml/2006/main">
              <a:ext uri="{FF2B5EF4-FFF2-40B4-BE49-F238E27FC236}">
                <a16:creationId xmlns:a16="http://schemas.microsoft.com/office/drawing/2014/main" id="{E6749829-3C7F-41BC-8A05-513AD85DB4A7}"/>
              </a:ext>
            </a:extLst>
          </p:cNvPr>
          <p:cNvSpPr>
            <a:spLocks xmlns:a="http://schemas.openxmlformats.org/drawingml/2006/main" noGrp="1"/>
          </p:cNvSpPr>
          <p:nvPr/>
        </p:nvSpPr>
        <p:spPr>
          <a:xfrm xmlns:a="http://schemas.openxmlformats.org/drawingml/2006/main">
            <a:off x="3848100" y="3790950"/>
            <a:ext cx="11239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0E9F5C"/>
                </a:solidFill>
                <a:latin typeface="Microsoft YaHei"/>
                <a:ea typeface="Microsoft YaHei"/>
                <a:cs typeface="Microsoft YaHei"/>
              </a:defRPr>
            </a:pPr>
            <a:r>
              <a:rPr sz="1200" b="1">
                <a:solidFill>
                  <a:srgbClr val="0E9F5C"/>
                </a:solidFill>
                <a:latin typeface="Microsoft YaHei"/>
                <a:ea typeface="Microsoft YaHei"/>
                <a:cs typeface="Microsoft YaHei"/>
              </a:rPr>
              <a:t>有数据</a:t>
            </a:r>
          </a:p>
        </p:txBody>
      </p:sp>
      <p:sp>
        <p:nvSpPr>
          <p:cNvPr id="63" name="">
            <a:extLst xmlns:a="http://schemas.openxmlformats.org/drawingml/2006/main">
              <a:ext uri="{FF2B5EF4-FFF2-40B4-BE49-F238E27FC236}">
                <a16:creationId xmlns:a16="http://schemas.microsoft.com/office/drawing/2014/main" id="{2683A40B-03B1-4C62-B9E3-568C9249FED8}"/>
              </a:ext>
            </a:extLst>
          </p:cNvPr>
          <p:cNvSpPr>
            <a:spLocks xmlns:a="http://schemas.openxmlformats.org/drawingml/2006/main" noGrp="1"/>
          </p:cNvSpPr>
          <p:nvPr/>
        </p:nvSpPr>
        <p:spPr>
          <a:xfrm xmlns:a="http://schemas.openxmlformats.org/drawingml/2006/main">
            <a:off x="5219700" y="3781425"/>
            <a:ext cx="5619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98" b="0">
                <a:solidFill>
                  <a:srgbClr val="102033"/>
                </a:solidFill>
                <a:latin typeface="Microsoft YaHei"/>
                <a:ea typeface="Microsoft YaHei"/>
                <a:cs typeface="Microsoft YaHei"/>
              </a:defRPr>
            </a:pPr>
            <a:r>
              <a:rPr sz="998" b="0">
                <a:solidFill>
                  <a:srgbClr val="102033"/>
                </a:solidFill>
                <a:latin typeface="Microsoft YaHei"/>
                <a:ea typeface="Microsoft YaHei"/>
                <a:cs typeface="Microsoft YaHei"/>
              </a:rPr>
              <a:t>563 条冻结样本；train=450、test=113；主结果 78.76% → 88.50%，扩展配置 92.92%。</a:t>
            </a:r>
          </a:p>
        </p:txBody>
      </p:sp>
      <p:sp>
        <p:nvSpPr>
          <p:cNvPr id="64" name="">
            <a:extLst xmlns:a="http://schemas.openxmlformats.org/drawingml/2006/main">
              <a:ext uri="{FF2B5EF4-FFF2-40B4-BE49-F238E27FC236}">
                <a16:creationId xmlns:a16="http://schemas.microsoft.com/office/drawing/2014/main" id="{0824B0E0-FD42-48CB-BDEC-1D47A35734F1}"/>
              </a:ext>
            </a:extLst>
          </p:cNvPr>
          <p:cNvSpPr>
            <a:spLocks xmlns:a="http://schemas.openxmlformats.org/drawingml/2006/main" noGrp="1"/>
          </p:cNvSpPr>
          <p:nvPr/>
        </p:nvSpPr>
        <p:spPr>
          <a:xfrm xmlns:a="http://schemas.openxmlformats.org/drawingml/2006/main">
            <a:off x="990600" y="4276725"/>
            <a:ext cx="10210800" cy="5524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D3E2F7"/>
            </a:solidFill>
          </a:ln>
        </p:spPr>
      </p:sp>
      <p:sp>
        <p:nvSpPr>
          <p:cNvPr id="65" name="">
            <a:extLst xmlns:a="http://schemas.openxmlformats.org/drawingml/2006/main">
              <a:ext uri="{FF2B5EF4-FFF2-40B4-BE49-F238E27FC236}">
                <a16:creationId xmlns:a16="http://schemas.microsoft.com/office/drawing/2014/main" id="{53BE6A44-9DAF-42C1-A60F-0A8803EBF75E}"/>
              </a:ext>
            </a:extLst>
          </p:cNvPr>
          <p:cNvSpPr>
            <a:spLocks xmlns:a="http://schemas.openxmlformats.org/drawingml/2006/main" noGrp="1"/>
          </p:cNvSpPr>
          <p:nvPr/>
        </p:nvSpPr>
        <p:spPr>
          <a:xfrm xmlns:a="http://schemas.openxmlformats.org/drawingml/2006/main">
            <a:off x="990600" y="4276725"/>
            <a:ext cx="85725" cy="552450"/>
          </a:xfrm>
          <a:prstGeom xmlns:a="http://schemas.openxmlformats.org/drawingml/2006/main" prst="rect">
            <a:avLst/>
          </a:prstGeom>
          <a:solidFill xmlns:a="http://schemas.openxmlformats.org/drawingml/2006/main">
            <a:srgbClr val="B93232"/>
          </a:solidFill>
          <a:ln xmlns:a="http://schemas.openxmlformats.org/drawingml/2006/main" w="11430">
            <a:solidFill>
              <a:srgbClr val="B93232"/>
            </a:solidFill>
          </a:ln>
        </p:spPr>
      </p:sp>
      <p:sp>
        <p:nvSpPr>
          <p:cNvPr id="66" name="">
            <a:extLst xmlns:a="http://schemas.openxmlformats.org/drawingml/2006/main">
              <a:ext uri="{FF2B5EF4-FFF2-40B4-BE49-F238E27FC236}">
                <a16:creationId xmlns:a16="http://schemas.microsoft.com/office/drawing/2014/main" id="{16F3453C-EB73-4B0D-AD99-346AF1283111}"/>
              </a:ext>
            </a:extLst>
          </p:cNvPr>
          <p:cNvSpPr>
            <a:spLocks xmlns:a="http://schemas.openxmlformats.org/drawingml/2006/main" noGrp="1"/>
          </p:cNvSpPr>
          <p:nvPr/>
        </p:nvSpPr>
        <p:spPr>
          <a:xfrm xmlns:a="http://schemas.openxmlformats.org/drawingml/2006/main">
            <a:off x="1238250" y="4438650"/>
            <a:ext cx="2381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38" b="1">
                <a:solidFill>
                  <a:srgbClr val="061A46"/>
                </a:solidFill>
                <a:latin typeface="Microsoft YaHei"/>
                <a:ea typeface="Microsoft YaHei"/>
                <a:cs typeface="Microsoft YaHei"/>
              </a:defRPr>
            </a:pPr>
            <a:r>
              <a:rPr sz="1238" b="1">
                <a:solidFill>
                  <a:srgbClr val="061A46"/>
                </a:solidFill>
                <a:latin typeface="Microsoft YaHei"/>
                <a:ea typeface="Microsoft YaHei"/>
                <a:cs typeface="Microsoft YaHei"/>
              </a:rPr>
              <a:t>成果凝练与材料交付</a:t>
            </a:r>
          </a:p>
        </p:txBody>
      </p:sp>
      <p:sp>
        <p:nvSpPr>
          <p:cNvPr id="67" name="">
            <a:extLst xmlns:a="http://schemas.openxmlformats.org/drawingml/2006/main">
              <a:ext uri="{FF2B5EF4-FFF2-40B4-BE49-F238E27FC236}">
                <a16:creationId xmlns:a16="http://schemas.microsoft.com/office/drawing/2014/main" id="{ADB1148C-A732-4A58-B4C7-F4827F679DB3}"/>
              </a:ext>
            </a:extLst>
          </p:cNvPr>
          <p:cNvSpPr>
            <a:spLocks xmlns:a="http://schemas.openxmlformats.org/drawingml/2006/main" noGrp="1"/>
          </p:cNvSpPr>
          <p:nvPr/>
        </p:nvSpPr>
        <p:spPr>
          <a:xfrm xmlns:a="http://schemas.openxmlformats.org/drawingml/2006/main">
            <a:off x="3848100" y="4438650"/>
            <a:ext cx="11239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B93232"/>
                </a:solidFill>
                <a:latin typeface="Microsoft YaHei"/>
                <a:ea typeface="Microsoft YaHei"/>
                <a:cs typeface="Microsoft YaHei"/>
              </a:defRPr>
            </a:pPr>
            <a:r>
              <a:rPr sz="1200" b="1">
                <a:solidFill>
                  <a:srgbClr val="B93232"/>
                </a:solidFill>
                <a:latin typeface="Microsoft YaHei"/>
                <a:ea typeface="Microsoft YaHei"/>
                <a:cs typeface="Microsoft YaHei"/>
              </a:rPr>
              <a:t>已形成</a:t>
            </a:r>
          </a:p>
        </p:txBody>
      </p:sp>
      <p:sp>
        <p:nvSpPr>
          <p:cNvPr id="68" name="">
            <a:extLst xmlns:a="http://schemas.openxmlformats.org/drawingml/2006/main">
              <a:ext uri="{FF2B5EF4-FFF2-40B4-BE49-F238E27FC236}">
                <a16:creationId xmlns:a16="http://schemas.microsoft.com/office/drawing/2014/main" id="{DE07DC20-1015-4082-8303-D61459F14CD1}"/>
              </a:ext>
            </a:extLst>
          </p:cNvPr>
          <p:cNvSpPr>
            <a:spLocks xmlns:a="http://schemas.openxmlformats.org/drawingml/2006/main" noGrp="1"/>
          </p:cNvSpPr>
          <p:nvPr/>
        </p:nvSpPr>
        <p:spPr>
          <a:xfrm xmlns:a="http://schemas.openxmlformats.org/drawingml/2006/main">
            <a:off x="5219700" y="4429125"/>
            <a:ext cx="5619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98" b="0">
                <a:solidFill>
                  <a:srgbClr val="102033"/>
                </a:solidFill>
                <a:latin typeface="Microsoft YaHei"/>
                <a:ea typeface="Microsoft YaHei"/>
                <a:cs typeface="Microsoft YaHei"/>
              </a:defRPr>
            </a:pPr>
            <a:r>
              <a:rPr sz="998" b="0">
                <a:solidFill>
                  <a:srgbClr val="102033"/>
                </a:solidFill>
                <a:latin typeface="Microsoft YaHei"/>
                <a:ea typeface="Microsoft YaHei"/>
                <a:cs typeface="Microsoft YaHei"/>
              </a:rPr>
              <a:t>原型系统、技术报告、论文稿、专利材料、成果汇编、实验图表和演示材料同步支撑。</a:t>
            </a:r>
          </a:p>
        </p:txBody>
      </p:sp>
    </p:spTree>
    <p:extLst>
      <p:ext uri="{BB962C8B-B14F-4D97-AF65-F5344CB8AC3E}">
        <p14:creationId xmlns:p14="http://schemas.microsoft.com/office/powerpoint/2010/main" val="488195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c758bc2eae8449dc"/>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879e03ab6ddc4ecc"/>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73650081-39A6-48C9-98FD-8C42CD5115A3}"/>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BA3ACB4-ABFB-4C74-B76D-9A0CC566619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657EB01E-CE27-4AF8-9054-5605A245FE87}"/>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1.1 </a:t>
            </a:r>
            <a:r>
              <a:rPr sz="2220" b="1">
                <a:solidFill>
                  <a:srgbClr val="2F68EF"/>
                </a:solidFill>
                <a:latin typeface="Microsoft YaHei"/>
                <a:ea typeface="Microsoft YaHei"/>
                <a:cs typeface="Microsoft YaHei"/>
              </a:rPr>
              <a:t>背景：智能体服务进入能力发现与可信调用阶段</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dbcf1ccd5192404c"/>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C1BD85B-9530-4FEB-8114-048C04CC2CC5}"/>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8743F063-3AF1-4AD7-9347-1769798ADC46}"/>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DE430F64-8E4A-4E06-BEA5-5A8C3D0B1F14}"/>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03</a:t>
            </a:r>
          </a:p>
        </p:txBody>
      </p:sp>
      <p:sp>
        <p:nvSpPr>
          <p:cNvPr id="11" name="TextBox 10">
            <a:extLst xmlns:a="http://schemas.openxmlformats.org/drawingml/2006/main">
              <a:ext uri="{FF2B5EF4-FFF2-40B4-BE49-F238E27FC236}">
                <a16:creationId xmlns:a16="http://schemas.microsoft.com/office/drawing/2014/main" id="{EB88D736-4405-44E4-93F6-F6FADC0B49FE}"/>
              </a:ext>
            </a:extLst>
          </p:cNvPr>
          <p:cNvSpPr>
            <a:spLocks xmlns:a="http://schemas.openxmlformats.org/drawingml/2006/main" noGrp="1"/>
          </p:cNvSpPr>
          <p:nvPr/>
        </p:nvSpPr>
        <p:spPr>
          <a:xfrm xmlns:a="http://schemas.openxmlformats.org/drawingml/2006/main">
            <a:off x="713232" y="987552"/>
            <a:ext cx="10972800"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buNone/>
            </a:pPr>
            <a:r>
              <a:rPr sz="1800" b="0">
                <a:solidFill>
                  <a:srgbClr val="1C2536"/>
                </a:solidFill>
                <a:latin typeface="Microsoft YaHei"/>
                <a:ea typeface="Microsoft YaHei"/>
                <a:cs typeface="Microsoft YaHei"/>
              </a:rPr>
              <a:t>大模型应用从“回答问题”扩展到</a:t>
            </a:r>
            <a:r>
              <a:rPr sz="1800" b="1">
                <a:solidFill>
                  <a:srgbClr val="2F68EF"/>
                </a:solidFill>
                <a:latin typeface="Microsoft YaHei"/>
                <a:ea typeface="Microsoft YaHei"/>
                <a:cs typeface="Microsoft YaHei"/>
              </a:rPr>
              <a:t>“触发服务、调用工具、执行任务”</a:t>
            </a:r>
            <a:r>
              <a:rPr sz="1800" b="0">
                <a:solidFill>
                  <a:srgbClr val="1C2536"/>
                </a:solidFill>
                <a:latin typeface="Microsoft YaHei"/>
                <a:ea typeface="Microsoft YaHei"/>
                <a:cs typeface="Microsoft YaHei"/>
              </a:rPr>
              <a:t>，互联网基础资源支撑对象随之扩展。</a:t>
            </a:r>
          </a:p>
        </p:txBody>
      </p:sp>
      <p:sp>
        <p:nvSpPr>
          <p:cNvPr id="12" name="TextBox 11">
            <a:extLst xmlns:a="http://schemas.openxmlformats.org/drawingml/2006/main">
              <a:ext uri="{FF2B5EF4-FFF2-40B4-BE49-F238E27FC236}">
                <a16:creationId xmlns:a16="http://schemas.microsoft.com/office/drawing/2014/main" id="{25220366-09E9-4D22-92C9-D4B6BD4012D0}"/>
              </a:ext>
            </a:extLst>
          </p:cNvPr>
          <p:cNvSpPr>
            <a:spLocks xmlns:a="http://schemas.openxmlformats.org/drawingml/2006/main" noGrp="1"/>
          </p:cNvSpPr>
          <p:nvPr/>
        </p:nvSpPr>
        <p:spPr>
          <a:xfrm xmlns:a="http://schemas.openxmlformats.org/drawingml/2006/main">
            <a:off x="685800" y="1600200"/>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传统支撑对象</a:t>
            </a:r>
          </a:p>
        </p:txBody>
      </p:sp>
      <p:sp>
        <p:nvSpPr>
          <p:cNvPr id="13" name="Rounded Rectangle 12">
            <a:extLst xmlns:a="http://schemas.openxmlformats.org/drawingml/2006/main">
              <a:ext uri="{FF2B5EF4-FFF2-40B4-BE49-F238E27FC236}">
                <a16:creationId xmlns:a16="http://schemas.microsoft.com/office/drawing/2014/main" id="{CF66BEBB-AF4A-43CC-8FFF-576B4B57086D}"/>
              </a:ext>
            </a:extLst>
          </p:cNvPr>
          <p:cNvSpPr>
            <a:spLocks xmlns:a="http://schemas.openxmlformats.org/drawingml/2006/main" noGrp="1"/>
          </p:cNvSpPr>
          <p:nvPr/>
        </p:nvSpPr>
        <p:spPr>
          <a:xfrm xmlns:a="http://schemas.openxmlformats.org/drawingml/2006/main">
            <a:off x="685800" y="199339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911FEF4C-99B8-42DD-85A7-B3F824320C86}"/>
              </a:ext>
            </a:extLst>
          </p:cNvPr>
          <p:cNvSpPr>
            <a:spLocks xmlns:a="http://schemas.openxmlformats.org/drawingml/2006/main" noGrp="1"/>
          </p:cNvSpPr>
          <p:nvPr/>
        </p:nvSpPr>
        <p:spPr>
          <a:xfrm xmlns:a="http://schemas.openxmlformats.org/drawingml/2006/main">
            <a:off x="777240" y="204825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域名 / 地址</a:t>
            </a:r>
          </a:p>
        </p:txBody>
      </p:sp>
      <p:sp>
        <p:nvSpPr>
          <p:cNvPr id="15" name="Rounded Rectangle 14">
            <a:extLst xmlns:a="http://schemas.openxmlformats.org/drawingml/2006/main">
              <a:ext uri="{FF2B5EF4-FFF2-40B4-BE49-F238E27FC236}">
                <a16:creationId xmlns:a16="http://schemas.microsoft.com/office/drawing/2014/main" id="{405CC7D9-2CBF-4947-9C14-EA297277161E}"/>
              </a:ext>
            </a:extLst>
          </p:cNvPr>
          <p:cNvSpPr>
            <a:spLocks xmlns:a="http://schemas.openxmlformats.org/drawingml/2006/main" noGrp="1"/>
          </p:cNvSpPr>
          <p:nvPr/>
        </p:nvSpPr>
        <p:spPr>
          <a:xfrm xmlns:a="http://schemas.openxmlformats.org/drawingml/2006/main">
            <a:off x="685800" y="249631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E75BC133-80E8-4C6E-A49A-AA3B689CA7D0}"/>
              </a:ext>
            </a:extLst>
          </p:cNvPr>
          <p:cNvSpPr>
            <a:spLocks xmlns:a="http://schemas.openxmlformats.org/drawingml/2006/main" noGrp="1"/>
          </p:cNvSpPr>
          <p:nvPr/>
        </p:nvSpPr>
        <p:spPr>
          <a:xfrm xmlns:a="http://schemas.openxmlformats.org/drawingml/2006/main">
            <a:off x="777240" y="255117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接口 / 平台</a:t>
            </a:r>
          </a:p>
        </p:txBody>
      </p:sp>
      <p:sp>
        <p:nvSpPr>
          <p:cNvPr id="17" name="Rounded Rectangle 16">
            <a:extLst xmlns:a="http://schemas.openxmlformats.org/drawingml/2006/main">
              <a:ext uri="{FF2B5EF4-FFF2-40B4-BE49-F238E27FC236}">
                <a16:creationId xmlns:a16="http://schemas.microsoft.com/office/drawing/2014/main" id="{7B87649C-E623-4A99-ABED-A0C7C9964D21}"/>
              </a:ext>
            </a:extLst>
          </p:cNvPr>
          <p:cNvSpPr>
            <a:spLocks xmlns:a="http://schemas.openxmlformats.org/drawingml/2006/main" noGrp="1"/>
          </p:cNvSpPr>
          <p:nvPr/>
        </p:nvSpPr>
        <p:spPr>
          <a:xfrm xmlns:a="http://schemas.openxmlformats.org/drawingml/2006/main">
            <a:off x="685800" y="2999232"/>
            <a:ext cx="2286000" cy="329184"/>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8FBD7DB-1DBA-4D77-A21C-D8EBA6054F42}"/>
              </a:ext>
            </a:extLst>
          </p:cNvPr>
          <p:cNvSpPr>
            <a:spLocks xmlns:a="http://schemas.openxmlformats.org/drawingml/2006/main" noGrp="1"/>
          </p:cNvSpPr>
          <p:nvPr/>
        </p:nvSpPr>
        <p:spPr>
          <a:xfrm xmlns:a="http://schemas.openxmlformats.org/drawingml/2006/main">
            <a:off x="777240" y="3054096"/>
            <a:ext cx="21031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50" b="1">
                <a:solidFill>
                  <a:srgbClr val="1C2536"/>
                </a:solidFill>
                <a:latin typeface="Microsoft YaHei"/>
                <a:ea typeface="Microsoft YaHei"/>
                <a:cs typeface="Microsoft YaHei"/>
              </a:rPr>
              <a:t>资源 / 服务</a:t>
            </a:r>
          </a:p>
        </p:txBody>
      </p:sp>
      <p:sp>
        <p:nvSpPr>
          <p:cNvPr id="19" name="Right Arrow 18">
            <a:extLst xmlns:a="http://schemas.openxmlformats.org/drawingml/2006/main">
              <a:ext uri="{FF2B5EF4-FFF2-40B4-BE49-F238E27FC236}">
                <a16:creationId xmlns:a16="http://schemas.microsoft.com/office/drawing/2014/main" id="{4B0638C9-EE1B-483D-A51C-605550B8EFFF}"/>
              </a:ext>
            </a:extLst>
          </p:cNvPr>
          <p:cNvSpPr>
            <a:spLocks xmlns:a="http://schemas.openxmlformats.org/drawingml/2006/main" noGrp="1"/>
          </p:cNvSpPr>
          <p:nvPr/>
        </p:nvSpPr>
        <p:spPr>
          <a:xfrm xmlns:a="http://schemas.openxmlformats.org/drawingml/2006/main">
            <a:off x="3246120" y="2331720"/>
            <a:ext cx="914400" cy="411480"/>
          </a:xfrm>
          <a:prstGeom xmlns:a="http://schemas.openxmlformats.org/drawingml/2006/main" prst="rightArrow">
            <a:avLst/>
          </a:prstGeom>
          <a:solidFill xmlns:a="http://schemas.openxmlformats.org/drawingml/2006/main">
            <a:srgbClr val="2F68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27F78E06-94DB-442C-A7E6-55D280872FF3}"/>
              </a:ext>
            </a:extLst>
          </p:cNvPr>
          <p:cNvSpPr>
            <a:spLocks xmlns:a="http://schemas.openxmlformats.org/drawingml/2006/main" noGrp="1"/>
          </p:cNvSpPr>
          <p:nvPr/>
        </p:nvSpPr>
        <p:spPr>
          <a:xfrm xmlns:a="http://schemas.openxmlformats.org/drawingml/2006/main">
            <a:off x="4434840" y="1600200"/>
            <a:ext cx="219456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智能体时代扩展</a:t>
            </a:r>
          </a:p>
        </p:txBody>
      </p:sp>
      <p:sp>
        <p:nvSpPr>
          <p:cNvPr id="21" name="Rounded Rectangle 20">
            <a:extLst xmlns:a="http://schemas.openxmlformats.org/drawingml/2006/main">
              <a:ext uri="{FF2B5EF4-FFF2-40B4-BE49-F238E27FC236}">
                <a16:creationId xmlns:a16="http://schemas.microsoft.com/office/drawing/2014/main" id="{F085EF73-1AEF-4649-AFC6-9154A55A2DB4}"/>
              </a:ext>
            </a:extLst>
          </p:cNvPr>
          <p:cNvSpPr>
            <a:spLocks xmlns:a="http://schemas.openxmlformats.org/drawingml/2006/main" noGrp="1"/>
          </p:cNvSpPr>
          <p:nvPr/>
        </p:nvSpPr>
        <p:spPr>
          <a:xfrm xmlns:a="http://schemas.openxmlformats.org/drawingml/2006/main">
            <a:off x="4370832" y="1874519"/>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1B463B98-BF58-4A41-80E8-6C506A7BBC94}"/>
              </a:ext>
            </a:extLst>
          </p:cNvPr>
          <p:cNvSpPr>
            <a:spLocks xmlns:a="http://schemas.openxmlformats.org/drawingml/2006/main" noGrp="1"/>
          </p:cNvSpPr>
          <p:nvPr/>
        </p:nvSpPr>
        <p:spPr>
          <a:xfrm xmlns:a="http://schemas.openxmlformats.org/drawingml/2006/main">
            <a:off x="4480560" y="1920240"/>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智能体能力</a:t>
            </a:r>
          </a:p>
        </p:txBody>
      </p:sp>
      <p:sp>
        <p:nvSpPr>
          <p:cNvPr id="23" name="Rounded Rectangle 22">
            <a:extLst xmlns:a="http://schemas.openxmlformats.org/drawingml/2006/main">
              <a:ext uri="{FF2B5EF4-FFF2-40B4-BE49-F238E27FC236}">
                <a16:creationId xmlns:a16="http://schemas.microsoft.com/office/drawing/2014/main" id="{8AA829EE-4094-4F87-BA47-8A48B554CE78}"/>
              </a:ext>
            </a:extLst>
          </p:cNvPr>
          <p:cNvSpPr>
            <a:spLocks xmlns:a="http://schemas.openxmlformats.org/drawingml/2006/main" noGrp="1"/>
          </p:cNvSpPr>
          <p:nvPr/>
        </p:nvSpPr>
        <p:spPr>
          <a:xfrm xmlns:a="http://schemas.openxmlformats.org/drawingml/2006/main">
            <a:off x="4370832" y="2295144"/>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6926A0E9-DC3A-41C9-9BEC-D6097DA22304}"/>
              </a:ext>
            </a:extLst>
          </p:cNvPr>
          <p:cNvSpPr>
            <a:spLocks xmlns:a="http://schemas.openxmlformats.org/drawingml/2006/main" noGrp="1"/>
          </p:cNvSpPr>
          <p:nvPr/>
        </p:nvSpPr>
        <p:spPr>
          <a:xfrm xmlns:a="http://schemas.openxmlformats.org/drawingml/2006/main">
            <a:off x="4480560" y="2340864"/>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候选实例</a:t>
            </a:r>
          </a:p>
        </p:txBody>
      </p:sp>
      <p:sp>
        <p:nvSpPr>
          <p:cNvPr id="25" name="Rounded Rectangle 24">
            <a:extLst xmlns:a="http://schemas.openxmlformats.org/drawingml/2006/main">
              <a:ext uri="{FF2B5EF4-FFF2-40B4-BE49-F238E27FC236}">
                <a16:creationId xmlns:a16="http://schemas.microsoft.com/office/drawing/2014/main" id="{6723A041-3A5B-43BA-80FC-81610574D059}"/>
              </a:ext>
            </a:extLst>
          </p:cNvPr>
          <p:cNvSpPr>
            <a:spLocks xmlns:a="http://schemas.openxmlformats.org/drawingml/2006/main" noGrp="1"/>
          </p:cNvSpPr>
          <p:nvPr/>
        </p:nvSpPr>
        <p:spPr>
          <a:xfrm xmlns:a="http://schemas.openxmlformats.org/drawingml/2006/main">
            <a:off x="4370832" y="2715768"/>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01F61DBA-7B41-48A2-9010-6403F2E98F16}"/>
              </a:ext>
            </a:extLst>
          </p:cNvPr>
          <p:cNvSpPr>
            <a:spLocks xmlns:a="http://schemas.openxmlformats.org/drawingml/2006/main" noGrp="1"/>
          </p:cNvSpPr>
          <p:nvPr/>
        </p:nvSpPr>
        <p:spPr>
          <a:xfrm xmlns:a="http://schemas.openxmlformats.org/drawingml/2006/main">
            <a:off x="4480560" y="2761488"/>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任务入口</a:t>
            </a:r>
          </a:p>
        </p:txBody>
      </p:sp>
      <p:sp>
        <p:nvSpPr>
          <p:cNvPr id="27" name="Rounded Rectangle 26">
            <a:extLst xmlns:a="http://schemas.openxmlformats.org/drawingml/2006/main">
              <a:ext uri="{FF2B5EF4-FFF2-40B4-BE49-F238E27FC236}">
                <a16:creationId xmlns:a16="http://schemas.microsoft.com/office/drawing/2014/main" id="{9A6E36BC-771C-4E5D-B449-D3E1C7B59FF5}"/>
              </a:ext>
            </a:extLst>
          </p:cNvPr>
          <p:cNvSpPr>
            <a:spLocks xmlns:a="http://schemas.openxmlformats.org/drawingml/2006/main" noGrp="1"/>
          </p:cNvSpPr>
          <p:nvPr/>
        </p:nvSpPr>
        <p:spPr>
          <a:xfrm xmlns:a="http://schemas.openxmlformats.org/drawingml/2006/main">
            <a:off x="4370832" y="3136391"/>
            <a:ext cx="2514600" cy="29260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96B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461F32D8-506E-4BDE-AA05-CF81B201F422}"/>
              </a:ext>
            </a:extLst>
          </p:cNvPr>
          <p:cNvSpPr>
            <a:spLocks xmlns:a="http://schemas.openxmlformats.org/drawingml/2006/main" noGrp="1"/>
          </p:cNvSpPr>
          <p:nvPr/>
        </p:nvSpPr>
        <p:spPr>
          <a:xfrm xmlns:a="http://schemas.openxmlformats.org/drawingml/2006/main">
            <a:off x="4480560" y="3182112"/>
            <a:ext cx="2286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200" b="1">
                <a:solidFill>
                  <a:srgbClr val="1C2536"/>
                </a:solidFill>
                <a:latin typeface="Microsoft YaHei"/>
                <a:ea typeface="Microsoft YaHei"/>
                <a:cs typeface="Microsoft YaHei"/>
              </a:rPr>
              <a:t>过程证据</a:t>
            </a:r>
          </a:p>
        </p:txBody>
      </p:sp>
      <p:sp>
        <p:nvSpPr>
          <p:cNvPr id="29" name="TextBox 28">
            <a:extLst xmlns:a="http://schemas.openxmlformats.org/drawingml/2006/main">
              <a:ext uri="{FF2B5EF4-FFF2-40B4-BE49-F238E27FC236}">
                <a16:creationId xmlns:a16="http://schemas.microsoft.com/office/drawing/2014/main" id="{23E375EA-04ED-46D4-972C-D301882C3D88}"/>
              </a:ext>
            </a:extLst>
          </p:cNvPr>
          <p:cNvSpPr>
            <a:spLocks xmlns:a="http://schemas.openxmlformats.org/drawingml/2006/main" noGrp="1"/>
          </p:cNvSpPr>
          <p:nvPr/>
        </p:nvSpPr>
        <p:spPr>
          <a:xfrm xmlns:a="http://schemas.openxmlformats.org/drawingml/2006/main">
            <a:off x="7452360" y="1600200"/>
            <a:ext cx="329184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600" b="1">
                <a:solidFill>
                  <a:srgbClr val="2F68EF"/>
                </a:solidFill>
                <a:latin typeface="Microsoft YaHei"/>
                <a:ea typeface="Microsoft YaHei"/>
                <a:cs typeface="Microsoft YaHei"/>
              </a:rPr>
              <a:t>带来的关键问题</a:t>
            </a:r>
          </a:p>
        </p:txBody>
      </p:sp>
      <p:sp>
        <p:nvSpPr>
          <p:cNvPr id="30" name="Rounded Rectangle 29">
            <a:extLst xmlns:a="http://schemas.openxmlformats.org/drawingml/2006/main">
              <a:ext uri="{FF2B5EF4-FFF2-40B4-BE49-F238E27FC236}">
                <a16:creationId xmlns:a16="http://schemas.microsoft.com/office/drawing/2014/main" id="{ABC6440D-EF7A-4EAE-AB66-0C55FB33D1C7}"/>
              </a:ext>
            </a:extLst>
          </p:cNvPr>
          <p:cNvSpPr>
            <a:spLocks xmlns:a="http://schemas.openxmlformats.org/drawingml/2006/main" noGrp="1"/>
          </p:cNvSpPr>
          <p:nvPr/>
        </p:nvSpPr>
        <p:spPr>
          <a:xfrm xmlns:a="http://schemas.openxmlformats.org/drawingml/2006/main">
            <a:off x="7360920" y="1920240"/>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71AA106A-6D82-4D58-85BB-3C6EADBA7CD5}"/>
              </a:ext>
            </a:extLst>
          </p:cNvPr>
          <p:cNvSpPr>
            <a:spLocks xmlns:a="http://schemas.openxmlformats.org/drawingml/2006/main" noGrp="1"/>
          </p:cNvSpPr>
          <p:nvPr/>
        </p:nvSpPr>
        <p:spPr>
          <a:xfrm xmlns:a="http://schemas.openxmlformats.org/drawingml/2006/main">
            <a:off x="7543800" y="1993392"/>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能力对象如何组织</a:t>
            </a:r>
          </a:p>
        </p:txBody>
      </p:sp>
      <p:sp>
        <p:nvSpPr>
          <p:cNvPr id="32" name="TextBox 31">
            <a:extLst xmlns:a="http://schemas.openxmlformats.org/drawingml/2006/main">
              <a:ext uri="{FF2B5EF4-FFF2-40B4-BE49-F238E27FC236}">
                <a16:creationId xmlns:a16="http://schemas.microsoft.com/office/drawing/2014/main" id="{B746541C-A0DC-41EA-A10C-A707ABAF08CF}"/>
              </a:ext>
            </a:extLst>
          </p:cNvPr>
          <p:cNvSpPr>
            <a:spLocks xmlns:a="http://schemas.openxmlformats.org/drawingml/2006/main" noGrp="1"/>
          </p:cNvSpPr>
          <p:nvPr/>
        </p:nvSpPr>
        <p:spPr>
          <a:xfrm xmlns:a="http://schemas.openxmlformats.org/drawingml/2006/main">
            <a:off x="8823960" y="1993392"/>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不同来源、职责和执行边界需要统一描述</a:t>
            </a:r>
          </a:p>
        </p:txBody>
      </p:sp>
      <p:sp>
        <p:nvSpPr>
          <p:cNvPr id="33" name="Rounded Rectangle 32">
            <a:extLst xmlns:a="http://schemas.openxmlformats.org/drawingml/2006/main">
              <a:ext uri="{FF2B5EF4-FFF2-40B4-BE49-F238E27FC236}">
                <a16:creationId xmlns:a16="http://schemas.microsoft.com/office/drawing/2014/main" id="{25D8F730-0A04-4F07-BB12-32431B119775}"/>
              </a:ext>
            </a:extLst>
          </p:cNvPr>
          <p:cNvSpPr>
            <a:spLocks xmlns:a="http://schemas.openxmlformats.org/drawingml/2006/main" noGrp="1"/>
          </p:cNvSpPr>
          <p:nvPr/>
        </p:nvSpPr>
        <p:spPr>
          <a:xfrm xmlns:a="http://schemas.openxmlformats.org/drawingml/2006/main">
            <a:off x="7360920" y="2633472"/>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E794DB2E-CC64-4793-909A-EBEDC22DEE37}"/>
              </a:ext>
            </a:extLst>
          </p:cNvPr>
          <p:cNvSpPr>
            <a:spLocks xmlns:a="http://schemas.openxmlformats.org/drawingml/2006/main" noGrp="1"/>
          </p:cNvSpPr>
          <p:nvPr/>
        </p:nvSpPr>
        <p:spPr>
          <a:xfrm xmlns:a="http://schemas.openxmlformats.org/drawingml/2006/main">
            <a:off x="7543800" y="2706624"/>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请求如何指向能力</a:t>
            </a:r>
          </a:p>
        </p:txBody>
      </p:sp>
      <p:sp>
        <p:nvSpPr>
          <p:cNvPr id="35" name="TextBox 34">
            <a:extLst xmlns:a="http://schemas.openxmlformats.org/drawingml/2006/main">
              <a:ext uri="{FF2B5EF4-FFF2-40B4-BE49-F238E27FC236}">
                <a16:creationId xmlns:a16="http://schemas.microsoft.com/office/drawing/2014/main" id="{E88DE8F7-BBB6-40E1-B192-F378AA360160}"/>
              </a:ext>
            </a:extLst>
          </p:cNvPr>
          <p:cNvSpPr>
            <a:spLocks xmlns:a="http://schemas.openxmlformats.org/drawingml/2006/main" noGrp="1"/>
          </p:cNvSpPr>
          <p:nvPr/>
        </p:nvSpPr>
        <p:spPr>
          <a:xfrm xmlns:a="http://schemas.openxmlformats.org/drawingml/2006/main">
            <a:off x="8823960" y="2706624"/>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主能力、相关能力和执行实例需要区分</a:t>
            </a:r>
          </a:p>
        </p:txBody>
      </p:sp>
      <p:sp>
        <p:nvSpPr>
          <p:cNvPr id="36" name="Rounded Rectangle 35">
            <a:extLst xmlns:a="http://schemas.openxmlformats.org/drawingml/2006/main">
              <a:ext uri="{FF2B5EF4-FFF2-40B4-BE49-F238E27FC236}">
                <a16:creationId xmlns:a16="http://schemas.microsoft.com/office/drawing/2014/main" id="{5D78277C-F44A-4E7D-A9BC-E8B17BFE650B}"/>
              </a:ext>
            </a:extLst>
          </p:cNvPr>
          <p:cNvSpPr>
            <a:spLocks xmlns:a="http://schemas.openxmlformats.org/drawingml/2006/main" noGrp="1"/>
          </p:cNvSpPr>
          <p:nvPr/>
        </p:nvSpPr>
        <p:spPr>
          <a:xfrm xmlns:a="http://schemas.openxmlformats.org/drawingml/2006/main">
            <a:off x="7360920" y="3346704"/>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CCF20CC9-48A8-4F66-9148-3453D93B9DFE}"/>
              </a:ext>
            </a:extLst>
          </p:cNvPr>
          <p:cNvSpPr>
            <a:spLocks xmlns:a="http://schemas.openxmlformats.org/drawingml/2006/main" noGrp="1"/>
          </p:cNvSpPr>
          <p:nvPr/>
        </p:nvSpPr>
        <p:spPr>
          <a:xfrm xmlns:a="http://schemas.openxmlformats.org/drawingml/2006/main">
            <a:off x="7543800" y="3419856"/>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协作复核如何受控</a:t>
            </a:r>
          </a:p>
        </p:txBody>
      </p:sp>
      <p:sp>
        <p:nvSpPr>
          <p:cNvPr id="38" name="TextBox 37">
            <a:extLst xmlns:a="http://schemas.openxmlformats.org/drawingml/2006/main">
              <a:ext uri="{FF2B5EF4-FFF2-40B4-BE49-F238E27FC236}">
                <a16:creationId xmlns:a16="http://schemas.microsoft.com/office/drawing/2014/main" id="{1060D58E-5987-4A11-B2CE-6214D7CA80A3}"/>
              </a:ext>
            </a:extLst>
          </p:cNvPr>
          <p:cNvSpPr>
            <a:spLocks xmlns:a="http://schemas.openxmlformats.org/drawingml/2006/main" noGrp="1"/>
          </p:cNvSpPr>
          <p:nvPr/>
        </p:nvSpPr>
        <p:spPr>
          <a:xfrm xmlns:a="http://schemas.openxmlformats.org/drawingml/2006/main">
            <a:off x="8823960" y="3419856"/>
            <a:ext cx="2432304" cy="365934"/>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复杂语义、风险约束和层级冲突需要多视角判断</a:t>
            </a:r>
          </a:p>
        </p:txBody>
      </p:sp>
      <p:sp>
        <p:nvSpPr>
          <p:cNvPr id="39" name="Rounded Rectangle 38">
            <a:extLst xmlns:a="http://schemas.openxmlformats.org/drawingml/2006/main">
              <a:ext uri="{FF2B5EF4-FFF2-40B4-BE49-F238E27FC236}">
                <a16:creationId xmlns:a16="http://schemas.microsoft.com/office/drawing/2014/main" id="{76A5EE3D-9A9D-4A06-825D-1456391F44FE}"/>
              </a:ext>
            </a:extLst>
          </p:cNvPr>
          <p:cNvSpPr>
            <a:spLocks xmlns:a="http://schemas.openxmlformats.org/drawingml/2006/main" noGrp="1"/>
          </p:cNvSpPr>
          <p:nvPr/>
        </p:nvSpPr>
        <p:spPr>
          <a:xfrm xmlns:a="http://schemas.openxmlformats.org/drawingml/2006/main">
            <a:off x="7360920" y="4059935"/>
            <a:ext cx="3931920" cy="56692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0EF4FB00-7BBB-427D-BECC-A8E72BAF6829}"/>
              </a:ext>
            </a:extLst>
          </p:cNvPr>
          <p:cNvSpPr>
            <a:spLocks xmlns:a="http://schemas.openxmlformats.org/drawingml/2006/main" noGrp="1"/>
          </p:cNvSpPr>
          <p:nvPr/>
        </p:nvSpPr>
        <p:spPr>
          <a:xfrm xmlns:a="http://schemas.openxmlformats.org/drawingml/2006/main">
            <a:off x="7543800" y="4133087"/>
            <a:ext cx="146304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2F68EF"/>
                </a:solidFill>
                <a:latin typeface="Microsoft YaHei"/>
                <a:ea typeface="Microsoft YaHei"/>
                <a:cs typeface="Microsoft YaHei"/>
              </a:rPr>
              <a:t>过程如何审计核验</a:t>
            </a:r>
          </a:p>
        </p:txBody>
      </p:sp>
      <p:sp>
        <p:nvSpPr>
          <p:cNvPr id="41" name="TextBox 40">
            <a:extLst xmlns:a="http://schemas.openxmlformats.org/drawingml/2006/main">
              <a:ext uri="{FF2B5EF4-FFF2-40B4-BE49-F238E27FC236}">
                <a16:creationId xmlns:a16="http://schemas.microsoft.com/office/drawing/2014/main" id="{7A60BF94-9828-43AF-9785-50D28D41474D}"/>
              </a:ext>
            </a:extLst>
          </p:cNvPr>
          <p:cNvSpPr>
            <a:spLocks xmlns:a="http://schemas.openxmlformats.org/drawingml/2006/main" noGrp="1"/>
          </p:cNvSpPr>
          <p:nvPr/>
        </p:nvSpPr>
        <p:spPr>
          <a:xfrm xmlns:a="http://schemas.openxmlformats.org/drawingml/2006/main">
            <a:off x="8823960" y="4133087"/>
            <a:ext cx="2286000" cy="31089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050" b="0">
                <a:solidFill>
                  <a:srgbClr val="5C6370"/>
                </a:solidFill>
                <a:latin typeface="Microsoft YaHei"/>
                <a:ea typeface="Microsoft YaHei"/>
                <a:cs typeface="Microsoft YaHei"/>
              </a:rPr>
              <a:t>候选、判断、复核、授权和执行需留痕</a:t>
            </a:r>
          </a:p>
        </p:txBody>
      </p:sp>
      <p:sp>
        <p:nvSpPr>
          <p:cNvPr id="42" name="Rounded Rectangle 41">
            <a:extLst xmlns:a="http://schemas.openxmlformats.org/drawingml/2006/main">
              <a:ext uri="{FF2B5EF4-FFF2-40B4-BE49-F238E27FC236}">
                <a16:creationId xmlns:a16="http://schemas.microsoft.com/office/drawing/2014/main" id="{981BA517-ECF4-4E64-8916-7EFC9353AAC0}"/>
              </a:ext>
            </a:extLst>
          </p:cNvPr>
          <p:cNvSpPr>
            <a:spLocks xmlns:a="http://schemas.openxmlformats.org/drawingml/2006/main" noGrp="1"/>
          </p:cNvSpPr>
          <p:nvPr/>
        </p:nvSpPr>
        <p:spPr>
          <a:xfrm xmlns:a="http://schemas.openxmlformats.org/drawingml/2006/main">
            <a:off x="713232" y="5669280"/>
            <a:ext cx="10789920" cy="566928"/>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DA4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391301C0-5275-4685-B554-95E0B1740319}"/>
              </a:ext>
            </a:extLst>
          </p:cNvPr>
          <p:cNvSpPr>
            <a:spLocks xmlns:a="http://schemas.openxmlformats.org/drawingml/2006/main" noGrp="1"/>
          </p:cNvSpPr>
          <p:nvPr/>
        </p:nvSpPr>
        <p:spPr>
          <a:xfrm xmlns:a="http://schemas.openxmlformats.org/drawingml/2006/main">
            <a:off x="914400" y="5797296"/>
            <a:ext cx="1042416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500" b="1">
                <a:solidFill>
                  <a:srgbClr val="2F68EF"/>
                </a:solidFill>
                <a:latin typeface="Microsoft YaHei"/>
                <a:ea typeface="Microsoft YaHei"/>
                <a:cs typeface="Microsoft YaHei"/>
              </a:rPr>
              <a:t>本项目聚焦：</a:t>
            </a:r>
            <a:r>
              <a:rPr sz="1500" b="1">
                <a:solidFill>
                  <a:srgbClr val="1C2536"/>
                </a:solidFill>
                <a:latin typeface="Microsoft YaHei"/>
                <a:ea typeface="Microsoft YaHei"/>
                <a:cs typeface="Microsoft YaHei"/>
              </a:rPr>
              <a:t>能力组织、语义决策、协作复核与可信过程记录。</a:t>
            </a:r>
          </a:p>
        </p:txBody>
      </p:sp>
    </p:spTree>
    <p:extLst>
      <p:ext uri="{BB962C8B-B14F-4D97-AF65-F5344CB8AC3E}">
        <p14:creationId xmlns:p14="http://schemas.microsoft.com/office/powerpoint/2010/main" val="4015825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cfefb5df39774ca5"/>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25af02a6dce84cc6"/>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FC292D11-DFD8-06FB-0815-46CFE6399A8C}"/>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0DFEC4D-C19E-DFBC-20DA-F536E37E6B18}"/>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一</a:t>
            </a:r>
          </a:p>
        </p:txBody>
      </p:sp>
      <p:sp>
        <p:nvSpPr>
          <p:cNvPr id="6" name="TextBox 5">
            <a:extLst xmlns:a="http://schemas.openxmlformats.org/drawingml/2006/main">
              <a:ext uri="{FF2B5EF4-FFF2-40B4-BE49-F238E27FC236}">
                <a16:creationId xmlns:a16="http://schemas.microsoft.com/office/drawing/2014/main" id="{C653F1FC-9938-9F33-4746-696EF5F7E25B}"/>
              </a:ext>
            </a:extLst>
          </p:cNvPr>
          <p:cNvSpPr>
            <a:spLocks xmlns:a="http://schemas.openxmlformats.org/drawingml/2006/main" noGrp="1"/>
          </p:cNvSpPr>
          <p:nvPr/>
        </p:nvSpPr>
        <p:spPr>
          <a:xfrm xmlns:a="http://schemas.openxmlformats.org/drawingml/2006/main">
            <a:off x="841248" y="329184"/>
            <a:ext cx="1697644" cy="336823"/>
          </a:xfrm>
          <a:prstGeom xmlns:a="http://schemas.openxmlformats.org/drawingml/2006/main" prst="rect">
            <a:avLst/>
          </a:prstGeom>
          <a:noFill xmlns:a="http://schemas.openxmlformats.org/drawingml/2006/main"/>
        </p:spPr>
        <p:txBody>
          <a:bodyPr xmlns:a="http://schemas.openxmlformats.org/drawingml/2006/main" wrap="none" lIns="18288" tIns="0" rIns="18288" bIns="0"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1.2 </a:t>
            </a:r>
            <a:r>
              <a:rPr sz="2220" b="1">
                <a:solidFill>
                  <a:srgbClr val="2F68EF"/>
                </a:solidFill>
                <a:latin typeface="Microsoft YaHei"/>
                <a:ea typeface="Microsoft YaHei"/>
                <a:cs typeface="Microsoft YaHei"/>
              </a:rPr>
              <a:t>研究目标</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51f592b09fa34966"/>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5507AC97-0469-2462-5EFD-D015095E5CD9}"/>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BEC061E0-5239-1CFC-6642-AE590D1CF484}"/>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572A98BB-E303-093D-8564-E3CC29A81A98}"/>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0" rIns="18288" bIns="0" anchor="t">
            <a:spAutoFit/>
          </a:bodyPr>
          <a:lstStyle xmlns:a="http://schemas.openxmlformats.org/drawingml/2006/main"/>
          <a:p xmlns:a="http://schemas.openxmlformats.org/drawingml/2006/main">
            <a:pPr algn="r">
              <a:lnSpc>
                <a:spcPct val="105000"/>
              </a:lnSpc>
              <a:buNone/>
            </a:pPr>
            <a:r>
              <a:rPr sz="800" b="0">
                <a:solidFill>
                  <a:srgbClr val="53657A"/>
                </a:solidFill>
                <a:latin typeface="Microsoft YaHei"/>
                <a:ea typeface="Microsoft YaHei"/>
                <a:cs typeface="Microsoft YaHei"/>
              </a:rPr>
              <a:t>04</a:t>
            </a:r>
          </a:p>
        </p:txBody>
      </p:sp>
      <p:sp>
        <p:nvSpPr>
          <p:cNvPr id="11" name="Rounded Rectangle 10">
            <a:extLst xmlns:a="http://schemas.openxmlformats.org/drawingml/2006/main">
              <a:ext uri="{FF2B5EF4-FFF2-40B4-BE49-F238E27FC236}">
                <a16:creationId xmlns:a16="http://schemas.microsoft.com/office/drawing/2014/main" id="{0E18E9C0-1587-4756-96E9-79ACB976AD7B}"/>
              </a:ext>
            </a:extLst>
          </p:cNvPr>
          <p:cNvSpPr>
            <a:spLocks xmlns:a="http://schemas.openxmlformats.org/drawingml/2006/main" noGrp="1"/>
          </p:cNvSpPr>
          <p:nvPr/>
        </p:nvSpPr>
        <p:spPr>
          <a:xfrm xmlns:a="http://schemas.openxmlformats.org/drawingml/2006/main">
            <a:off x="530352" y="960120"/>
            <a:ext cx="11109960" cy="52852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27CA2EE9-DE32-4097-9233-F7FA60EE887B}"/>
              </a:ext>
            </a:extLst>
          </p:cNvPr>
          <p:cNvSpPr>
            <a:spLocks xmlns:a="http://schemas.openxmlformats.org/drawingml/2006/main" noGrp="1"/>
          </p:cNvSpPr>
          <p:nvPr/>
        </p:nvSpPr>
        <p:spPr>
          <a:xfrm xmlns:a="http://schemas.openxmlformats.org/drawingml/2006/main">
            <a:off x="868680" y="1170432"/>
            <a:ext cx="9784080" cy="25603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b="1">
                <a:solidFill>
                  <a:srgbClr val="102033"/>
                </a:solidFill>
                <a:latin typeface="Microsoft YaHei"/>
                <a:ea typeface="Microsoft YaHei"/>
                <a:cs typeface="Microsoft YaHei"/>
              </a:rPr>
              <a:t>以智能体能力命名与语义路由为典型验证载体，将自然语言请求转化为可复核、可授权、可留痕的能力调用决策。</a:t>
            </a:r>
          </a:p>
        </p:txBody>
      </p:sp>
      <p:sp>
        <p:nvSpPr>
          <p:cNvPr id="13" name="Rounded Rectangle 12">
            <a:extLst xmlns:a="http://schemas.openxmlformats.org/drawingml/2006/main">
              <a:ext uri="{FF2B5EF4-FFF2-40B4-BE49-F238E27FC236}">
                <a16:creationId xmlns:a16="http://schemas.microsoft.com/office/drawing/2014/main" id="{75E554F7-04AE-47AA-9774-28557F14CD1A}"/>
              </a:ext>
            </a:extLst>
          </p:cNvPr>
          <p:cNvSpPr>
            <a:spLocks xmlns:a="http://schemas.openxmlformats.org/drawingml/2006/main" noGrp="1"/>
          </p:cNvSpPr>
          <p:nvPr/>
        </p:nvSpPr>
        <p:spPr>
          <a:xfrm xmlns:a="http://schemas.openxmlformats.org/drawingml/2006/main">
            <a:off x="96012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0E99EDD0-F21E-4F31-A130-E7B174DE49B7}"/>
              </a:ext>
            </a:extLst>
          </p:cNvPr>
          <p:cNvSpPr>
            <a:spLocks xmlns:a="http://schemas.openxmlformats.org/drawingml/2006/main" noGrp="1"/>
          </p:cNvSpPr>
          <p:nvPr/>
        </p:nvSpPr>
        <p:spPr>
          <a:xfrm xmlns:a="http://schemas.openxmlformats.org/drawingml/2006/main">
            <a:off x="101498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0B63CE"/>
                </a:solidFill>
                <a:latin typeface="Microsoft YaHei"/>
                <a:ea typeface="Microsoft YaHei"/>
                <a:cs typeface="Microsoft YaHei"/>
              </a:rPr>
              <a:t>能力命名空间</a:t>
            </a:r>
          </a:p>
        </p:txBody>
      </p:sp>
      <p:sp>
        <p:nvSpPr>
          <p:cNvPr id="15" name="Rectangle 14">
            <a:extLst xmlns:a="http://schemas.openxmlformats.org/drawingml/2006/main">
              <a:ext uri="{FF2B5EF4-FFF2-40B4-BE49-F238E27FC236}">
                <a16:creationId xmlns:a16="http://schemas.microsoft.com/office/drawing/2014/main" id="{F56A4F04-80EA-48BA-BEF2-9565A7645617}"/>
              </a:ext>
            </a:extLst>
          </p:cNvPr>
          <p:cNvSpPr>
            <a:spLocks xmlns:a="http://schemas.openxmlformats.org/drawingml/2006/main" noGrp="1"/>
          </p:cNvSpPr>
          <p:nvPr/>
        </p:nvSpPr>
        <p:spPr>
          <a:xfrm xmlns:a="http://schemas.openxmlformats.org/drawingml/2006/main">
            <a:off x="244144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16" name="Rounded Rectangle 15">
            <a:extLst xmlns:a="http://schemas.openxmlformats.org/drawingml/2006/main">
              <a:ext uri="{FF2B5EF4-FFF2-40B4-BE49-F238E27FC236}">
                <a16:creationId xmlns:a16="http://schemas.microsoft.com/office/drawing/2014/main" id="{56384657-1732-4E01-A8FB-36AA6D3B1ECD}"/>
              </a:ext>
            </a:extLst>
          </p:cNvPr>
          <p:cNvSpPr>
            <a:spLocks xmlns:a="http://schemas.openxmlformats.org/drawingml/2006/main" noGrp="1"/>
          </p:cNvSpPr>
          <p:nvPr/>
        </p:nvSpPr>
        <p:spPr>
          <a:xfrm xmlns:a="http://schemas.openxmlformats.org/drawingml/2006/main">
            <a:off x="269748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16E3A406-C0D4-485E-986C-3A457C2FA556}"/>
              </a:ext>
            </a:extLst>
          </p:cNvPr>
          <p:cNvSpPr>
            <a:spLocks xmlns:a="http://schemas.openxmlformats.org/drawingml/2006/main" noGrp="1"/>
          </p:cNvSpPr>
          <p:nvPr/>
        </p:nvSpPr>
        <p:spPr>
          <a:xfrm xmlns:a="http://schemas.openxmlformats.org/drawingml/2006/main">
            <a:off x="275234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16A35C"/>
                </a:solidFill>
                <a:latin typeface="Microsoft YaHei"/>
                <a:ea typeface="Microsoft YaHei"/>
                <a:cs typeface="Microsoft YaHei"/>
              </a:rPr>
              <a:t>候选内判别</a:t>
            </a:r>
          </a:p>
        </p:txBody>
      </p:sp>
      <p:sp>
        <p:nvSpPr>
          <p:cNvPr id="18" name="Rectangle 17">
            <a:extLst xmlns:a="http://schemas.openxmlformats.org/drawingml/2006/main">
              <a:ext uri="{FF2B5EF4-FFF2-40B4-BE49-F238E27FC236}">
                <a16:creationId xmlns:a16="http://schemas.microsoft.com/office/drawing/2014/main" id="{C1A4E3A7-71DD-4573-A5DC-A9DB92923AAA}"/>
              </a:ext>
            </a:extLst>
          </p:cNvPr>
          <p:cNvSpPr>
            <a:spLocks xmlns:a="http://schemas.openxmlformats.org/drawingml/2006/main" noGrp="1"/>
          </p:cNvSpPr>
          <p:nvPr/>
        </p:nvSpPr>
        <p:spPr>
          <a:xfrm xmlns:a="http://schemas.openxmlformats.org/drawingml/2006/main">
            <a:off x="417880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19" name="Rounded Rectangle 18">
            <a:extLst xmlns:a="http://schemas.openxmlformats.org/drawingml/2006/main">
              <a:ext uri="{FF2B5EF4-FFF2-40B4-BE49-F238E27FC236}">
                <a16:creationId xmlns:a16="http://schemas.microsoft.com/office/drawing/2014/main" id="{C4E3D6A1-BC97-4161-96CB-2C7F96B4D2AC}"/>
              </a:ext>
            </a:extLst>
          </p:cNvPr>
          <p:cNvSpPr>
            <a:spLocks xmlns:a="http://schemas.openxmlformats.org/drawingml/2006/main" noGrp="1"/>
          </p:cNvSpPr>
          <p:nvPr/>
        </p:nvSpPr>
        <p:spPr>
          <a:xfrm xmlns:a="http://schemas.openxmlformats.org/drawingml/2006/main">
            <a:off x="443484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FD1DE383-066B-471B-BEE9-BA37883CDEBA}"/>
              </a:ext>
            </a:extLst>
          </p:cNvPr>
          <p:cNvSpPr>
            <a:spLocks xmlns:a="http://schemas.openxmlformats.org/drawingml/2006/main" noGrp="1"/>
          </p:cNvSpPr>
          <p:nvPr/>
        </p:nvSpPr>
        <p:spPr>
          <a:xfrm xmlns:a="http://schemas.openxmlformats.org/drawingml/2006/main">
            <a:off x="4489703"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F59E0B"/>
                </a:solidFill>
                <a:latin typeface="Microsoft YaHei"/>
                <a:ea typeface="Microsoft YaHei"/>
                <a:cs typeface="Microsoft YaHei"/>
              </a:rPr>
              <a:t>职责化复核</a:t>
            </a:r>
          </a:p>
        </p:txBody>
      </p:sp>
      <p:sp>
        <p:nvSpPr>
          <p:cNvPr id="21" name="Rectangle 20">
            <a:extLst xmlns:a="http://schemas.openxmlformats.org/drawingml/2006/main">
              <a:ext uri="{FF2B5EF4-FFF2-40B4-BE49-F238E27FC236}">
                <a16:creationId xmlns:a16="http://schemas.microsoft.com/office/drawing/2014/main" id="{4518411D-15C7-4438-81E3-DB10EBDB0EB9}"/>
              </a:ext>
            </a:extLst>
          </p:cNvPr>
          <p:cNvSpPr>
            <a:spLocks xmlns:a="http://schemas.openxmlformats.org/drawingml/2006/main" noGrp="1"/>
          </p:cNvSpPr>
          <p:nvPr/>
        </p:nvSpPr>
        <p:spPr>
          <a:xfrm xmlns:a="http://schemas.openxmlformats.org/drawingml/2006/main">
            <a:off x="591616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2" name="Rounded Rectangle 21">
            <a:extLst xmlns:a="http://schemas.openxmlformats.org/drawingml/2006/main">
              <a:ext uri="{FF2B5EF4-FFF2-40B4-BE49-F238E27FC236}">
                <a16:creationId xmlns:a16="http://schemas.microsoft.com/office/drawing/2014/main" id="{8AAFF3B6-E26D-429C-9B99-8567DD04C8FD}"/>
              </a:ext>
            </a:extLst>
          </p:cNvPr>
          <p:cNvSpPr>
            <a:spLocks xmlns:a="http://schemas.openxmlformats.org/drawingml/2006/main" noGrp="1"/>
          </p:cNvSpPr>
          <p:nvPr/>
        </p:nvSpPr>
        <p:spPr>
          <a:xfrm xmlns:a="http://schemas.openxmlformats.org/drawingml/2006/main">
            <a:off x="6172199"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BB0AC3DB-99A2-40D7-9267-D79A801D2510}"/>
              </a:ext>
            </a:extLst>
          </p:cNvPr>
          <p:cNvSpPr>
            <a:spLocks xmlns:a="http://schemas.openxmlformats.org/drawingml/2006/main" noGrp="1"/>
          </p:cNvSpPr>
          <p:nvPr/>
        </p:nvSpPr>
        <p:spPr>
          <a:xfrm xmlns:a="http://schemas.openxmlformats.org/drawingml/2006/main">
            <a:off x="6227063"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6B49C8"/>
                </a:solidFill>
                <a:latin typeface="Microsoft YaHei"/>
                <a:ea typeface="Microsoft YaHei"/>
                <a:cs typeface="Microsoft YaHei"/>
              </a:rPr>
              <a:t>授权改判</a:t>
            </a:r>
          </a:p>
        </p:txBody>
      </p:sp>
      <p:sp>
        <p:nvSpPr>
          <p:cNvPr id="24" name="Rectangle 23">
            <a:extLst xmlns:a="http://schemas.openxmlformats.org/drawingml/2006/main">
              <a:ext uri="{FF2B5EF4-FFF2-40B4-BE49-F238E27FC236}">
                <a16:creationId xmlns:a16="http://schemas.microsoft.com/office/drawing/2014/main" id="{1BEE5CA2-1289-4FD6-ACD7-DB084A9EA493}"/>
              </a:ext>
            </a:extLst>
          </p:cNvPr>
          <p:cNvSpPr>
            <a:spLocks xmlns:a="http://schemas.openxmlformats.org/drawingml/2006/main" noGrp="1"/>
          </p:cNvSpPr>
          <p:nvPr/>
        </p:nvSpPr>
        <p:spPr>
          <a:xfrm xmlns:a="http://schemas.openxmlformats.org/drawingml/2006/main">
            <a:off x="7653527"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5" name="Rounded Rectangle 24">
            <a:extLst xmlns:a="http://schemas.openxmlformats.org/drawingml/2006/main">
              <a:ext uri="{FF2B5EF4-FFF2-40B4-BE49-F238E27FC236}">
                <a16:creationId xmlns:a16="http://schemas.microsoft.com/office/drawing/2014/main" id="{19366AD4-5087-4032-9CE0-4EC6332D7F71}"/>
              </a:ext>
            </a:extLst>
          </p:cNvPr>
          <p:cNvSpPr>
            <a:spLocks xmlns:a="http://schemas.openxmlformats.org/drawingml/2006/main" noGrp="1"/>
          </p:cNvSpPr>
          <p:nvPr/>
        </p:nvSpPr>
        <p:spPr>
          <a:xfrm xmlns:a="http://schemas.openxmlformats.org/drawingml/2006/main">
            <a:off x="790956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F8E9353B-CE42-4CF2-930A-10A6AF94CE2B}"/>
              </a:ext>
            </a:extLst>
          </p:cNvPr>
          <p:cNvSpPr>
            <a:spLocks xmlns:a="http://schemas.openxmlformats.org/drawingml/2006/main" noGrp="1"/>
          </p:cNvSpPr>
          <p:nvPr/>
        </p:nvSpPr>
        <p:spPr>
          <a:xfrm xmlns:a="http://schemas.openxmlformats.org/drawingml/2006/main">
            <a:off x="796442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B93232"/>
                </a:solidFill>
                <a:latin typeface="Microsoft YaHei"/>
                <a:ea typeface="Microsoft YaHei"/>
                <a:cs typeface="Microsoft YaHei"/>
              </a:rPr>
              <a:t>可信留痕</a:t>
            </a:r>
          </a:p>
        </p:txBody>
      </p:sp>
      <p:sp>
        <p:nvSpPr>
          <p:cNvPr id="27" name="Rectangle 26">
            <a:extLst xmlns:a="http://schemas.openxmlformats.org/drawingml/2006/main">
              <a:ext uri="{FF2B5EF4-FFF2-40B4-BE49-F238E27FC236}">
                <a16:creationId xmlns:a16="http://schemas.microsoft.com/office/drawing/2014/main" id="{B238D55F-ABD2-4698-9653-85D99AD75440}"/>
              </a:ext>
            </a:extLst>
          </p:cNvPr>
          <p:cNvSpPr>
            <a:spLocks xmlns:a="http://schemas.openxmlformats.org/drawingml/2006/main" noGrp="1"/>
          </p:cNvSpPr>
          <p:nvPr/>
        </p:nvSpPr>
        <p:spPr>
          <a:xfrm xmlns:a="http://schemas.openxmlformats.org/drawingml/2006/main">
            <a:off x="9390888" y="1938528"/>
            <a:ext cx="201168"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3200" b="1">
                <a:solidFill>
                  <a:srgbClr val="53657A"/>
                </a:solidFill>
                <a:latin typeface="Microsoft YaHei"/>
                <a:ea typeface="Microsoft YaHei"/>
                <a:cs typeface="Microsoft YaHei"/>
              </a:rPr>
              <a:t>→</a:t>
            </a:r>
          </a:p>
        </p:txBody>
      </p:sp>
      <p:sp>
        <p:nvSpPr>
          <p:cNvPr id="28" name="Rounded Rectangle 27">
            <a:extLst xmlns:a="http://schemas.openxmlformats.org/drawingml/2006/main">
              <a:ext uri="{FF2B5EF4-FFF2-40B4-BE49-F238E27FC236}">
                <a16:creationId xmlns:a16="http://schemas.microsoft.com/office/drawing/2014/main" id="{3EB43D70-E72A-4DA4-BB56-98B367C98355}"/>
              </a:ext>
            </a:extLst>
          </p:cNvPr>
          <p:cNvSpPr>
            <a:spLocks xmlns:a="http://schemas.openxmlformats.org/drawingml/2006/main" noGrp="1"/>
          </p:cNvSpPr>
          <p:nvPr/>
        </p:nvSpPr>
        <p:spPr>
          <a:xfrm xmlns:a="http://schemas.openxmlformats.org/drawingml/2006/main">
            <a:off x="9646920" y="1847088"/>
            <a:ext cx="1481328" cy="3840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E8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BF777D80-1381-4586-A76A-870C9EA8BAC5}"/>
              </a:ext>
            </a:extLst>
          </p:cNvPr>
          <p:cNvSpPr>
            <a:spLocks xmlns:a="http://schemas.openxmlformats.org/drawingml/2006/main" noGrp="1"/>
          </p:cNvSpPr>
          <p:nvPr/>
        </p:nvSpPr>
        <p:spPr>
          <a:xfrm xmlns:a="http://schemas.openxmlformats.org/drawingml/2006/main">
            <a:off x="9701784" y="1965960"/>
            <a:ext cx="1371600"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400" b="1">
                <a:solidFill>
                  <a:srgbClr val="1E83E6"/>
                </a:solidFill>
                <a:latin typeface="Microsoft YaHei"/>
                <a:ea typeface="Microsoft YaHei"/>
                <a:cs typeface="Microsoft YaHei"/>
              </a:rPr>
              <a:t>执行映射</a:t>
            </a:r>
          </a:p>
        </p:txBody>
      </p:sp>
      <p:sp>
        <p:nvSpPr>
          <p:cNvPr id="30" name="Rounded Rectangle 29">
            <a:extLst xmlns:a="http://schemas.openxmlformats.org/drawingml/2006/main">
              <a:ext uri="{FF2B5EF4-FFF2-40B4-BE49-F238E27FC236}">
                <a16:creationId xmlns:a16="http://schemas.microsoft.com/office/drawing/2014/main" id="{F511A0D6-3F00-4F5D-BA76-4E5BCA6D918C}"/>
              </a:ext>
            </a:extLst>
          </p:cNvPr>
          <p:cNvSpPr>
            <a:spLocks xmlns:a="http://schemas.openxmlformats.org/drawingml/2006/main" noGrp="1"/>
          </p:cNvSpPr>
          <p:nvPr/>
        </p:nvSpPr>
        <p:spPr>
          <a:xfrm xmlns:a="http://schemas.openxmlformats.org/drawingml/2006/main">
            <a:off x="777240"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ounded Rectangle 30">
            <a:extLst xmlns:a="http://schemas.openxmlformats.org/drawingml/2006/main">
              <a:ext uri="{FF2B5EF4-FFF2-40B4-BE49-F238E27FC236}">
                <a16:creationId xmlns:a16="http://schemas.microsoft.com/office/drawing/2014/main" id="{C13A33C7-8E71-4CE9-9F33-9A5BD35CB51E}"/>
              </a:ext>
            </a:extLst>
          </p:cNvPr>
          <p:cNvSpPr>
            <a:spLocks xmlns:a="http://schemas.openxmlformats.org/drawingml/2006/main" noGrp="1"/>
          </p:cNvSpPr>
          <p:nvPr/>
        </p:nvSpPr>
        <p:spPr>
          <a:xfrm xmlns:a="http://schemas.openxmlformats.org/drawingml/2006/main">
            <a:off x="941832" y="2935224"/>
            <a:ext cx="310896" cy="310896"/>
          </a:xfrm>
          <a:prstGeom xmlns:a="http://schemas.openxmlformats.org/drawingml/2006/main" prst="roundRect">
            <a:avLst/>
          </a:prstGeom>
          <a:solidFill xmlns:a="http://schemas.openxmlformats.org/drawingml/2006/main">
            <a:srgbClr val="0B63CE"/>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355D44ED-BCB9-417B-958B-5713DD54DCC0}"/>
              </a:ext>
            </a:extLst>
          </p:cNvPr>
          <p:cNvSpPr>
            <a:spLocks xmlns:a="http://schemas.openxmlformats.org/drawingml/2006/main" noGrp="1"/>
          </p:cNvSpPr>
          <p:nvPr/>
        </p:nvSpPr>
        <p:spPr>
          <a:xfrm xmlns:a="http://schemas.openxmlformats.org/drawingml/2006/main">
            <a:off x="941832"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01</a:t>
            </a:r>
          </a:p>
        </p:txBody>
      </p:sp>
      <p:sp>
        <p:nvSpPr>
          <p:cNvPr id="33" name="Rectangle 32">
            <a:extLst xmlns:a="http://schemas.openxmlformats.org/drawingml/2006/main">
              <a:ext uri="{FF2B5EF4-FFF2-40B4-BE49-F238E27FC236}">
                <a16:creationId xmlns:a16="http://schemas.microsoft.com/office/drawing/2014/main" id="{3D84ED96-A40B-43A3-B9D1-F960C55C603E}"/>
              </a:ext>
            </a:extLst>
          </p:cNvPr>
          <p:cNvSpPr>
            <a:spLocks xmlns:a="http://schemas.openxmlformats.org/drawingml/2006/main" noGrp="1"/>
          </p:cNvSpPr>
          <p:nvPr/>
        </p:nvSpPr>
        <p:spPr>
          <a:xfrm xmlns:a="http://schemas.openxmlformats.org/drawingml/2006/main">
            <a:off x="1344168"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0B63CE"/>
                </a:solidFill>
                <a:latin typeface="Microsoft YaHei"/>
                <a:ea typeface="Microsoft YaHei"/>
                <a:cs typeface="Microsoft YaHei"/>
              </a:rPr>
              <a:t>能力对象可组织</a:t>
            </a:r>
          </a:p>
        </p:txBody>
      </p:sp>
      <p:sp>
        <p:nvSpPr>
          <p:cNvPr id="34" name="Rectangle 33">
            <a:extLst xmlns:a="http://schemas.openxmlformats.org/drawingml/2006/main">
              <a:ext uri="{FF2B5EF4-FFF2-40B4-BE49-F238E27FC236}">
                <a16:creationId xmlns:a16="http://schemas.microsoft.com/office/drawing/2014/main" id="{D358558E-D106-47D2-9A45-2317B4F40D2B}"/>
              </a:ext>
            </a:extLst>
          </p:cNvPr>
          <p:cNvSpPr>
            <a:spLocks xmlns:a="http://schemas.openxmlformats.org/drawingml/2006/main" noGrp="1"/>
          </p:cNvSpPr>
          <p:nvPr/>
        </p:nvSpPr>
        <p:spPr>
          <a:xfrm xmlns:a="http://schemas.openxmlformats.org/drawingml/2006/main">
            <a:off x="996695"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构建智能体能力命名空间，明确能力地址与实例地址边界</a:t>
            </a:r>
            <a:r>
              <a:rPr sz="1200" b="0">
                <a:solidFill>
                  <a:srgbClr val="53657A"/>
                </a:solidFill>
                <a:latin typeface="Microsoft YaHei"/>
                <a:ea typeface="Microsoft YaHei"/>
                <a:cs typeface="Microsoft YaHei"/>
              </a:rPr>
              <a:t>。</a:t>
            </a:r>
          </a:p>
        </p:txBody>
      </p:sp>
      <p:sp>
        <p:nvSpPr>
          <p:cNvPr id="35" name="Rounded Rectangle 34">
            <a:extLst xmlns:a="http://schemas.openxmlformats.org/drawingml/2006/main">
              <a:ext uri="{FF2B5EF4-FFF2-40B4-BE49-F238E27FC236}">
                <a16:creationId xmlns:a16="http://schemas.microsoft.com/office/drawing/2014/main" id="{694B96D9-F5AD-4122-A67D-5B3A3AB6B41A}"/>
              </a:ext>
            </a:extLst>
          </p:cNvPr>
          <p:cNvSpPr>
            <a:spLocks xmlns:a="http://schemas.openxmlformats.org/drawingml/2006/main" noGrp="1"/>
          </p:cNvSpPr>
          <p:nvPr/>
        </p:nvSpPr>
        <p:spPr>
          <a:xfrm xmlns:a="http://schemas.openxmlformats.org/drawingml/2006/main">
            <a:off x="2935224"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ounded Rectangle 35">
            <a:extLst xmlns:a="http://schemas.openxmlformats.org/drawingml/2006/main">
              <a:ext uri="{FF2B5EF4-FFF2-40B4-BE49-F238E27FC236}">
                <a16:creationId xmlns:a16="http://schemas.microsoft.com/office/drawing/2014/main" id="{B6B4EA52-0E82-483F-BA08-E7284D5F741D}"/>
              </a:ext>
            </a:extLst>
          </p:cNvPr>
          <p:cNvSpPr>
            <a:spLocks xmlns:a="http://schemas.openxmlformats.org/drawingml/2006/main" noGrp="1"/>
          </p:cNvSpPr>
          <p:nvPr/>
        </p:nvSpPr>
        <p:spPr>
          <a:xfrm xmlns:a="http://schemas.openxmlformats.org/drawingml/2006/main">
            <a:off x="3099816" y="2935224"/>
            <a:ext cx="310896" cy="310896"/>
          </a:xfrm>
          <a:prstGeom xmlns:a="http://schemas.openxmlformats.org/drawingml/2006/main" prst="roundRect">
            <a:avLst/>
          </a:prstGeom>
          <a:solidFill xmlns:a="http://schemas.openxmlformats.org/drawingml/2006/main">
            <a:srgbClr val="16A35C"/>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C56768B5-7981-4B50-85EC-D14DF38AF192}"/>
              </a:ext>
            </a:extLst>
          </p:cNvPr>
          <p:cNvSpPr>
            <a:spLocks xmlns:a="http://schemas.openxmlformats.org/drawingml/2006/main" noGrp="1"/>
          </p:cNvSpPr>
          <p:nvPr/>
        </p:nvSpPr>
        <p:spPr>
          <a:xfrm xmlns:a="http://schemas.openxmlformats.org/drawingml/2006/main">
            <a:off x="3099816"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02</a:t>
            </a:r>
          </a:p>
        </p:txBody>
      </p:sp>
      <p:sp>
        <p:nvSpPr>
          <p:cNvPr id="38" name="Rectangle 37">
            <a:extLst xmlns:a="http://schemas.openxmlformats.org/drawingml/2006/main">
              <a:ext uri="{FF2B5EF4-FFF2-40B4-BE49-F238E27FC236}">
                <a16:creationId xmlns:a16="http://schemas.microsoft.com/office/drawing/2014/main" id="{0DE39748-744D-4FBA-B2F7-F0292EC21E07}"/>
              </a:ext>
            </a:extLst>
          </p:cNvPr>
          <p:cNvSpPr>
            <a:spLocks xmlns:a="http://schemas.openxmlformats.org/drawingml/2006/main" noGrp="1"/>
          </p:cNvSpPr>
          <p:nvPr/>
        </p:nvSpPr>
        <p:spPr>
          <a:xfrm xmlns:a="http://schemas.openxmlformats.org/drawingml/2006/main">
            <a:off x="3502152"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16A35C"/>
                </a:solidFill>
                <a:latin typeface="Microsoft YaHei"/>
                <a:ea typeface="Microsoft YaHei"/>
                <a:cs typeface="Microsoft YaHei"/>
              </a:rPr>
              <a:t>请求意图可判别</a:t>
            </a:r>
          </a:p>
        </p:txBody>
      </p:sp>
      <p:sp>
        <p:nvSpPr>
          <p:cNvPr id="39" name="Rectangle 38">
            <a:extLst xmlns:a="http://schemas.openxmlformats.org/drawingml/2006/main">
              <a:ext uri="{FF2B5EF4-FFF2-40B4-BE49-F238E27FC236}">
                <a16:creationId xmlns:a16="http://schemas.microsoft.com/office/drawing/2014/main" id="{50CE08B9-29FC-4582-BB38-D33F06F450DA}"/>
              </a:ext>
            </a:extLst>
          </p:cNvPr>
          <p:cNvSpPr>
            <a:spLocks xmlns:a="http://schemas.openxmlformats.org/drawingml/2006/main" noGrp="1"/>
          </p:cNvSpPr>
          <p:nvPr/>
        </p:nvSpPr>
        <p:spPr>
          <a:xfrm xmlns:a="http://schemas.openxmlformats.org/drawingml/2006/main">
            <a:off x="3154680"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在固定候选集合内输出主能力、相关能力、置信度和竞争候选说明。</a:t>
            </a:r>
          </a:p>
        </p:txBody>
      </p:sp>
      <p:sp>
        <p:nvSpPr>
          <p:cNvPr id="40" name="Rounded Rectangle 39">
            <a:extLst xmlns:a="http://schemas.openxmlformats.org/drawingml/2006/main">
              <a:ext uri="{FF2B5EF4-FFF2-40B4-BE49-F238E27FC236}">
                <a16:creationId xmlns:a16="http://schemas.microsoft.com/office/drawing/2014/main" id="{9D176CC4-FDFC-403C-A2B7-39FC4D11648C}"/>
              </a:ext>
            </a:extLst>
          </p:cNvPr>
          <p:cNvSpPr>
            <a:spLocks xmlns:a="http://schemas.openxmlformats.org/drawingml/2006/main" noGrp="1"/>
          </p:cNvSpPr>
          <p:nvPr/>
        </p:nvSpPr>
        <p:spPr>
          <a:xfrm xmlns:a="http://schemas.openxmlformats.org/drawingml/2006/main">
            <a:off x="5093207"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ounded Rectangle 40">
            <a:extLst xmlns:a="http://schemas.openxmlformats.org/drawingml/2006/main">
              <a:ext uri="{FF2B5EF4-FFF2-40B4-BE49-F238E27FC236}">
                <a16:creationId xmlns:a16="http://schemas.microsoft.com/office/drawing/2014/main" id="{EA507441-9D86-455C-AF14-368582A357ED}"/>
              </a:ext>
            </a:extLst>
          </p:cNvPr>
          <p:cNvSpPr>
            <a:spLocks xmlns:a="http://schemas.openxmlformats.org/drawingml/2006/main" noGrp="1"/>
          </p:cNvSpPr>
          <p:nvPr/>
        </p:nvSpPr>
        <p:spPr>
          <a:xfrm xmlns:a="http://schemas.openxmlformats.org/drawingml/2006/main">
            <a:off x="5257799" y="2935224"/>
            <a:ext cx="310896" cy="310896"/>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D8C9321-F713-4DEE-B9AD-B7DFB833E594}"/>
              </a:ext>
            </a:extLst>
          </p:cNvPr>
          <p:cNvSpPr>
            <a:spLocks xmlns:a="http://schemas.openxmlformats.org/drawingml/2006/main" noGrp="1"/>
          </p:cNvSpPr>
          <p:nvPr/>
        </p:nvSpPr>
        <p:spPr>
          <a:xfrm xmlns:a="http://schemas.openxmlformats.org/drawingml/2006/main">
            <a:off x="5257799"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03</a:t>
            </a:r>
          </a:p>
        </p:txBody>
      </p:sp>
      <p:sp>
        <p:nvSpPr>
          <p:cNvPr id="43" name="Rectangle 42">
            <a:extLst xmlns:a="http://schemas.openxmlformats.org/drawingml/2006/main">
              <a:ext uri="{FF2B5EF4-FFF2-40B4-BE49-F238E27FC236}">
                <a16:creationId xmlns:a16="http://schemas.microsoft.com/office/drawing/2014/main" id="{4EC6C075-AF7B-4441-86C7-9AB4EE45DB12}"/>
              </a:ext>
            </a:extLst>
          </p:cNvPr>
          <p:cNvSpPr>
            <a:spLocks xmlns:a="http://schemas.openxmlformats.org/drawingml/2006/main" noGrp="1"/>
          </p:cNvSpPr>
          <p:nvPr/>
        </p:nvSpPr>
        <p:spPr>
          <a:xfrm xmlns:a="http://schemas.openxmlformats.org/drawingml/2006/main">
            <a:off x="5660136"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F59E0B"/>
                </a:solidFill>
                <a:latin typeface="Microsoft YaHei"/>
                <a:ea typeface="Microsoft YaHei"/>
                <a:cs typeface="Microsoft YaHei"/>
              </a:rPr>
              <a:t>复杂样本可复核</a:t>
            </a:r>
          </a:p>
        </p:txBody>
      </p:sp>
      <p:sp>
        <p:nvSpPr>
          <p:cNvPr id="44" name="Rectangle 43">
            <a:extLst xmlns:a="http://schemas.openxmlformats.org/drawingml/2006/main">
              <a:ext uri="{FF2B5EF4-FFF2-40B4-BE49-F238E27FC236}">
                <a16:creationId xmlns:a16="http://schemas.microsoft.com/office/drawing/2014/main" id="{47117088-C5FC-4738-8F3E-2C17D3356168}"/>
              </a:ext>
            </a:extLst>
          </p:cNvPr>
          <p:cNvSpPr>
            <a:spLocks xmlns:a="http://schemas.openxmlformats.org/drawingml/2006/main" noGrp="1"/>
          </p:cNvSpPr>
          <p:nvPr/>
        </p:nvSpPr>
        <p:spPr>
          <a:xfrm xmlns:a="http://schemas.openxmlformats.org/drawingml/2006/main">
            <a:off x="5312664"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通过任务匹配、治理风险、层级解析、用户偏好四类角色进行职责化协作。</a:t>
            </a:r>
          </a:p>
        </p:txBody>
      </p:sp>
      <p:sp>
        <p:nvSpPr>
          <p:cNvPr id="45" name="Rounded Rectangle 44">
            <a:extLst xmlns:a="http://schemas.openxmlformats.org/drawingml/2006/main">
              <a:ext uri="{FF2B5EF4-FFF2-40B4-BE49-F238E27FC236}">
                <a16:creationId xmlns:a16="http://schemas.microsoft.com/office/drawing/2014/main" id="{F89D0C88-8013-42CE-9458-535480797889}"/>
              </a:ext>
            </a:extLst>
          </p:cNvPr>
          <p:cNvSpPr>
            <a:spLocks xmlns:a="http://schemas.openxmlformats.org/drawingml/2006/main" noGrp="1"/>
          </p:cNvSpPr>
          <p:nvPr/>
        </p:nvSpPr>
        <p:spPr>
          <a:xfrm xmlns:a="http://schemas.openxmlformats.org/drawingml/2006/main">
            <a:off x="7251192"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ounded Rectangle 45">
            <a:extLst xmlns:a="http://schemas.openxmlformats.org/drawingml/2006/main">
              <a:ext uri="{FF2B5EF4-FFF2-40B4-BE49-F238E27FC236}">
                <a16:creationId xmlns:a16="http://schemas.microsoft.com/office/drawing/2014/main" id="{7126EDC4-7FC3-43F4-B85F-1D037DCBFE70}"/>
              </a:ext>
            </a:extLst>
          </p:cNvPr>
          <p:cNvSpPr>
            <a:spLocks xmlns:a="http://schemas.openxmlformats.org/drawingml/2006/main" noGrp="1"/>
          </p:cNvSpPr>
          <p:nvPr/>
        </p:nvSpPr>
        <p:spPr>
          <a:xfrm xmlns:a="http://schemas.openxmlformats.org/drawingml/2006/main">
            <a:off x="7415783" y="2935224"/>
            <a:ext cx="310896" cy="310896"/>
          </a:xfrm>
          <a:prstGeom xmlns:a="http://schemas.openxmlformats.org/drawingml/2006/main" prst="roundRect">
            <a:avLst/>
          </a:prstGeom>
          <a:solidFill xmlns:a="http://schemas.openxmlformats.org/drawingml/2006/main">
            <a:srgbClr val="6B49C8"/>
          </a:solidFill>
          <a:ln xmlns:a="http://schemas.openxmlformats.org/drawingml/2006/main" w="12700">
            <a:solidFill>
              <a:srgbClr val="6B49C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1DD19D64-2868-423A-8A2B-C51E173A605F}"/>
              </a:ext>
            </a:extLst>
          </p:cNvPr>
          <p:cNvSpPr>
            <a:spLocks xmlns:a="http://schemas.openxmlformats.org/drawingml/2006/main" noGrp="1"/>
          </p:cNvSpPr>
          <p:nvPr/>
        </p:nvSpPr>
        <p:spPr>
          <a:xfrm xmlns:a="http://schemas.openxmlformats.org/drawingml/2006/main">
            <a:off x="7415783"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04</a:t>
            </a:r>
          </a:p>
        </p:txBody>
      </p:sp>
      <p:sp>
        <p:nvSpPr>
          <p:cNvPr id="48" name="Rectangle 47">
            <a:extLst xmlns:a="http://schemas.openxmlformats.org/drawingml/2006/main">
              <a:ext uri="{FF2B5EF4-FFF2-40B4-BE49-F238E27FC236}">
                <a16:creationId xmlns:a16="http://schemas.microsoft.com/office/drawing/2014/main" id="{EB2BDB98-9743-466C-AED1-A58F1F1D491A}"/>
              </a:ext>
            </a:extLst>
          </p:cNvPr>
          <p:cNvSpPr>
            <a:spLocks xmlns:a="http://schemas.openxmlformats.org/drawingml/2006/main" noGrp="1"/>
          </p:cNvSpPr>
          <p:nvPr/>
        </p:nvSpPr>
        <p:spPr>
          <a:xfrm xmlns:a="http://schemas.openxmlformats.org/drawingml/2006/main">
            <a:off x="7818119"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6B49C8"/>
                </a:solidFill>
                <a:latin typeface="Microsoft YaHei"/>
                <a:ea typeface="Microsoft YaHei"/>
                <a:cs typeface="Microsoft YaHei"/>
              </a:rPr>
              <a:t>改判过程可控制</a:t>
            </a:r>
          </a:p>
        </p:txBody>
      </p:sp>
      <p:sp>
        <p:nvSpPr>
          <p:cNvPr id="49" name="Rectangle 48">
            <a:extLst xmlns:a="http://schemas.openxmlformats.org/drawingml/2006/main">
              <a:ext uri="{FF2B5EF4-FFF2-40B4-BE49-F238E27FC236}">
                <a16:creationId xmlns:a16="http://schemas.microsoft.com/office/drawing/2014/main" id="{A3FEEB30-7623-480D-A80F-9EDD5A3F6A61}"/>
              </a:ext>
            </a:extLst>
          </p:cNvPr>
          <p:cNvSpPr>
            <a:spLocks xmlns:a="http://schemas.openxmlformats.org/drawingml/2006/main" noGrp="1"/>
          </p:cNvSpPr>
          <p:nvPr/>
        </p:nvSpPr>
        <p:spPr>
          <a:xfrm xmlns:a="http://schemas.openxmlformats.org/drawingml/2006/main">
            <a:off x="7470648"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将协作触发与最终改判分离，通过票数、证据强度、共识增益和风险确认进行显式授权。</a:t>
            </a:r>
          </a:p>
        </p:txBody>
      </p:sp>
      <p:sp>
        <p:nvSpPr>
          <p:cNvPr id="50" name="Rounded Rectangle 49">
            <a:extLst xmlns:a="http://schemas.openxmlformats.org/drawingml/2006/main">
              <a:ext uri="{FF2B5EF4-FFF2-40B4-BE49-F238E27FC236}">
                <a16:creationId xmlns:a16="http://schemas.microsoft.com/office/drawing/2014/main" id="{B0717E24-757E-4658-A11E-DB27E322B865}"/>
              </a:ext>
            </a:extLst>
          </p:cNvPr>
          <p:cNvSpPr>
            <a:spLocks xmlns:a="http://schemas.openxmlformats.org/drawingml/2006/main" noGrp="1"/>
          </p:cNvSpPr>
          <p:nvPr/>
        </p:nvSpPr>
        <p:spPr>
          <a:xfrm xmlns:a="http://schemas.openxmlformats.org/drawingml/2006/main">
            <a:off x="9409176" y="2770632"/>
            <a:ext cx="1874519" cy="15361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ounded Rectangle 50">
            <a:extLst xmlns:a="http://schemas.openxmlformats.org/drawingml/2006/main">
              <a:ext uri="{FF2B5EF4-FFF2-40B4-BE49-F238E27FC236}">
                <a16:creationId xmlns:a16="http://schemas.microsoft.com/office/drawing/2014/main" id="{87F913E2-79CA-4702-9ABF-A9DCA5CE07FB}"/>
              </a:ext>
            </a:extLst>
          </p:cNvPr>
          <p:cNvSpPr>
            <a:spLocks xmlns:a="http://schemas.openxmlformats.org/drawingml/2006/main" noGrp="1"/>
          </p:cNvSpPr>
          <p:nvPr/>
        </p:nvSpPr>
        <p:spPr>
          <a:xfrm xmlns:a="http://schemas.openxmlformats.org/drawingml/2006/main">
            <a:off x="9573767" y="2935224"/>
            <a:ext cx="310896" cy="310896"/>
          </a:xfrm>
          <a:prstGeom xmlns:a="http://schemas.openxmlformats.org/drawingml/2006/main" prst="roundRect">
            <a:avLst/>
          </a:prstGeom>
          <a:solidFill xmlns:a="http://schemas.openxmlformats.org/drawingml/2006/main">
            <a:srgbClr val="B93232"/>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00F42231-6F0D-42C7-9049-BBB0425F6F8E}"/>
              </a:ext>
            </a:extLst>
          </p:cNvPr>
          <p:cNvSpPr>
            <a:spLocks xmlns:a="http://schemas.openxmlformats.org/drawingml/2006/main" noGrp="1"/>
          </p:cNvSpPr>
          <p:nvPr/>
        </p:nvSpPr>
        <p:spPr>
          <a:xfrm xmlns:a="http://schemas.openxmlformats.org/drawingml/2006/main">
            <a:off x="9573767" y="2999232"/>
            <a:ext cx="310896" cy="9144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100" b="1">
                <a:solidFill>
                  <a:srgbClr val="FFFFFF"/>
                </a:solidFill>
                <a:latin typeface="Microsoft YaHei"/>
                <a:ea typeface="Microsoft YaHei"/>
                <a:cs typeface="Microsoft YaHei"/>
              </a:rPr>
              <a:t>05</a:t>
            </a:r>
          </a:p>
        </p:txBody>
      </p:sp>
      <p:sp>
        <p:nvSpPr>
          <p:cNvPr id="53" name="Rectangle 52">
            <a:extLst xmlns:a="http://schemas.openxmlformats.org/drawingml/2006/main">
              <a:ext uri="{FF2B5EF4-FFF2-40B4-BE49-F238E27FC236}">
                <a16:creationId xmlns:a16="http://schemas.microsoft.com/office/drawing/2014/main" id="{3E802573-65E0-4320-9B83-3E8BB29B0D4B}"/>
              </a:ext>
            </a:extLst>
          </p:cNvPr>
          <p:cNvSpPr>
            <a:spLocks xmlns:a="http://schemas.openxmlformats.org/drawingml/2006/main" noGrp="1"/>
          </p:cNvSpPr>
          <p:nvPr/>
        </p:nvSpPr>
        <p:spPr>
          <a:xfrm xmlns:a="http://schemas.openxmlformats.org/drawingml/2006/main">
            <a:off x="9976103" y="2935224"/>
            <a:ext cx="112471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600" b="1">
                <a:solidFill>
                  <a:srgbClr val="B93232"/>
                </a:solidFill>
                <a:latin typeface="Microsoft YaHei"/>
                <a:ea typeface="Microsoft YaHei"/>
                <a:cs typeface="Microsoft YaHei"/>
              </a:rPr>
              <a:t>判断过程可追溯</a:t>
            </a:r>
          </a:p>
        </p:txBody>
      </p:sp>
      <p:sp>
        <p:nvSpPr>
          <p:cNvPr id="54" name="Rectangle 53">
            <a:extLst xmlns:a="http://schemas.openxmlformats.org/drawingml/2006/main">
              <a:ext uri="{FF2B5EF4-FFF2-40B4-BE49-F238E27FC236}">
                <a16:creationId xmlns:a16="http://schemas.microsoft.com/office/drawing/2014/main" id="{56E966DB-0189-48CF-9E37-0C4C6EE9FBCB}"/>
              </a:ext>
            </a:extLst>
          </p:cNvPr>
          <p:cNvSpPr>
            <a:spLocks xmlns:a="http://schemas.openxmlformats.org/drawingml/2006/main" noGrp="1"/>
          </p:cNvSpPr>
          <p:nvPr/>
        </p:nvSpPr>
        <p:spPr>
          <a:xfrm xmlns:a="http://schemas.openxmlformats.org/drawingml/2006/main">
            <a:off x="9628632" y="3337560"/>
            <a:ext cx="1490472" cy="822959"/>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l">
              <a:buNone/>
            </a:pPr>
            <a:r>
              <a:rPr sz="1200" b="0">
                <a:solidFill>
                  <a:srgbClr val="53657A"/>
                </a:solidFill>
                <a:latin typeface="Microsoft YaHei"/>
                <a:ea typeface="Microsoft YaHei"/>
                <a:cs typeface="Microsoft YaHei"/>
              </a:rPr>
              <a:t>记录候选快照、结构化裁决、角色提案、授权判断、最终能力地址和执行实例映射。</a:t>
            </a:r>
          </a:p>
        </p:txBody>
      </p:sp>
      <p:sp>
        <p:nvSpPr>
          <p:cNvPr id="55" name="Rounded Rectangle 54">
            <a:extLst xmlns:a="http://schemas.openxmlformats.org/drawingml/2006/main">
              <a:ext uri="{FF2B5EF4-FFF2-40B4-BE49-F238E27FC236}">
                <a16:creationId xmlns:a16="http://schemas.microsoft.com/office/drawing/2014/main" id="{8FF8C02D-152F-4A90-B03C-4CD29E3E88F7}"/>
              </a:ext>
            </a:extLst>
          </p:cNvPr>
          <p:cNvSpPr>
            <a:spLocks xmlns:a="http://schemas.openxmlformats.org/drawingml/2006/main" noGrp="1"/>
          </p:cNvSpPr>
          <p:nvPr/>
        </p:nvSpPr>
        <p:spPr>
          <a:xfrm xmlns:a="http://schemas.openxmlformats.org/drawingml/2006/main">
            <a:off x="786384" y="4791456"/>
            <a:ext cx="10561320" cy="512064"/>
          </a:xfrm>
          <a:prstGeom xmlns:a="http://schemas.openxmlformats.org/drawingml/2006/main" prst="roundRect">
            <a:avLst/>
          </a:prstGeom>
          <a:solidFill xmlns:a="http://schemas.openxmlformats.org/drawingml/2006/main">
            <a:srgbClr val="EAF3FF"/>
          </a:solidFill>
          <a:ln xmlns:a="http://schemas.openxmlformats.org/drawingml/2006/main" w="12700">
            <a:solidFill>
              <a:srgbClr val="8FBC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70788FB4-7556-4C5F-9A08-93A460189D90}"/>
              </a:ext>
            </a:extLst>
          </p:cNvPr>
          <p:cNvSpPr>
            <a:spLocks xmlns:a="http://schemas.openxmlformats.org/drawingml/2006/main" noGrp="1"/>
          </p:cNvSpPr>
          <p:nvPr/>
        </p:nvSpPr>
        <p:spPr>
          <a:xfrm xmlns:a="http://schemas.openxmlformats.org/drawingml/2006/main">
            <a:off x="757676" y="4956048"/>
            <a:ext cx="10744200" cy="20116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b="1">
                <a:solidFill>
                  <a:srgbClr val="0B63CE"/>
                </a:solidFill>
                <a:latin typeface="Microsoft YaHei"/>
                <a:ea typeface="Microsoft YaHei"/>
                <a:cs typeface="Microsoft YaHei"/>
              </a:rPr>
              <a:t>形成“能力命名空间</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候选内判别</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职责化复核</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授权改判</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可信留痕</a:t>
            </a:r>
            <a:r>
              <a:rPr b="1">
                <a:solidFill>
                  <a:srgbClr val="0B63CE"/>
                </a:solidFill>
                <a:latin typeface="Microsoft YaHei"/>
                <a:ea typeface="Microsoft YaHei"/>
                <a:cs typeface="Microsoft YaHei"/>
              </a:rPr>
              <a:t>—</a:t>
            </a:r>
            <a:r>
              <a:rPr b="1">
                <a:solidFill>
                  <a:srgbClr val="0B63CE"/>
                </a:solidFill>
                <a:latin typeface="Microsoft YaHei"/>
                <a:ea typeface="Microsoft YaHei"/>
                <a:cs typeface="Microsoft YaHei"/>
              </a:rPr>
              <a:t>执行映射”的可验证技术链路</a:t>
            </a:r>
            <a:r>
              <a:rPr b="1">
                <a:solidFill>
                  <a:srgbClr val="0B63CE"/>
                </a:solidFill>
                <a:latin typeface="Microsoft YaHei"/>
                <a:ea typeface="Microsoft YaHei"/>
                <a:cs typeface="Microsoft YaHei"/>
              </a:rPr>
              <a:t>。</a:t>
            </a:r>
          </a:p>
        </p:txBody>
      </p:sp>
      <p:sp>
        <p:nvSpPr>
          <p:cNvPr id="57" name="Rounded Rectangle 56">
            <a:extLst xmlns:a="http://schemas.openxmlformats.org/drawingml/2006/main">
              <a:ext uri="{FF2B5EF4-FFF2-40B4-BE49-F238E27FC236}">
                <a16:creationId xmlns:a16="http://schemas.microsoft.com/office/drawing/2014/main" id="{844FE711-B6D0-447F-8DFC-C36DB24DDEAF}"/>
              </a:ext>
            </a:extLst>
          </p:cNvPr>
          <p:cNvSpPr>
            <a:spLocks xmlns:a="http://schemas.openxmlformats.org/drawingml/2006/main" noGrp="1"/>
          </p:cNvSpPr>
          <p:nvPr/>
        </p:nvSpPr>
        <p:spPr>
          <a:xfrm xmlns:a="http://schemas.openxmlformats.org/drawingml/2006/main">
            <a:off x="786384" y="5541264"/>
            <a:ext cx="10561320" cy="384048"/>
          </a:xfrm>
          <a:prstGeom xmlns:a="http://schemas.openxmlformats.org/drawingml/2006/main" prst="roundRect">
            <a:avLst/>
          </a:prstGeom>
          <a:solidFill xmlns:a="http://schemas.openxmlformats.org/drawingml/2006/main">
            <a:srgbClr val="071A46"/>
          </a:solidFill>
          <a:ln xmlns:a="http://schemas.openxmlformats.org/drawingml/2006/main" w="12700">
            <a:solidFill>
              <a:srgbClr val="071A4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D6D41A07-E311-4312-A548-70BECB0EEEF4}"/>
              </a:ext>
            </a:extLst>
          </p:cNvPr>
          <p:cNvSpPr>
            <a:spLocks xmlns:a="http://schemas.openxmlformats.org/drawingml/2006/main" noGrp="1"/>
          </p:cNvSpPr>
          <p:nvPr/>
        </p:nvSpPr>
        <p:spPr>
          <a:xfrm xmlns:a="http://schemas.openxmlformats.org/drawingml/2006/main">
            <a:off x="1005840" y="5650992"/>
            <a:ext cx="9921240"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45720" tIns="18288" rIns="45720" bIns="18288" anchor="ctr"/>
          <a:lstStyle xmlns:a="http://schemas.openxmlformats.org/drawingml/2006/main"/>
          <a:p xmlns:a="http://schemas.openxmlformats.org/drawingml/2006/main">
            <a:pPr algn="ctr">
              <a:buNone/>
            </a:pPr>
            <a:r>
              <a:rPr sz="1600" b="1">
                <a:solidFill>
                  <a:srgbClr val="FFFFFF"/>
                </a:solidFill>
                <a:latin typeface="Microsoft YaHei"/>
                <a:ea typeface="Microsoft YaHei"/>
                <a:cs typeface="Microsoft YaHei"/>
              </a:rPr>
              <a:t>把多智能体协作与可信认知标识落到可评测、可回放、可交付的原型链路</a:t>
            </a:r>
            <a:r>
              <a:rPr sz="1600" b="1">
                <a:solidFill>
                  <a:srgbClr val="FFFFFF"/>
                </a:solidFill>
                <a:latin typeface="Microsoft YaHei"/>
                <a:ea typeface="Microsoft YaHei"/>
                <a:cs typeface="Microsoft YaHei"/>
              </a:rPr>
              <a:t>。</a:t>
            </a:r>
          </a:p>
        </p:txBody>
      </p:sp>
    </p:spTree>
    <p:extLst>
      <p:ext uri="{BB962C8B-B14F-4D97-AF65-F5344CB8AC3E}">
        <p14:creationId xmlns:p14="http://schemas.microsoft.com/office/powerpoint/2010/main" val="13266085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e294dd489987425a"/>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00624aa2f5fc43a8"/>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673B6457-B695-696F-EE19-6C4872F939F2}"/>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6207EC90-38F6-0C4A-0E8D-E0FEEFE98FE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8F852602-C2B3-CC2F-A9A1-7812EB5610E9}"/>
              </a:ext>
            </a:extLst>
          </p:cNvPr>
          <p:cNvSpPr>
            <a:spLocks xmlns:a="http://schemas.openxmlformats.org/drawingml/2006/main" noGrp="1"/>
          </p:cNvSpPr>
          <p:nvPr/>
        </p:nvSpPr>
        <p:spPr>
          <a:xfrm xmlns:a="http://schemas.openxmlformats.org/drawingml/2006/main">
            <a:off x="841248" y="329184"/>
            <a:ext cx="169764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a:t>
            </a:r>
            <a:r>
              <a:rPr sz="2220" b="1">
                <a:solidFill>
                  <a:srgbClr val="2F68EF"/>
                </a:solidFill>
                <a:latin typeface="Microsoft YaHei"/>
                <a:ea typeface="Microsoft YaHei"/>
                <a:cs typeface="Microsoft YaHei"/>
              </a:rPr>
              <a:t>1</a:t>
            </a:r>
            <a:r>
              <a:rPr sz="2220" b="1">
                <a:solidFill>
                  <a:srgbClr val="2F68EF"/>
                </a:solidFill>
                <a:latin typeface="Microsoft YaHei"/>
                <a:ea typeface="Microsoft YaHei"/>
                <a:cs typeface="Microsoft YaHei"/>
              </a:rPr>
              <a:t> </a:t>
            </a:r>
            <a:r>
              <a:rPr sz="2220" b="1">
                <a:solidFill>
                  <a:srgbClr val="2F68EF"/>
                </a:solidFill>
                <a:latin typeface="Microsoft YaHei"/>
                <a:ea typeface="Microsoft YaHei"/>
                <a:cs typeface="Microsoft YaHei"/>
              </a:rPr>
              <a:t>总体架构</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be3c9fb24a6e4a09"/>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7A2D768-0039-CE11-8B5A-921B27A65490}"/>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BF63462B-6ED5-E2F4-E143-1429EEDCB283}"/>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1EBF81F2-D39A-5A8B-4275-B5D7686FB60D}"/>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06</a:t>
            </a:r>
          </a:p>
        </p:txBody>
      </p:sp>
      <p:sp>
        <p:nvSpPr>
          <p:cNvPr id="30" name="Rounded Rectangle 11">
            <a:extLst xmlns:a="http://schemas.openxmlformats.org/drawingml/2006/main">
              <a:ext uri="{FF2B5EF4-FFF2-40B4-BE49-F238E27FC236}">
                <a16:creationId xmlns:a16="http://schemas.microsoft.com/office/drawing/2014/main" id="{058673B6-795F-D69D-9527-B7563C63C434}"/>
              </a:ext>
            </a:extLst>
          </p:cNvPr>
          <p:cNvSpPr>
            <a:spLocks xmlns:a="http://schemas.openxmlformats.org/drawingml/2006/main" noGrp="1"/>
          </p:cNvSpPr>
          <p:nvPr/>
        </p:nvSpPr>
        <p:spPr>
          <a:xfrm xmlns:a="http://schemas.openxmlformats.org/drawingml/2006/main">
            <a:off x="438912" y="932688"/>
            <a:ext cx="11320272" cy="5321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1" name="Picture 13"/>
          <p:cNvPicPr>
            <a:picLocks xmlns:a="http://schemas.openxmlformats.org/drawingml/2006/main" noChangeAspect="1"/>
          </p:cNvPicPr>
          <p:nvPr/>
        </p:nvPicPr>
        <p:blipFill>
          <a:blip xmlns:r="http://schemas.openxmlformats.org/officeDocument/2006/relationships" xmlns:a="http://schemas.openxmlformats.org/drawingml/2006/main" r:embed="R6005ff83cf68439d"/>
          <a:stretch xmlns:a="http://schemas.openxmlformats.org/drawingml/2006/main">
            <a:fillRect l="0" t="0" r="0" b="0"/>
          </a:stretch>
        </p:blipFill>
        <p:spPr>
          <a:xfrm xmlns:a="http://schemas.openxmlformats.org/drawingml/2006/main">
            <a:off x="694944" y="1633728"/>
            <a:ext cx="10771632" cy="3590543"/>
          </a:xfrm>
          <a:prstGeom xmlns:a="http://schemas.openxmlformats.org/drawingml/2006/main" prst="rect">
            <a:avLst/>
          </a:prstGeom>
        </p:spPr>
      </p:pic>
      <p:sp>
        <p:nvSpPr>
          <p:cNvPr id="32" name="Rectangle 12">
            <a:extLst xmlns:a="http://schemas.openxmlformats.org/drawingml/2006/main">
              <a:ext uri="{FF2B5EF4-FFF2-40B4-BE49-F238E27FC236}">
                <a16:creationId xmlns:a16="http://schemas.microsoft.com/office/drawing/2014/main" id="{2F04B0AF-89D5-3FD5-9832-E6DEBEA5E16E}"/>
              </a:ext>
            </a:extLst>
          </p:cNvPr>
          <p:cNvSpPr>
            <a:spLocks xmlns:a="http://schemas.openxmlformats.org/drawingml/2006/main" noGrp="1"/>
          </p:cNvSpPr>
          <p:nvPr/>
        </p:nvSpPr>
        <p:spPr>
          <a:xfrm xmlns:a="http://schemas.openxmlformats.org/drawingml/2006/main">
            <a:off x="768096" y="1170432"/>
            <a:ext cx="2011680" cy="21945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0B63CE"/>
                </a:solidFill>
                <a:latin typeface="Microsoft YaHei"/>
                <a:ea typeface="Microsoft YaHei"/>
                <a:cs typeface="Microsoft YaHei"/>
              </a:rPr>
              <a:t>总体技术框架</a:t>
            </a:r>
          </a:p>
        </p:txBody>
      </p:sp>
    </p:spTree>
    <p:extLst>
      <p:ext uri="{BB962C8B-B14F-4D97-AF65-F5344CB8AC3E}">
        <p14:creationId xmlns:p14="http://schemas.microsoft.com/office/powerpoint/2010/main" val="22801251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e7b455dd771494c"/>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d2ea6c26a34a4b2e"/>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3B93B677-4BB3-4EBF-BB2A-279ED482743E}"/>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608ADB4-3606-489E-B9AE-1EBCE6E13BA7}"/>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5256AA79-1632-43A4-A4C8-FB12834FC2CC}"/>
              </a:ext>
            </a:extLst>
          </p:cNvPr>
          <p:cNvSpPr>
            <a:spLocks xmlns:a="http://schemas.openxmlformats.org/drawingml/2006/main" noGrp="1"/>
          </p:cNvSpPr>
          <p:nvPr/>
        </p:nvSpPr>
        <p:spPr>
          <a:xfrm xmlns:a="http://schemas.openxmlformats.org/drawingml/2006/main">
            <a:off x="841248" y="329184"/>
            <a:ext cx="3694986"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2.2 </a:t>
            </a:r>
            <a:r>
              <a:rPr sz="2220" b="1">
                <a:solidFill>
                  <a:srgbClr val="2F68EF"/>
                </a:solidFill>
                <a:latin typeface="Microsoft YaHei"/>
                <a:ea typeface="Microsoft YaHei"/>
                <a:cs typeface="Microsoft YaHei"/>
              </a:rPr>
              <a:t>重点</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受控候选决策链路</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69791b384cab4409"/>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E00F25D6-8276-4F53-AD63-8B3AC782427C}"/>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F5817BF7-E096-42D0-BCFF-1E47EF4FB7F5}"/>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627F5522-19EB-408A-8336-F4272BC47C05}"/>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06</a:t>
            </a:r>
          </a:p>
        </p:txBody>
      </p:sp>
      <p:sp>
        <p:nvSpPr>
          <p:cNvPr id="11" name="TextBox 10">
            <a:extLst xmlns:a="http://schemas.openxmlformats.org/drawingml/2006/main">
              <a:ext uri="{FF2B5EF4-FFF2-40B4-BE49-F238E27FC236}">
                <a16:creationId xmlns:a16="http://schemas.microsoft.com/office/drawing/2014/main" id="{A4086C0B-CBDE-4549-857C-90BDC7F6DA5D}"/>
              </a:ext>
            </a:extLst>
          </p:cNvPr>
          <p:cNvSpPr>
            <a:spLocks xmlns:a="http://schemas.openxmlformats.org/drawingml/2006/main" noGrp="1"/>
          </p:cNvSpPr>
          <p:nvPr/>
        </p:nvSpPr>
        <p:spPr>
          <a:xfrm xmlns:a="http://schemas.openxmlformats.org/drawingml/2006/main">
            <a:off x="822960" y="1005840"/>
            <a:ext cx="1060704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500" b="0">
                <a:solidFill>
                  <a:srgbClr val="5C6370"/>
                </a:solidFill>
                <a:latin typeface="Microsoft YaHei"/>
                <a:ea typeface="Microsoft YaHei"/>
                <a:cs typeface="Microsoft YaHei"/>
              </a:rPr>
              <a:t>项目难点在于同时保证候选边界、语义判别、协作纠错、执行落点和过程审计成立。</a:t>
            </a:r>
          </a:p>
        </p:txBody>
      </p:sp>
      <p:sp>
        <p:nvSpPr>
          <p:cNvPr id="12" name="Rounded Rectangle 11">
            <a:extLst xmlns:a="http://schemas.openxmlformats.org/drawingml/2006/main">
              <a:ext uri="{FF2B5EF4-FFF2-40B4-BE49-F238E27FC236}">
                <a16:creationId xmlns:a16="http://schemas.microsoft.com/office/drawing/2014/main" id="{246E0E39-7751-4CB8-8A2A-E7B4604A0F4B}"/>
              </a:ext>
            </a:extLst>
          </p:cNvPr>
          <p:cNvSpPr>
            <a:spLocks xmlns:a="http://schemas.openxmlformats.org/drawingml/2006/main" noGrp="1"/>
          </p:cNvSpPr>
          <p:nvPr/>
        </p:nvSpPr>
        <p:spPr>
          <a:xfrm xmlns:a="http://schemas.openxmlformats.org/drawingml/2006/main">
            <a:off x="731520" y="169164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4085A5DA-A728-4B8D-9CE5-CEB3F7A74629}"/>
              </a:ext>
            </a:extLst>
          </p:cNvPr>
          <p:cNvSpPr>
            <a:spLocks xmlns:a="http://schemas.openxmlformats.org/drawingml/2006/main" noGrp="1"/>
          </p:cNvSpPr>
          <p:nvPr/>
        </p:nvSpPr>
        <p:spPr>
          <a:xfrm xmlns:a="http://schemas.openxmlformats.org/drawingml/2006/main">
            <a:off x="960120" y="182880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01</a:t>
            </a:r>
          </a:p>
        </p:txBody>
      </p:sp>
      <p:sp>
        <p:nvSpPr>
          <p:cNvPr id="14" name="TextBox 13">
            <a:extLst xmlns:a="http://schemas.openxmlformats.org/drawingml/2006/main">
              <a:ext uri="{FF2B5EF4-FFF2-40B4-BE49-F238E27FC236}">
                <a16:creationId xmlns:a16="http://schemas.microsoft.com/office/drawing/2014/main" id="{3F4F8ABF-245C-4A4A-AF04-8ACDB8DC9D83}"/>
              </a:ext>
            </a:extLst>
          </p:cNvPr>
          <p:cNvSpPr>
            <a:spLocks xmlns:a="http://schemas.openxmlformats.org/drawingml/2006/main" noGrp="1"/>
          </p:cNvSpPr>
          <p:nvPr/>
        </p:nvSpPr>
        <p:spPr>
          <a:xfrm xmlns:a="http://schemas.openxmlformats.org/drawingml/2006/main">
            <a:off x="1645920" y="185623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候选固定</a:t>
            </a:r>
          </a:p>
        </p:txBody>
      </p:sp>
      <p:sp>
        <p:nvSpPr>
          <p:cNvPr id="15" name="TextBox 14">
            <a:extLst xmlns:a="http://schemas.openxmlformats.org/drawingml/2006/main">
              <a:ext uri="{FF2B5EF4-FFF2-40B4-BE49-F238E27FC236}">
                <a16:creationId xmlns:a16="http://schemas.microsoft.com/office/drawing/2014/main" id="{983325A0-F9A7-4D82-A01E-4A18F815F78A}"/>
              </a:ext>
            </a:extLst>
          </p:cNvPr>
          <p:cNvSpPr>
            <a:spLocks xmlns:a="http://schemas.openxmlformats.org/drawingml/2006/main" noGrp="1"/>
          </p:cNvSpPr>
          <p:nvPr/>
        </p:nvSpPr>
        <p:spPr>
          <a:xfrm xmlns:a="http://schemas.openxmlformats.org/drawingml/2006/main">
            <a:off x="1645920" y="222199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平台给出能力目录，算法不能自由生成候选外地址。</a:t>
            </a:r>
          </a:p>
        </p:txBody>
      </p:sp>
      <p:sp>
        <p:nvSpPr>
          <p:cNvPr id="16" name="Rounded Rectangle 15">
            <a:extLst xmlns:a="http://schemas.openxmlformats.org/drawingml/2006/main">
              <a:ext uri="{FF2B5EF4-FFF2-40B4-BE49-F238E27FC236}">
                <a16:creationId xmlns:a16="http://schemas.microsoft.com/office/drawing/2014/main" id="{C72D8777-118E-40F5-8AFE-69B94B1B86CD}"/>
              </a:ext>
            </a:extLst>
          </p:cNvPr>
          <p:cNvSpPr>
            <a:spLocks xmlns:a="http://schemas.openxmlformats.org/drawingml/2006/main" noGrp="1"/>
          </p:cNvSpPr>
          <p:nvPr/>
        </p:nvSpPr>
        <p:spPr>
          <a:xfrm xmlns:a="http://schemas.openxmlformats.org/drawingml/2006/main">
            <a:off x="6217920" y="169164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DE3A2AEA-A19D-466F-9BB5-E282643B32C1}"/>
              </a:ext>
            </a:extLst>
          </p:cNvPr>
          <p:cNvSpPr>
            <a:spLocks xmlns:a="http://schemas.openxmlformats.org/drawingml/2006/main" noGrp="1"/>
          </p:cNvSpPr>
          <p:nvPr/>
        </p:nvSpPr>
        <p:spPr>
          <a:xfrm xmlns:a="http://schemas.openxmlformats.org/drawingml/2006/main">
            <a:off x="6446520" y="182880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02</a:t>
            </a:r>
          </a:p>
        </p:txBody>
      </p:sp>
      <p:sp>
        <p:nvSpPr>
          <p:cNvPr id="18" name="TextBox 17">
            <a:extLst xmlns:a="http://schemas.openxmlformats.org/drawingml/2006/main">
              <a:ext uri="{FF2B5EF4-FFF2-40B4-BE49-F238E27FC236}">
                <a16:creationId xmlns:a16="http://schemas.microsoft.com/office/drawing/2014/main" id="{C77E456D-2F7E-467B-B656-045EF0D6B148}"/>
              </a:ext>
            </a:extLst>
          </p:cNvPr>
          <p:cNvSpPr>
            <a:spLocks xmlns:a="http://schemas.openxmlformats.org/drawingml/2006/main" noGrp="1"/>
          </p:cNvSpPr>
          <p:nvPr/>
        </p:nvSpPr>
        <p:spPr>
          <a:xfrm xmlns:a="http://schemas.openxmlformats.org/drawingml/2006/main">
            <a:off x="7132320" y="185623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语义复合</a:t>
            </a:r>
          </a:p>
        </p:txBody>
      </p:sp>
      <p:sp>
        <p:nvSpPr>
          <p:cNvPr id="19" name="TextBox 18">
            <a:extLst xmlns:a="http://schemas.openxmlformats.org/drawingml/2006/main">
              <a:ext uri="{FF2B5EF4-FFF2-40B4-BE49-F238E27FC236}">
                <a16:creationId xmlns:a16="http://schemas.microsoft.com/office/drawing/2014/main" id="{0898A31F-901F-4EBB-8C8F-730B4B655FA9}"/>
              </a:ext>
            </a:extLst>
          </p:cNvPr>
          <p:cNvSpPr>
            <a:spLocks xmlns:a="http://schemas.openxmlformats.org/drawingml/2006/main" noGrp="1"/>
          </p:cNvSpPr>
          <p:nvPr/>
        </p:nvSpPr>
        <p:spPr>
          <a:xfrm xmlns:a="http://schemas.openxmlformats.org/drawingml/2006/main">
            <a:off x="7132320" y="222199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请求包含主任务、次要诉求、场景线索和治理约束。</a:t>
            </a:r>
          </a:p>
        </p:txBody>
      </p:sp>
      <p:sp>
        <p:nvSpPr>
          <p:cNvPr id="20" name="Rounded Rectangle 19">
            <a:extLst xmlns:a="http://schemas.openxmlformats.org/drawingml/2006/main">
              <a:ext uri="{FF2B5EF4-FFF2-40B4-BE49-F238E27FC236}">
                <a16:creationId xmlns:a16="http://schemas.microsoft.com/office/drawing/2014/main" id="{B238E698-E48D-478E-B448-2DC6D2359FAE}"/>
              </a:ext>
            </a:extLst>
          </p:cNvPr>
          <p:cNvSpPr>
            <a:spLocks xmlns:a="http://schemas.openxmlformats.org/drawingml/2006/main" noGrp="1"/>
          </p:cNvSpPr>
          <p:nvPr/>
        </p:nvSpPr>
        <p:spPr>
          <a:xfrm xmlns:a="http://schemas.openxmlformats.org/drawingml/2006/main">
            <a:off x="731520" y="310896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DA195422-C97D-4473-8B5A-4E287472560F}"/>
              </a:ext>
            </a:extLst>
          </p:cNvPr>
          <p:cNvSpPr>
            <a:spLocks xmlns:a="http://schemas.openxmlformats.org/drawingml/2006/main" noGrp="1"/>
          </p:cNvSpPr>
          <p:nvPr/>
        </p:nvSpPr>
        <p:spPr>
          <a:xfrm xmlns:a="http://schemas.openxmlformats.org/drawingml/2006/main">
            <a:off x="960120" y="324612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03</a:t>
            </a:r>
          </a:p>
        </p:txBody>
      </p:sp>
      <p:sp>
        <p:nvSpPr>
          <p:cNvPr id="22" name="TextBox 21">
            <a:extLst xmlns:a="http://schemas.openxmlformats.org/drawingml/2006/main">
              <a:ext uri="{FF2B5EF4-FFF2-40B4-BE49-F238E27FC236}">
                <a16:creationId xmlns:a16="http://schemas.microsoft.com/office/drawing/2014/main" id="{794A9CFF-F46A-4A5A-9DD0-666078BA4274}"/>
              </a:ext>
            </a:extLst>
          </p:cNvPr>
          <p:cNvSpPr>
            <a:spLocks xmlns:a="http://schemas.openxmlformats.org/drawingml/2006/main" noGrp="1"/>
          </p:cNvSpPr>
          <p:nvPr/>
        </p:nvSpPr>
        <p:spPr>
          <a:xfrm xmlns:a="http://schemas.openxmlformats.org/drawingml/2006/main">
            <a:off x="1645920" y="327355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层级冲突</a:t>
            </a:r>
          </a:p>
        </p:txBody>
      </p:sp>
      <p:sp>
        <p:nvSpPr>
          <p:cNvPr id="23" name="TextBox 22">
            <a:extLst xmlns:a="http://schemas.openxmlformats.org/drawingml/2006/main">
              <a:ext uri="{FF2B5EF4-FFF2-40B4-BE49-F238E27FC236}">
                <a16:creationId xmlns:a16="http://schemas.microsoft.com/office/drawing/2014/main" id="{D9E1D2D3-37D9-4F70-96A7-9EFE6E68F376}"/>
              </a:ext>
            </a:extLst>
          </p:cNvPr>
          <p:cNvSpPr>
            <a:spLocks xmlns:a="http://schemas.openxmlformats.org/drawingml/2006/main" noGrp="1"/>
          </p:cNvSpPr>
          <p:nvPr/>
        </p:nvSpPr>
        <p:spPr>
          <a:xfrm xmlns:a="http://schemas.openxmlformats.org/drawingml/2006/main">
            <a:off x="1645920" y="363931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父子节点、同层竞争和可接受回落需要区分。</a:t>
            </a:r>
          </a:p>
        </p:txBody>
      </p:sp>
      <p:sp>
        <p:nvSpPr>
          <p:cNvPr id="24" name="Rounded Rectangle 23">
            <a:extLst xmlns:a="http://schemas.openxmlformats.org/drawingml/2006/main">
              <a:ext uri="{FF2B5EF4-FFF2-40B4-BE49-F238E27FC236}">
                <a16:creationId xmlns:a16="http://schemas.microsoft.com/office/drawing/2014/main" id="{ADF94ECF-A976-4528-B4B4-C9EB8A9166EF}"/>
              </a:ext>
            </a:extLst>
          </p:cNvPr>
          <p:cNvSpPr>
            <a:spLocks xmlns:a="http://schemas.openxmlformats.org/drawingml/2006/main" noGrp="1"/>
          </p:cNvSpPr>
          <p:nvPr/>
        </p:nvSpPr>
        <p:spPr>
          <a:xfrm xmlns:a="http://schemas.openxmlformats.org/drawingml/2006/main">
            <a:off x="6217920" y="3108960"/>
            <a:ext cx="4983480" cy="107899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3D1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32EE1039-B9B7-4F73-8863-CF11A7A428CF}"/>
              </a:ext>
            </a:extLst>
          </p:cNvPr>
          <p:cNvSpPr>
            <a:spLocks xmlns:a="http://schemas.openxmlformats.org/drawingml/2006/main" noGrp="1"/>
          </p:cNvSpPr>
          <p:nvPr/>
        </p:nvSpPr>
        <p:spPr>
          <a:xfrm xmlns:a="http://schemas.openxmlformats.org/drawingml/2006/main">
            <a:off x="6446520" y="3246120"/>
            <a:ext cx="548640" cy="4114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2300" b="1">
                <a:solidFill>
                  <a:srgbClr val="2F68EF"/>
                </a:solidFill>
                <a:latin typeface="Microsoft YaHei"/>
                <a:ea typeface="Microsoft YaHei"/>
                <a:cs typeface="Microsoft YaHei"/>
              </a:rPr>
              <a:t>04</a:t>
            </a:r>
          </a:p>
        </p:txBody>
      </p:sp>
      <p:sp>
        <p:nvSpPr>
          <p:cNvPr id="26" name="TextBox 25">
            <a:extLst xmlns:a="http://schemas.openxmlformats.org/drawingml/2006/main">
              <a:ext uri="{FF2B5EF4-FFF2-40B4-BE49-F238E27FC236}">
                <a16:creationId xmlns:a16="http://schemas.microsoft.com/office/drawing/2014/main" id="{2E64CB86-0A7F-400D-9B99-48648D9029B5}"/>
              </a:ext>
            </a:extLst>
          </p:cNvPr>
          <p:cNvSpPr>
            <a:spLocks xmlns:a="http://schemas.openxmlformats.org/drawingml/2006/main" noGrp="1"/>
          </p:cNvSpPr>
          <p:nvPr/>
        </p:nvSpPr>
        <p:spPr>
          <a:xfrm xmlns:a="http://schemas.openxmlformats.org/drawingml/2006/main">
            <a:off x="7132320" y="3273552"/>
            <a:ext cx="20116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800" b="1">
                <a:solidFill>
                  <a:srgbClr val="2F68EF"/>
                </a:solidFill>
                <a:latin typeface="Microsoft YaHei"/>
                <a:ea typeface="Microsoft YaHei"/>
                <a:cs typeface="Microsoft YaHei"/>
              </a:rPr>
              <a:t>复核受控</a:t>
            </a:r>
          </a:p>
        </p:txBody>
      </p:sp>
      <p:sp>
        <p:nvSpPr>
          <p:cNvPr id="27" name="TextBox 26">
            <a:extLst xmlns:a="http://schemas.openxmlformats.org/drawingml/2006/main">
              <a:ext uri="{FF2B5EF4-FFF2-40B4-BE49-F238E27FC236}">
                <a16:creationId xmlns:a16="http://schemas.microsoft.com/office/drawing/2014/main" id="{0873D776-87C4-4998-92AE-8BFB452B72AB}"/>
              </a:ext>
            </a:extLst>
          </p:cNvPr>
          <p:cNvSpPr>
            <a:spLocks xmlns:a="http://schemas.openxmlformats.org/drawingml/2006/main" noGrp="1"/>
          </p:cNvSpPr>
          <p:nvPr/>
        </p:nvSpPr>
        <p:spPr>
          <a:xfrm xmlns:a="http://schemas.openxmlformats.org/drawingml/2006/main">
            <a:off x="7132320" y="3639312"/>
            <a:ext cx="3840480" cy="3474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0">
                <a:solidFill>
                  <a:srgbClr val="1C2536"/>
                </a:solidFill>
                <a:latin typeface="Microsoft YaHei"/>
                <a:ea typeface="Microsoft YaHei"/>
                <a:cs typeface="Microsoft YaHei"/>
              </a:rPr>
              <a:t>多智能体不能无边界讨论，必须有触发条件和改判授权。</a:t>
            </a:r>
          </a:p>
        </p:txBody>
      </p:sp>
      <p:sp>
        <p:nvSpPr>
          <p:cNvPr id="28" name="Rounded Rectangle 27">
            <a:extLst xmlns:a="http://schemas.openxmlformats.org/drawingml/2006/main">
              <a:ext uri="{FF2B5EF4-FFF2-40B4-BE49-F238E27FC236}">
                <a16:creationId xmlns:a16="http://schemas.microsoft.com/office/drawing/2014/main" id="{D5884290-CE87-469C-B582-0212D903D228}"/>
              </a:ext>
            </a:extLst>
          </p:cNvPr>
          <p:cNvSpPr>
            <a:spLocks xmlns:a="http://schemas.openxmlformats.org/drawingml/2006/main" noGrp="1"/>
          </p:cNvSpPr>
          <p:nvPr/>
        </p:nvSpPr>
        <p:spPr>
          <a:xfrm xmlns:a="http://schemas.openxmlformats.org/drawingml/2006/main">
            <a:off x="822960" y="4892040"/>
            <a:ext cx="10607040" cy="804672"/>
          </a:xfrm>
          <a:prstGeom xmlns:a="http://schemas.openxmlformats.org/drawingml/2006/main" prst="roundRect">
            <a:avLst/>
          </a:prstGeom>
          <a:solidFill xmlns:a="http://schemas.openxmlformats.org/drawingml/2006/main">
            <a:srgbClr val="E5EFFF"/>
          </a:solidFill>
          <a:ln xmlns:a="http://schemas.openxmlformats.org/drawingml/2006/main" w="1651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D9C2EC9D-6F21-4C5A-B8C9-C176699CD20D}"/>
              </a:ext>
            </a:extLst>
          </p:cNvPr>
          <p:cNvSpPr>
            <a:spLocks xmlns:a="http://schemas.openxmlformats.org/drawingml/2006/main" noGrp="1"/>
          </p:cNvSpPr>
          <p:nvPr/>
        </p:nvSpPr>
        <p:spPr>
          <a:xfrm xmlns:a="http://schemas.openxmlformats.org/drawingml/2006/main">
            <a:off x="1294222" y="5074920"/>
            <a:ext cx="9678578" cy="529376"/>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buNone/>
            </a:pPr>
            <a:r>
              <a:rPr sz="1600" b="1">
                <a:solidFill>
                  <a:srgbClr val="2F68EF"/>
                </a:solidFill>
                <a:latin typeface="Microsoft YaHei"/>
                <a:ea typeface="Microsoft YaHei"/>
                <a:cs typeface="Microsoft YaHei"/>
              </a:rPr>
              <a:t>抓手：</a:t>
            </a:r>
            <a:r>
              <a:rPr sz="1600" b="1">
                <a:solidFill>
                  <a:srgbClr val="1C2536"/>
                </a:solidFill>
                <a:latin typeface="Microsoft YaHei"/>
                <a:ea typeface="Microsoft YaHei"/>
                <a:cs typeface="Microsoft YaHei"/>
              </a:rPr>
              <a:t>把“自然语言请求到能力地址”定义为受限能力命名空间下的语义路由问题，并用多智能体协作复核处理复杂边界样本</a:t>
            </a:r>
            <a:r>
              <a:rPr sz="1600" b="1">
                <a:solidFill>
                  <a:srgbClr val="1C2536"/>
                </a:solidFill>
                <a:latin typeface="Microsoft YaHei"/>
                <a:ea typeface="Microsoft YaHei"/>
                <a:cs typeface="Microsoft YaHei"/>
              </a:rPr>
              <a:t>。</a:t>
            </a:r>
          </a:p>
        </p:txBody>
      </p:sp>
    </p:spTree>
    <p:extLst>
      <p:ext uri="{BB962C8B-B14F-4D97-AF65-F5344CB8AC3E}">
        <p14:creationId xmlns:p14="http://schemas.microsoft.com/office/powerpoint/2010/main" val="19964121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9f1ce1740210433c"/>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c31a79b6394e494a"/>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BAEC25B2-F555-4302-AE8F-97C76692E155}"/>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B60D0BA-CB02-493A-B6B2-FF55A2F8CC03}"/>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3ECC9E49-466E-40C5-BA8E-DCAB077DD7AC}"/>
              </a:ext>
            </a:extLst>
          </p:cNvPr>
          <p:cNvSpPr>
            <a:spLocks xmlns:a="http://schemas.openxmlformats.org/drawingml/2006/main" noGrp="1"/>
          </p:cNvSpPr>
          <p:nvPr/>
        </p:nvSpPr>
        <p:spPr>
          <a:xfrm xmlns:a="http://schemas.openxmlformats.org/drawingml/2006/main">
            <a:off x="841248" y="329184"/>
            <a:ext cx="597766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技术一：建立受控能力命名空间与候选边界</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477179a9e36648a6"/>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79CD0569-6F6E-45CF-8561-C61B06463493}"/>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0F468A12-1C6C-4BC9-9899-DD30544347D3}"/>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A8732244-1D65-469A-967B-FC17F1310C04}"/>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sp>
        <p:nvSpPr>
          <p:cNvPr id="11" name="Rounded Rectangle 10">
            <a:extLst xmlns:a="http://schemas.openxmlformats.org/drawingml/2006/main">
              <a:ext uri="{FF2B5EF4-FFF2-40B4-BE49-F238E27FC236}">
                <a16:creationId xmlns:a16="http://schemas.microsoft.com/office/drawing/2014/main" id="{5E461D79-96A2-44E5-8465-731977C0FC1C}"/>
              </a:ext>
            </a:extLst>
          </p:cNvPr>
          <p:cNvSpPr>
            <a:spLocks xmlns:a="http://schemas.openxmlformats.org/drawingml/2006/main" noGrp="1"/>
          </p:cNvSpPr>
          <p:nvPr/>
        </p:nvSpPr>
        <p:spPr>
          <a:xfrm xmlns:a="http://schemas.openxmlformats.org/drawingml/2006/main">
            <a:off x="777240"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1D5B4391-5A8F-4899-9DD3-0826DA1537CA}"/>
              </a:ext>
            </a:extLst>
          </p:cNvPr>
          <p:cNvSpPr>
            <a:spLocks xmlns:a="http://schemas.openxmlformats.org/drawingml/2006/main" noGrp="1"/>
          </p:cNvSpPr>
          <p:nvPr/>
        </p:nvSpPr>
        <p:spPr>
          <a:xfrm xmlns:a="http://schemas.openxmlformats.org/drawingml/2006/main">
            <a:off x="777240" y="1143000"/>
            <a:ext cx="2240280" cy="73152"/>
          </a:xfrm>
          <a:prstGeom xmlns:a="http://schemas.openxmlformats.org/drawingml/2006/main" prst="rect">
            <a:avLst/>
          </a:prstGeom>
          <a:solidFill xmlns:a="http://schemas.openxmlformats.org/drawingml/2006/main">
            <a:srgbClr val="2F68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75487D6-B355-4B67-88D3-0FF419F67608}"/>
              </a:ext>
            </a:extLst>
          </p:cNvPr>
          <p:cNvSpPr>
            <a:spLocks xmlns:a="http://schemas.openxmlformats.org/drawingml/2006/main" noGrp="1"/>
          </p:cNvSpPr>
          <p:nvPr/>
        </p:nvSpPr>
        <p:spPr>
          <a:xfrm xmlns:a="http://schemas.openxmlformats.org/drawingml/2006/main">
            <a:off x="886968"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2F68EF"/>
                </a:solidFill>
                <a:latin typeface="Microsoft YaHei"/>
                <a:ea typeface="Microsoft YaHei"/>
                <a:cs typeface="Microsoft YaHei"/>
              </a:rPr>
              <a:t>50</a:t>
            </a:r>
          </a:p>
        </p:txBody>
      </p:sp>
      <p:sp>
        <p:nvSpPr>
          <p:cNvPr id="14" name="TextBox 13">
            <a:extLst xmlns:a="http://schemas.openxmlformats.org/drawingml/2006/main">
              <a:ext uri="{FF2B5EF4-FFF2-40B4-BE49-F238E27FC236}">
                <a16:creationId xmlns:a16="http://schemas.microsoft.com/office/drawing/2014/main" id="{7A19AFAD-97AA-4BC9-90A2-E3D2A447A626}"/>
              </a:ext>
            </a:extLst>
          </p:cNvPr>
          <p:cNvSpPr>
            <a:spLocks xmlns:a="http://schemas.openxmlformats.org/drawingml/2006/main" noGrp="1"/>
          </p:cNvSpPr>
          <p:nvPr/>
        </p:nvSpPr>
        <p:spPr>
          <a:xfrm xmlns:a="http://schemas.openxmlformats.org/drawingml/2006/main">
            <a:off x="886968" y="1664208"/>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能力节点</a:t>
            </a:r>
          </a:p>
        </p:txBody>
      </p:sp>
      <p:sp>
        <p:nvSpPr>
          <p:cNvPr id="15" name="Rounded Rectangle 14">
            <a:extLst xmlns:a="http://schemas.openxmlformats.org/drawingml/2006/main">
              <a:ext uri="{FF2B5EF4-FFF2-40B4-BE49-F238E27FC236}">
                <a16:creationId xmlns:a16="http://schemas.microsoft.com/office/drawing/2014/main" id="{D9039F34-25B0-4591-ACC5-7DCA01CA8D8B}"/>
              </a:ext>
            </a:extLst>
          </p:cNvPr>
          <p:cNvSpPr>
            <a:spLocks xmlns:a="http://schemas.openxmlformats.org/drawingml/2006/main" noGrp="1"/>
          </p:cNvSpPr>
          <p:nvPr/>
        </p:nvSpPr>
        <p:spPr>
          <a:xfrm xmlns:a="http://schemas.openxmlformats.org/drawingml/2006/main">
            <a:off x="3566160"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DD185DA0-CB50-4FB3-826A-2F016E411587}"/>
              </a:ext>
            </a:extLst>
          </p:cNvPr>
          <p:cNvSpPr>
            <a:spLocks xmlns:a="http://schemas.openxmlformats.org/drawingml/2006/main" noGrp="1"/>
          </p:cNvSpPr>
          <p:nvPr/>
        </p:nvSpPr>
        <p:spPr>
          <a:xfrm xmlns:a="http://schemas.openxmlformats.org/drawingml/2006/main">
            <a:off x="3566160" y="1143000"/>
            <a:ext cx="2240280" cy="73152"/>
          </a:xfrm>
          <a:prstGeom xmlns:a="http://schemas.openxmlformats.org/drawingml/2006/main" prst="rect">
            <a:avLst/>
          </a:prstGeom>
          <a:solidFill xmlns:a="http://schemas.openxmlformats.org/drawingml/2006/main">
            <a:srgbClr val="15A6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E1B25B41-8FE7-4785-8088-4C06CBAD1735}"/>
              </a:ext>
            </a:extLst>
          </p:cNvPr>
          <p:cNvSpPr>
            <a:spLocks xmlns:a="http://schemas.openxmlformats.org/drawingml/2006/main" noGrp="1"/>
          </p:cNvSpPr>
          <p:nvPr/>
        </p:nvSpPr>
        <p:spPr>
          <a:xfrm xmlns:a="http://schemas.openxmlformats.org/drawingml/2006/main">
            <a:off x="367588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15A6E1"/>
                </a:solidFill>
                <a:latin typeface="Microsoft YaHei"/>
                <a:ea typeface="Microsoft YaHei"/>
                <a:cs typeface="Microsoft YaHei"/>
              </a:rPr>
              <a:t>45</a:t>
            </a:r>
          </a:p>
        </p:txBody>
      </p:sp>
      <p:sp>
        <p:nvSpPr>
          <p:cNvPr id="18" name="TextBox 17">
            <a:extLst xmlns:a="http://schemas.openxmlformats.org/drawingml/2006/main">
              <a:ext uri="{FF2B5EF4-FFF2-40B4-BE49-F238E27FC236}">
                <a16:creationId xmlns:a16="http://schemas.microsoft.com/office/drawing/2014/main" id="{0CE50C51-38A6-4FD1-921A-C754F6F549A1}"/>
              </a:ext>
            </a:extLst>
          </p:cNvPr>
          <p:cNvSpPr>
            <a:spLocks xmlns:a="http://schemas.openxmlformats.org/drawingml/2006/main" noGrp="1"/>
          </p:cNvSpPr>
          <p:nvPr/>
        </p:nvSpPr>
        <p:spPr>
          <a:xfrm xmlns:a="http://schemas.openxmlformats.org/drawingml/2006/main">
            <a:off x="3675887" y="1664208"/>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主标签</a:t>
            </a:r>
          </a:p>
        </p:txBody>
      </p:sp>
      <p:sp>
        <p:nvSpPr>
          <p:cNvPr id="19" name="Rounded Rectangle 18">
            <a:extLst xmlns:a="http://schemas.openxmlformats.org/drawingml/2006/main">
              <a:ext uri="{FF2B5EF4-FFF2-40B4-BE49-F238E27FC236}">
                <a16:creationId xmlns:a16="http://schemas.microsoft.com/office/drawing/2014/main" id="{0DB33750-F31E-4B75-AC07-BEC50DB571BB}"/>
              </a:ext>
            </a:extLst>
          </p:cNvPr>
          <p:cNvSpPr>
            <a:spLocks xmlns:a="http://schemas.openxmlformats.org/drawingml/2006/main" noGrp="1"/>
          </p:cNvSpPr>
          <p:nvPr/>
        </p:nvSpPr>
        <p:spPr>
          <a:xfrm xmlns:a="http://schemas.openxmlformats.org/drawingml/2006/main">
            <a:off x="6355079"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94E7C48-1BC2-4AA4-92FC-A8434D871A67}"/>
              </a:ext>
            </a:extLst>
          </p:cNvPr>
          <p:cNvSpPr>
            <a:spLocks xmlns:a="http://schemas.openxmlformats.org/drawingml/2006/main" noGrp="1"/>
          </p:cNvSpPr>
          <p:nvPr/>
        </p:nvSpPr>
        <p:spPr>
          <a:xfrm xmlns:a="http://schemas.openxmlformats.org/drawingml/2006/main">
            <a:off x="6355079" y="1143000"/>
            <a:ext cx="2240280" cy="73152"/>
          </a:xfrm>
          <a:prstGeom xmlns:a="http://schemas.openxmlformats.org/drawingml/2006/main" prst="rect">
            <a:avLst/>
          </a:prstGeom>
          <a:solidFill xmlns:a="http://schemas.openxmlformats.org/drawingml/2006/main">
            <a:srgbClr val="F7961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5B79D99F-20E1-4D8D-BEC7-FDF091A19AA1}"/>
              </a:ext>
            </a:extLst>
          </p:cNvPr>
          <p:cNvSpPr>
            <a:spLocks xmlns:a="http://schemas.openxmlformats.org/drawingml/2006/main" noGrp="1"/>
          </p:cNvSpPr>
          <p:nvPr/>
        </p:nvSpPr>
        <p:spPr>
          <a:xfrm xmlns:a="http://schemas.openxmlformats.org/drawingml/2006/main">
            <a:off x="646480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F7961E"/>
                </a:solidFill>
                <a:latin typeface="Microsoft YaHei"/>
                <a:ea typeface="Microsoft YaHei"/>
                <a:cs typeface="Microsoft YaHei"/>
              </a:rPr>
              <a:t>9</a:t>
            </a:r>
          </a:p>
        </p:txBody>
      </p:sp>
      <p:sp>
        <p:nvSpPr>
          <p:cNvPr id="22" name="TextBox 21">
            <a:extLst xmlns:a="http://schemas.openxmlformats.org/drawingml/2006/main">
              <a:ext uri="{FF2B5EF4-FFF2-40B4-BE49-F238E27FC236}">
                <a16:creationId xmlns:a16="http://schemas.microsoft.com/office/drawing/2014/main" id="{DDB3C208-20AC-46BF-9150-1BB45863913B}"/>
              </a:ext>
            </a:extLst>
          </p:cNvPr>
          <p:cNvSpPr>
            <a:spLocks xmlns:a="http://schemas.openxmlformats.org/drawingml/2006/main" noGrp="1"/>
          </p:cNvSpPr>
          <p:nvPr/>
        </p:nvSpPr>
        <p:spPr>
          <a:xfrm xmlns:a="http://schemas.openxmlformats.org/drawingml/2006/main">
            <a:off x="6464807" y="1651662"/>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一级能力域</a:t>
            </a:r>
          </a:p>
        </p:txBody>
      </p:sp>
      <p:sp>
        <p:nvSpPr>
          <p:cNvPr id="23" name="Rounded Rectangle 22">
            <a:extLst xmlns:a="http://schemas.openxmlformats.org/drawingml/2006/main">
              <a:ext uri="{FF2B5EF4-FFF2-40B4-BE49-F238E27FC236}">
                <a16:creationId xmlns:a16="http://schemas.microsoft.com/office/drawing/2014/main" id="{1C2BBD74-435A-42FD-B401-9A4AD5D0E110}"/>
              </a:ext>
            </a:extLst>
          </p:cNvPr>
          <p:cNvSpPr>
            <a:spLocks xmlns:a="http://schemas.openxmlformats.org/drawingml/2006/main" noGrp="1"/>
          </p:cNvSpPr>
          <p:nvPr/>
        </p:nvSpPr>
        <p:spPr>
          <a:xfrm xmlns:a="http://schemas.openxmlformats.org/drawingml/2006/main">
            <a:off x="9143999" y="1143000"/>
            <a:ext cx="2240280" cy="71323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C8D5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7AFF37EB-6F44-4D3B-8AAF-341AD9143EDB}"/>
              </a:ext>
            </a:extLst>
          </p:cNvPr>
          <p:cNvSpPr>
            <a:spLocks xmlns:a="http://schemas.openxmlformats.org/drawingml/2006/main" noGrp="1"/>
          </p:cNvSpPr>
          <p:nvPr/>
        </p:nvSpPr>
        <p:spPr>
          <a:xfrm xmlns:a="http://schemas.openxmlformats.org/drawingml/2006/main">
            <a:off x="9143999" y="1143000"/>
            <a:ext cx="2240280" cy="73152"/>
          </a:xfrm>
          <a:prstGeom xmlns:a="http://schemas.openxmlformats.org/drawingml/2006/main" prst="rect">
            <a:avLst/>
          </a:prstGeom>
          <a:solidFill xmlns:a="http://schemas.openxmlformats.org/drawingml/2006/main">
            <a:srgbClr val="7A4BE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6ADD65C2-9E76-4334-9E6C-24CAD7C1DBBC}"/>
              </a:ext>
            </a:extLst>
          </p:cNvPr>
          <p:cNvSpPr>
            <a:spLocks xmlns:a="http://schemas.openxmlformats.org/drawingml/2006/main" noGrp="1"/>
          </p:cNvSpPr>
          <p:nvPr/>
        </p:nvSpPr>
        <p:spPr>
          <a:xfrm xmlns:a="http://schemas.openxmlformats.org/drawingml/2006/main">
            <a:off x="9253727" y="1261872"/>
            <a:ext cx="2020824" cy="32095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3100" b="1">
                <a:solidFill>
                  <a:srgbClr val="7A4BE5"/>
                </a:solidFill>
                <a:latin typeface="Microsoft YaHei"/>
                <a:ea typeface="Microsoft YaHei"/>
                <a:cs typeface="Microsoft YaHei"/>
              </a:rPr>
              <a:t>24</a:t>
            </a:r>
          </a:p>
        </p:txBody>
      </p:sp>
      <p:sp>
        <p:nvSpPr>
          <p:cNvPr id="26" name="TextBox 25">
            <a:extLst xmlns:a="http://schemas.openxmlformats.org/drawingml/2006/main">
              <a:ext uri="{FF2B5EF4-FFF2-40B4-BE49-F238E27FC236}">
                <a16:creationId xmlns:a16="http://schemas.microsoft.com/office/drawing/2014/main" id="{AF4C0EDF-D9E2-432B-B85B-528C5B64326E}"/>
              </a:ext>
            </a:extLst>
          </p:cNvPr>
          <p:cNvSpPr>
            <a:spLocks xmlns:a="http://schemas.openxmlformats.org/drawingml/2006/main" noGrp="1"/>
          </p:cNvSpPr>
          <p:nvPr/>
        </p:nvSpPr>
        <p:spPr>
          <a:xfrm xmlns:a="http://schemas.openxmlformats.org/drawingml/2006/main">
            <a:off x="9317736" y="1651662"/>
            <a:ext cx="2020824"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C2536"/>
                </a:solidFill>
                <a:latin typeface="Microsoft YaHei"/>
                <a:ea typeface="Microsoft YaHei"/>
                <a:cs typeface="Microsoft YaHei"/>
              </a:rPr>
              <a:t>二级能力域</a:t>
            </a:r>
          </a:p>
        </p:txBody>
      </p:sp>
      <p:sp>
        <p:nvSpPr>
          <p:cNvPr id="27" name="Rounded Rectangle 26">
            <a:extLst xmlns:a="http://schemas.openxmlformats.org/drawingml/2006/main">
              <a:ext uri="{FF2B5EF4-FFF2-40B4-BE49-F238E27FC236}">
                <a16:creationId xmlns:a16="http://schemas.microsoft.com/office/drawing/2014/main" id="{5E1C90A5-2DA1-438C-AD77-9DD0BE7789ED}"/>
              </a:ext>
            </a:extLst>
          </p:cNvPr>
          <p:cNvSpPr>
            <a:spLocks xmlns:a="http://schemas.openxmlformats.org/drawingml/2006/main" noGrp="1"/>
          </p:cNvSpPr>
          <p:nvPr/>
        </p:nvSpPr>
        <p:spPr>
          <a:xfrm xmlns:a="http://schemas.openxmlformats.org/drawingml/2006/main">
            <a:off x="777240" y="2148840"/>
            <a:ext cx="5074920" cy="2057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051874E1-F37D-46D1-AACD-AB2CE041038E}"/>
              </a:ext>
            </a:extLst>
          </p:cNvPr>
          <p:cNvSpPr>
            <a:spLocks xmlns:a="http://schemas.openxmlformats.org/drawingml/2006/main" noGrp="1"/>
          </p:cNvSpPr>
          <p:nvPr/>
        </p:nvSpPr>
        <p:spPr>
          <a:xfrm xmlns:a="http://schemas.openxmlformats.org/drawingml/2006/main">
            <a:off x="1005840" y="2258568"/>
            <a:ext cx="46177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2F68EF"/>
                </a:solidFill>
                <a:latin typeface="Microsoft YaHei"/>
                <a:ea typeface="Microsoft YaHei"/>
                <a:cs typeface="Microsoft YaHei"/>
              </a:rPr>
              <a:t>能力逻辑地址  routing_fqdn</a:t>
            </a:r>
          </a:p>
        </p:txBody>
      </p:sp>
      <p:sp>
        <p:nvSpPr>
          <p:cNvPr id="29" name="TextBox 28">
            <a:extLst xmlns:a="http://schemas.openxmlformats.org/drawingml/2006/main">
              <a:ext uri="{FF2B5EF4-FFF2-40B4-BE49-F238E27FC236}">
                <a16:creationId xmlns:a16="http://schemas.microsoft.com/office/drawing/2014/main" id="{93BE0AAD-A1FF-4C1C-99C8-F5F0DAE6ECF0}"/>
              </a:ext>
            </a:extLst>
          </p:cNvPr>
          <p:cNvSpPr>
            <a:spLocks xmlns:a="http://schemas.openxmlformats.org/drawingml/2006/main" noGrp="1"/>
          </p:cNvSpPr>
          <p:nvPr/>
        </p:nvSpPr>
        <p:spPr>
          <a:xfrm xmlns:a="http://schemas.openxmlformats.org/drawingml/2006/main">
            <a:off x="1024128" y="2542032"/>
            <a:ext cx="4480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80" b="0">
                <a:solidFill>
                  <a:srgbClr val="1C2536"/>
                </a:solidFill>
                <a:latin typeface="Microsoft YaHei"/>
                <a:ea typeface="Microsoft YaHei"/>
                <a:cs typeface="Microsoft YaHei"/>
              </a:rPr>
              <a:t>回答“哪一类能力处理请求”</a:t>
            </a:r>
          </a:p>
        </p:txBody>
      </p:sp>
      <p:sp>
        <p:nvSpPr>
          <p:cNvPr id="30" name="Rounded Rectangle 29">
            <a:extLst xmlns:a="http://schemas.openxmlformats.org/drawingml/2006/main">
              <a:ext uri="{FF2B5EF4-FFF2-40B4-BE49-F238E27FC236}">
                <a16:creationId xmlns:a16="http://schemas.microsoft.com/office/drawing/2014/main" id="{DD5282E5-9BC3-4CD0-A559-8535105DB70B}"/>
              </a:ext>
            </a:extLst>
          </p:cNvPr>
          <p:cNvSpPr>
            <a:spLocks xmlns:a="http://schemas.openxmlformats.org/drawingml/2006/main" noGrp="1"/>
          </p:cNvSpPr>
          <p:nvPr/>
        </p:nvSpPr>
        <p:spPr>
          <a:xfrm xmlns:a="http://schemas.openxmlformats.org/drawingml/2006/main">
            <a:off x="1115568" y="297180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7541984A-B9DA-484D-9915-B03F1E9E98A5}"/>
              </a:ext>
            </a:extLst>
          </p:cNvPr>
          <p:cNvSpPr>
            <a:spLocks xmlns:a="http://schemas.openxmlformats.org/drawingml/2006/main" noGrp="1"/>
          </p:cNvSpPr>
          <p:nvPr/>
        </p:nvSpPr>
        <p:spPr>
          <a:xfrm xmlns:a="http://schemas.openxmlformats.org/drawingml/2006/main">
            <a:off x="116128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policy.gov.cn</a:t>
            </a:r>
          </a:p>
        </p:txBody>
      </p:sp>
      <p:sp>
        <p:nvSpPr>
          <p:cNvPr id="32" name="Rounded Rectangle 31">
            <a:extLst xmlns:a="http://schemas.openxmlformats.org/drawingml/2006/main">
              <a:ext uri="{FF2B5EF4-FFF2-40B4-BE49-F238E27FC236}">
                <a16:creationId xmlns:a16="http://schemas.microsoft.com/office/drawing/2014/main" id="{52ACD879-525B-43A5-8829-5983C586874F}"/>
              </a:ext>
            </a:extLst>
          </p:cNvPr>
          <p:cNvSpPr>
            <a:spLocks xmlns:a="http://schemas.openxmlformats.org/drawingml/2006/main" noGrp="1"/>
          </p:cNvSpPr>
          <p:nvPr/>
        </p:nvSpPr>
        <p:spPr>
          <a:xfrm xmlns:a="http://schemas.openxmlformats.org/drawingml/2006/main">
            <a:off x="3264408" y="297180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CA59C736-8802-41D9-930A-EDB2C46B0833}"/>
              </a:ext>
            </a:extLst>
          </p:cNvPr>
          <p:cNvSpPr>
            <a:spLocks xmlns:a="http://schemas.openxmlformats.org/drawingml/2006/main" noGrp="1"/>
          </p:cNvSpPr>
          <p:nvPr/>
        </p:nvSpPr>
        <p:spPr>
          <a:xfrm xmlns:a="http://schemas.openxmlformats.org/drawingml/2006/main">
            <a:off x="331012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coupon.commerce.cn</a:t>
            </a:r>
          </a:p>
        </p:txBody>
      </p:sp>
      <p:sp>
        <p:nvSpPr>
          <p:cNvPr id="34" name="Rounded Rectangle 33">
            <a:extLst xmlns:a="http://schemas.openxmlformats.org/drawingml/2006/main">
              <a:ext uri="{FF2B5EF4-FFF2-40B4-BE49-F238E27FC236}">
                <a16:creationId xmlns:a16="http://schemas.microsoft.com/office/drawing/2014/main" id="{D4CCD015-F830-4725-9368-1AC65AC6FACD}"/>
              </a:ext>
            </a:extLst>
          </p:cNvPr>
          <p:cNvSpPr>
            <a:spLocks xmlns:a="http://schemas.openxmlformats.org/drawingml/2006/main" noGrp="1"/>
          </p:cNvSpPr>
          <p:nvPr/>
        </p:nvSpPr>
        <p:spPr>
          <a:xfrm xmlns:a="http://schemas.openxmlformats.org/drawingml/2006/main">
            <a:off x="1115568" y="347472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BC12BEDB-F4EE-48FC-B631-46CC550601EF}"/>
              </a:ext>
            </a:extLst>
          </p:cNvPr>
          <p:cNvSpPr>
            <a:spLocks xmlns:a="http://schemas.openxmlformats.org/drawingml/2006/main" noGrp="1"/>
          </p:cNvSpPr>
          <p:nvPr/>
        </p:nvSpPr>
        <p:spPr>
          <a:xfrm xmlns:a="http://schemas.openxmlformats.org/drawingml/2006/main">
            <a:off x="116128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docs.productivity.cn</a:t>
            </a:r>
          </a:p>
        </p:txBody>
      </p:sp>
      <p:sp>
        <p:nvSpPr>
          <p:cNvPr id="36" name="Rounded Rectangle 35">
            <a:extLst xmlns:a="http://schemas.openxmlformats.org/drawingml/2006/main">
              <a:ext uri="{FF2B5EF4-FFF2-40B4-BE49-F238E27FC236}">
                <a16:creationId xmlns:a16="http://schemas.microsoft.com/office/drawing/2014/main" id="{962A048C-439A-4027-AB91-E3C4FCD7EFFB}"/>
              </a:ext>
            </a:extLst>
          </p:cNvPr>
          <p:cNvSpPr>
            <a:spLocks xmlns:a="http://schemas.openxmlformats.org/drawingml/2006/main" noGrp="1"/>
          </p:cNvSpPr>
          <p:nvPr/>
        </p:nvSpPr>
        <p:spPr>
          <a:xfrm xmlns:a="http://schemas.openxmlformats.org/drawingml/2006/main">
            <a:off x="3264408" y="3474720"/>
            <a:ext cx="1874519" cy="310896"/>
          </a:xfrm>
          <a:prstGeom xmlns:a="http://schemas.openxmlformats.org/drawingml/2006/main" prst="roundRect">
            <a:avLst/>
          </a:prstGeom>
          <a:solidFill xmlns:a="http://schemas.openxmlformats.org/drawingml/2006/main">
            <a:srgbClr val="E5EFFF"/>
          </a:solidFill>
          <a:ln xmlns:a="http://schemas.openxmlformats.org/drawingml/2006/main" w="15240">
            <a:solidFill>
              <a:srgbClr val="A9BF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F87E8384-3357-4508-9F3D-41FEDA7B1251}"/>
              </a:ext>
            </a:extLst>
          </p:cNvPr>
          <p:cNvSpPr>
            <a:spLocks xmlns:a="http://schemas.openxmlformats.org/drawingml/2006/main" noGrp="1"/>
          </p:cNvSpPr>
          <p:nvPr/>
        </p:nvSpPr>
        <p:spPr>
          <a:xfrm xmlns:a="http://schemas.openxmlformats.org/drawingml/2006/main">
            <a:off x="331012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919" b="1">
                <a:solidFill>
                  <a:srgbClr val="2F68EF"/>
                </a:solidFill>
                <a:latin typeface="Microsoft YaHei"/>
                <a:ea typeface="Microsoft YaHei"/>
                <a:cs typeface="Microsoft YaHei"/>
              </a:rPr>
              <a:t>activity.travel.cn</a:t>
            </a:r>
          </a:p>
        </p:txBody>
      </p:sp>
      <p:sp>
        <p:nvSpPr>
          <p:cNvPr id="38" name="Rounded Rectangle 37">
            <a:extLst xmlns:a="http://schemas.openxmlformats.org/drawingml/2006/main">
              <a:ext uri="{FF2B5EF4-FFF2-40B4-BE49-F238E27FC236}">
                <a16:creationId xmlns:a16="http://schemas.microsoft.com/office/drawing/2014/main" id="{EA08DB4B-9719-4941-9A5F-59F7936EB1A6}"/>
              </a:ext>
            </a:extLst>
          </p:cNvPr>
          <p:cNvSpPr>
            <a:spLocks xmlns:a="http://schemas.openxmlformats.org/drawingml/2006/main" noGrp="1"/>
          </p:cNvSpPr>
          <p:nvPr/>
        </p:nvSpPr>
        <p:spPr>
          <a:xfrm xmlns:a="http://schemas.openxmlformats.org/drawingml/2006/main">
            <a:off x="6263640" y="2148840"/>
            <a:ext cx="5074920" cy="2057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4D2A0F8A-0C99-4851-BE1E-3E14F90A5D85}"/>
              </a:ext>
            </a:extLst>
          </p:cNvPr>
          <p:cNvSpPr>
            <a:spLocks xmlns:a="http://schemas.openxmlformats.org/drawingml/2006/main" noGrp="1"/>
          </p:cNvSpPr>
          <p:nvPr/>
        </p:nvSpPr>
        <p:spPr>
          <a:xfrm xmlns:a="http://schemas.openxmlformats.org/drawingml/2006/main">
            <a:off x="6492240" y="2258568"/>
            <a:ext cx="461772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1AA859"/>
                </a:solidFill>
                <a:latin typeface="Microsoft YaHei"/>
                <a:ea typeface="Microsoft YaHei"/>
                <a:cs typeface="Microsoft YaHei"/>
              </a:rPr>
              <a:t>实例逻辑地址  agent_fqdn</a:t>
            </a:r>
          </a:p>
        </p:txBody>
      </p:sp>
      <p:sp>
        <p:nvSpPr>
          <p:cNvPr id="40" name="TextBox 39">
            <a:extLst xmlns:a="http://schemas.openxmlformats.org/drawingml/2006/main">
              <a:ext uri="{FF2B5EF4-FFF2-40B4-BE49-F238E27FC236}">
                <a16:creationId xmlns:a16="http://schemas.microsoft.com/office/drawing/2014/main" id="{E7C47B73-93AD-4110-B558-FCE2C101B716}"/>
              </a:ext>
            </a:extLst>
          </p:cNvPr>
          <p:cNvSpPr>
            <a:spLocks xmlns:a="http://schemas.openxmlformats.org/drawingml/2006/main" noGrp="1"/>
          </p:cNvSpPr>
          <p:nvPr/>
        </p:nvSpPr>
        <p:spPr>
          <a:xfrm xmlns:a="http://schemas.openxmlformats.org/drawingml/2006/main">
            <a:off x="6510528" y="2542032"/>
            <a:ext cx="4480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80" b="0">
                <a:solidFill>
                  <a:srgbClr val="1C2536"/>
                </a:solidFill>
                <a:latin typeface="Microsoft YaHei"/>
                <a:ea typeface="Microsoft YaHei"/>
                <a:cs typeface="Microsoft YaHei"/>
              </a:rPr>
              <a:t>回答“由哪个具体智能体执行”</a:t>
            </a:r>
          </a:p>
        </p:txBody>
      </p:sp>
      <p:sp>
        <p:nvSpPr>
          <p:cNvPr id="41" name="Rounded Rectangle 40">
            <a:extLst xmlns:a="http://schemas.openxmlformats.org/drawingml/2006/main">
              <a:ext uri="{FF2B5EF4-FFF2-40B4-BE49-F238E27FC236}">
                <a16:creationId xmlns:a16="http://schemas.microsoft.com/office/drawing/2014/main" id="{D9F3333F-DDC9-4BB2-9CEB-E2BC49870B63}"/>
              </a:ext>
            </a:extLst>
          </p:cNvPr>
          <p:cNvSpPr>
            <a:spLocks xmlns:a="http://schemas.openxmlformats.org/drawingml/2006/main" noGrp="1"/>
          </p:cNvSpPr>
          <p:nvPr/>
        </p:nvSpPr>
        <p:spPr>
          <a:xfrm xmlns:a="http://schemas.openxmlformats.org/drawingml/2006/main">
            <a:off x="6601968" y="297180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F68FD36C-EE0E-4B65-B3EA-CE26E3F8BC7F}"/>
              </a:ext>
            </a:extLst>
          </p:cNvPr>
          <p:cNvSpPr>
            <a:spLocks xmlns:a="http://schemas.openxmlformats.org/drawingml/2006/main" noGrp="1"/>
          </p:cNvSpPr>
          <p:nvPr/>
        </p:nvSpPr>
        <p:spPr>
          <a:xfrm xmlns:a="http://schemas.openxmlformats.org/drawingml/2006/main">
            <a:off x="664768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agent-xxx.agent.policy.gov.cn</a:t>
            </a:r>
          </a:p>
        </p:txBody>
      </p:sp>
      <p:sp>
        <p:nvSpPr>
          <p:cNvPr id="43" name="Rounded Rectangle 42">
            <a:extLst xmlns:a="http://schemas.openxmlformats.org/drawingml/2006/main">
              <a:ext uri="{FF2B5EF4-FFF2-40B4-BE49-F238E27FC236}">
                <a16:creationId xmlns:a16="http://schemas.microsoft.com/office/drawing/2014/main" id="{A386BAB5-F987-48C4-9480-DB235D59F1A3}"/>
              </a:ext>
            </a:extLst>
          </p:cNvPr>
          <p:cNvSpPr>
            <a:spLocks xmlns:a="http://schemas.openxmlformats.org/drawingml/2006/main" noGrp="1"/>
          </p:cNvSpPr>
          <p:nvPr/>
        </p:nvSpPr>
        <p:spPr>
          <a:xfrm xmlns:a="http://schemas.openxmlformats.org/drawingml/2006/main">
            <a:off x="8750808" y="297180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11ACE6F9-DDAF-4EFC-A82B-357F86644B91}"/>
              </a:ext>
            </a:extLst>
          </p:cNvPr>
          <p:cNvSpPr>
            <a:spLocks xmlns:a="http://schemas.openxmlformats.org/drawingml/2006/main" noGrp="1"/>
          </p:cNvSpPr>
          <p:nvPr/>
        </p:nvSpPr>
        <p:spPr>
          <a:xfrm xmlns:a="http://schemas.openxmlformats.org/drawingml/2006/main">
            <a:off x="8796528" y="3035808"/>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endpoint / schema / health</a:t>
            </a:r>
          </a:p>
        </p:txBody>
      </p:sp>
      <p:sp>
        <p:nvSpPr>
          <p:cNvPr id="45" name="Rounded Rectangle 44">
            <a:extLst xmlns:a="http://schemas.openxmlformats.org/drawingml/2006/main">
              <a:ext uri="{FF2B5EF4-FFF2-40B4-BE49-F238E27FC236}">
                <a16:creationId xmlns:a16="http://schemas.microsoft.com/office/drawing/2014/main" id="{9F69CA64-306D-4EB4-837E-9DCD51698662}"/>
              </a:ext>
            </a:extLst>
          </p:cNvPr>
          <p:cNvSpPr>
            <a:spLocks xmlns:a="http://schemas.openxmlformats.org/drawingml/2006/main" noGrp="1"/>
          </p:cNvSpPr>
          <p:nvPr/>
        </p:nvSpPr>
        <p:spPr>
          <a:xfrm xmlns:a="http://schemas.openxmlformats.org/drawingml/2006/main">
            <a:off x="6601968" y="347472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2D73421C-5E05-4F88-8FB5-CD744D359682}"/>
              </a:ext>
            </a:extLst>
          </p:cNvPr>
          <p:cNvSpPr>
            <a:spLocks xmlns:a="http://schemas.openxmlformats.org/drawingml/2006/main" noGrp="1"/>
          </p:cNvSpPr>
          <p:nvPr/>
        </p:nvSpPr>
        <p:spPr>
          <a:xfrm xmlns:a="http://schemas.openxmlformats.org/drawingml/2006/main">
            <a:off x="664768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exact routing_fqdn match</a:t>
            </a:r>
          </a:p>
        </p:txBody>
      </p:sp>
      <p:sp>
        <p:nvSpPr>
          <p:cNvPr id="47" name="Rounded Rectangle 46">
            <a:extLst xmlns:a="http://schemas.openxmlformats.org/drawingml/2006/main">
              <a:ext uri="{FF2B5EF4-FFF2-40B4-BE49-F238E27FC236}">
                <a16:creationId xmlns:a16="http://schemas.microsoft.com/office/drawing/2014/main" id="{93D92D82-4B31-4983-A532-5A139543A1CC}"/>
              </a:ext>
            </a:extLst>
          </p:cNvPr>
          <p:cNvSpPr>
            <a:spLocks xmlns:a="http://schemas.openxmlformats.org/drawingml/2006/main" noGrp="1"/>
          </p:cNvSpPr>
          <p:nvPr/>
        </p:nvSpPr>
        <p:spPr>
          <a:xfrm xmlns:a="http://schemas.openxmlformats.org/drawingml/2006/main">
            <a:off x="8750808" y="3474720"/>
            <a:ext cx="1874519" cy="310896"/>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EFD6F341-6511-4F1A-B024-8A58B3745BBF}"/>
              </a:ext>
            </a:extLst>
          </p:cNvPr>
          <p:cNvSpPr>
            <a:spLocks xmlns:a="http://schemas.openxmlformats.org/drawingml/2006/main" noGrp="1"/>
          </p:cNvSpPr>
          <p:nvPr/>
        </p:nvSpPr>
        <p:spPr>
          <a:xfrm xmlns:a="http://schemas.openxmlformats.org/drawingml/2006/main">
            <a:off x="8796528" y="3538727"/>
            <a:ext cx="178308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50" b="1">
                <a:solidFill>
                  <a:srgbClr val="1AA859"/>
                </a:solidFill>
                <a:latin typeface="Microsoft YaHei"/>
                <a:ea typeface="Microsoft YaHei"/>
                <a:cs typeface="Microsoft YaHei"/>
              </a:rPr>
              <a:t>执行层不改写能力地址</a:t>
            </a:r>
          </a:p>
        </p:txBody>
      </p:sp>
      <p:sp>
        <p:nvSpPr>
          <p:cNvPr id="49" name="Rounded Rectangle 48">
            <a:extLst xmlns:a="http://schemas.openxmlformats.org/drawingml/2006/main">
              <a:ext uri="{FF2B5EF4-FFF2-40B4-BE49-F238E27FC236}">
                <a16:creationId xmlns:a16="http://schemas.microsoft.com/office/drawing/2014/main" id="{A04C5CED-23CC-473F-8BB4-C1F3426D478A}"/>
              </a:ext>
            </a:extLst>
          </p:cNvPr>
          <p:cNvSpPr>
            <a:spLocks xmlns:a="http://schemas.openxmlformats.org/drawingml/2006/main" noGrp="1"/>
          </p:cNvSpPr>
          <p:nvPr/>
        </p:nvSpPr>
        <p:spPr>
          <a:xfrm xmlns:a="http://schemas.openxmlformats.org/drawingml/2006/main">
            <a:off x="868680" y="4617720"/>
            <a:ext cx="10469880" cy="530352"/>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5386C641-FD5F-46E7-8AC2-4AC0E174E0A6}"/>
              </a:ext>
            </a:extLst>
          </p:cNvPr>
          <p:cNvSpPr>
            <a:spLocks xmlns:a="http://schemas.openxmlformats.org/drawingml/2006/main" noGrp="1"/>
          </p:cNvSpPr>
          <p:nvPr/>
        </p:nvSpPr>
        <p:spPr>
          <a:xfrm xmlns:a="http://schemas.openxmlformats.org/drawingml/2006/main">
            <a:off x="1097280" y="4773168"/>
            <a:ext cx="100584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450" b="1">
                <a:solidFill>
                  <a:srgbClr val="1C2536"/>
                </a:solidFill>
                <a:latin typeface="Microsoft YaHei"/>
                <a:ea typeface="Microsoft YaHei"/>
                <a:cs typeface="Microsoft YaHei"/>
              </a:rPr>
              <a:t>约束口径：ŷ(x) ∈ C(x)，R̂(x) ⊆ C(x) \ {ŷ(x)}；执行实例 â(x) 只在 A(ŷ) 内选择。</a:t>
            </a:r>
          </a:p>
        </p:txBody>
      </p:sp>
      <p:sp>
        <p:nvSpPr>
          <p:cNvPr id="51" name="Rounded Rectangle 50">
            <a:extLst xmlns:a="http://schemas.openxmlformats.org/drawingml/2006/main">
              <a:ext uri="{FF2B5EF4-FFF2-40B4-BE49-F238E27FC236}">
                <a16:creationId xmlns:a16="http://schemas.microsoft.com/office/drawing/2014/main" id="{ABDF006B-BCB6-44B8-95A1-110EA436424D}"/>
              </a:ext>
            </a:extLst>
          </p:cNvPr>
          <p:cNvSpPr>
            <a:spLocks xmlns:a="http://schemas.openxmlformats.org/drawingml/2006/main" noGrp="1"/>
          </p:cNvSpPr>
          <p:nvPr/>
        </p:nvSpPr>
        <p:spPr>
          <a:xfrm xmlns:a="http://schemas.openxmlformats.org/drawingml/2006/main">
            <a:off x="868680" y="5440680"/>
            <a:ext cx="10469880" cy="51206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9666749D-CCF5-4AC5-BD47-2D328164CF5E}"/>
              </a:ext>
            </a:extLst>
          </p:cNvPr>
          <p:cNvSpPr>
            <a:spLocks xmlns:a="http://schemas.openxmlformats.org/drawingml/2006/main" noGrp="1"/>
          </p:cNvSpPr>
          <p:nvPr/>
        </p:nvSpPr>
        <p:spPr>
          <a:xfrm xmlns:a="http://schemas.openxmlformats.org/drawingml/2006/main">
            <a:off x="1143000" y="5596128"/>
            <a:ext cx="98755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400" b="1">
                <a:solidFill>
                  <a:srgbClr val="1C2536"/>
                </a:solidFill>
                <a:latin typeface="Microsoft YaHei"/>
                <a:ea typeface="Microsoft YaHei"/>
                <a:cs typeface="Microsoft YaHei"/>
              </a:rPr>
              <a:t>能力地址回答“分到哪类能力”，实例地址回答“最终由谁执行”，</a:t>
            </a:r>
            <a:r>
              <a:rPr sz="1400" b="1">
                <a:solidFill>
                  <a:srgbClr val="2F68EF"/>
                </a:solidFill>
                <a:latin typeface="Microsoft YaHei"/>
                <a:ea typeface="Microsoft YaHei"/>
                <a:cs typeface="Microsoft YaHei"/>
              </a:rPr>
              <a:t>两层解耦支撑可解释路由。</a:t>
            </a:r>
          </a:p>
        </p:txBody>
      </p:sp>
    </p:spTree>
    <p:extLst>
      <p:ext uri="{BB962C8B-B14F-4D97-AF65-F5344CB8AC3E}">
        <p14:creationId xmlns:p14="http://schemas.microsoft.com/office/powerpoint/2010/main" val="18216120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67dc219259004d90"/>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14c0583ffe694837"/>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40C64B2C-2F99-01CD-F6F9-8AF010F4E166}"/>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A997DF7-7C0E-7EBA-F83B-859607ED327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1B0C5A41-FE68-51EB-B5A6-2CF0AB27702A}"/>
              </a:ext>
            </a:extLst>
          </p:cNvPr>
          <p:cNvSpPr>
            <a:spLocks xmlns:a="http://schemas.openxmlformats.org/drawingml/2006/main" noGrp="1"/>
          </p:cNvSpPr>
          <p:nvPr/>
        </p:nvSpPr>
        <p:spPr>
          <a:xfrm xmlns:a="http://schemas.openxmlformats.org/drawingml/2006/main">
            <a:off x="841248" y="329184"/>
            <a:ext cx="4550989"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二</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建立结构化语义裁决包</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3d06ac2660c245e8"/>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766A8EA1-9635-B8F1-B28D-0562F4715FBB}"/>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70B0F0DB-83AA-1557-A8D1-0CCABF28CF58}"/>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0E0D864B-325B-9097-4CB0-19109E3A0568}"/>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7c4aa9f274a14bc2"/>
          <a:srcRect xmlns:a="http://schemas.openxmlformats.org/drawingml/2006/main" l="0" t="10667" r="0" b="0"/>
          <a:stretch xmlns:a="http://schemas.openxmlformats.org/drawingml/2006/main">
            <a:fillRect l="0" t="0" r="0" b="0"/>
          </a:stretch>
        </p:blipFill>
        <p:spPr>
          <a:xfrm xmlns:a="http://schemas.openxmlformats.org/drawingml/2006/main">
            <a:off x="924117" y="1103155"/>
            <a:ext cx="10343459" cy="5200329"/>
          </a:xfrm>
          <a:prstGeom xmlns:a="http://schemas.openxmlformats.org/drawingml/2006/main" prst="rect">
            <a:avLst/>
          </a:prstGeom>
        </p:spPr>
      </p:pic>
    </p:spTree>
    <p:extLst>
      <p:ext uri="{BB962C8B-B14F-4D97-AF65-F5344CB8AC3E}">
        <p14:creationId xmlns:p14="http://schemas.microsoft.com/office/powerpoint/2010/main" val="396632693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14a6e29d645401d"/>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92d8aa6513e94efa"/>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950A33CB-AE8F-2D75-178D-5FFCF6E21D9B}"/>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8692721-A498-87D2-65F9-FC594A00C5F2}"/>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3EEB2028-90A3-36F3-25A5-04E417F6EA62}"/>
              </a:ext>
            </a:extLst>
          </p:cNvPr>
          <p:cNvSpPr>
            <a:spLocks xmlns:a="http://schemas.openxmlformats.org/drawingml/2006/main" noGrp="1"/>
          </p:cNvSpPr>
          <p:nvPr/>
        </p:nvSpPr>
        <p:spPr>
          <a:xfrm xmlns:a="http://schemas.openxmlformats.org/drawingml/2006/main">
            <a:off x="841248" y="329184"/>
            <a:ext cx="6262997"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三</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复核架构支撑职责化协作与授权改判</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055e8f3588314f0c"/>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465D2856-AABE-E379-0BB9-B03460561210}"/>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899CD850-9E22-3504-1680-88A1DC2FBDAE}"/>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262F900F-4777-C0FC-ADF5-341114EF0D6D}"/>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3"/>
          <p:cNvPicPr>
            <a:picLocks xmlns:a="http://schemas.openxmlformats.org/drawingml/2006/main" noChangeAspect="1"/>
          </p:cNvPicPr>
          <p:nvPr/>
        </p:nvPicPr>
        <p:blipFill>
          <a:blip xmlns:r="http://schemas.openxmlformats.org/officeDocument/2006/relationships" xmlns:a="http://schemas.openxmlformats.org/drawingml/2006/main" r:embed="Rc62c45f0e7604c6c"/>
          <a:stretch xmlns:a="http://schemas.openxmlformats.org/drawingml/2006/main">
            <a:fillRect l="0" t="0" r="0" b="0"/>
          </a:stretch>
        </p:blipFill>
        <p:spPr>
          <a:xfrm xmlns:a="http://schemas.openxmlformats.org/drawingml/2006/main">
            <a:off x="332256" y="1636776"/>
            <a:ext cx="11527182" cy="3842394"/>
          </a:xfrm>
          <a:prstGeom xmlns:a="http://schemas.openxmlformats.org/drawingml/2006/main" prst="rect">
            <a:avLst/>
          </a:prstGeom>
        </p:spPr>
      </p:pic>
      <p:sp>
        <p:nvSpPr>
          <p:cNvPr id="12" name="Rectangle 12">
            <a:extLst xmlns:a="http://schemas.openxmlformats.org/drawingml/2006/main">
              <a:ext uri="{FF2B5EF4-FFF2-40B4-BE49-F238E27FC236}">
                <a16:creationId xmlns:a16="http://schemas.microsoft.com/office/drawing/2014/main" id="{B305B5BC-BC2A-A4A9-71A4-A679BF8C645C}"/>
              </a:ext>
            </a:extLst>
          </p:cNvPr>
          <p:cNvSpPr>
            <a:spLocks xmlns:a="http://schemas.openxmlformats.org/drawingml/2006/main" noGrp="1"/>
          </p:cNvSpPr>
          <p:nvPr/>
        </p:nvSpPr>
        <p:spPr>
          <a:xfrm xmlns:a="http://schemas.openxmlformats.org/drawingml/2006/main">
            <a:off x="768096" y="1170432"/>
            <a:ext cx="2240280" cy="21945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F59E0B"/>
                </a:solidFill>
                <a:latin typeface="Microsoft YaHei"/>
                <a:ea typeface="Microsoft YaHei"/>
                <a:cs typeface="Microsoft YaHei"/>
              </a:rPr>
              <a:t>职责化协作复核流程</a:t>
            </a:r>
          </a:p>
        </p:txBody>
      </p:sp>
      <p:sp>
        <p:nvSpPr>
          <p:cNvPr id="13" name="Rounded Rectangle 14">
            <a:extLst xmlns:a="http://schemas.openxmlformats.org/drawingml/2006/main">
              <a:ext uri="{FF2B5EF4-FFF2-40B4-BE49-F238E27FC236}">
                <a16:creationId xmlns:a16="http://schemas.microsoft.com/office/drawing/2014/main" id="{1652E99B-6FBF-F5FE-284C-0A6C183B0E6B}"/>
              </a:ext>
            </a:extLst>
          </p:cNvPr>
          <p:cNvSpPr>
            <a:spLocks xmlns:a="http://schemas.openxmlformats.org/drawingml/2006/main" noGrp="1"/>
          </p:cNvSpPr>
          <p:nvPr/>
        </p:nvSpPr>
        <p:spPr>
          <a:xfrm xmlns:a="http://schemas.openxmlformats.org/drawingml/2006/main">
            <a:off x="731520" y="5559552"/>
            <a:ext cx="10716768" cy="384048"/>
          </a:xfrm>
          <a:prstGeom xmlns:a="http://schemas.openxmlformats.org/drawingml/2006/main" prst="roundRect">
            <a:avLst/>
          </a:prstGeom>
          <a:solidFill xmlns:a="http://schemas.openxmlformats.org/drawingml/2006/main">
            <a:srgbClr val="FFF7ED"/>
          </a:solidFill>
          <a:ln xmlns:a="http://schemas.openxmlformats.org/drawingml/2006/main" w="12700">
            <a:solidFill>
              <a:srgbClr val="F3C37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5">
            <a:extLst xmlns:a="http://schemas.openxmlformats.org/drawingml/2006/main">
              <a:ext uri="{FF2B5EF4-FFF2-40B4-BE49-F238E27FC236}">
                <a16:creationId xmlns:a16="http://schemas.microsoft.com/office/drawing/2014/main" id="{AFF76E65-98E4-31B8-A43B-DF85E771C4C5}"/>
              </a:ext>
            </a:extLst>
          </p:cNvPr>
          <p:cNvSpPr>
            <a:spLocks xmlns:a="http://schemas.openxmlformats.org/drawingml/2006/main" noGrp="1"/>
          </p:cNvSpPr>
          <p:nvPr/>
        </p:nvSpPr>
        <p:spPr>
          <a:xfrm xmlns:a="http://schemas.openxmlformats.org/drawingml/2006/main">
            <a:off x="950976" y="5650992"/>
            <a:ext cx="9966960"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600" b="1">
                <a:solidFill>
                  <a:srgbClr val="102033"/>
                </a:solidFill>
                <a:latin typeface="Microsoft YaHei"/>
                <a:ea typeface="Microsoft YaHei"/>
                <a:cs typeface="Microsoft YaHei"/>
              </a:rPr>
              <a:t>四类角色把任务匹配、风险治理、层级冲突和用户偏好拆开形成异质证据</a:t>
            </a:r>
            <a:r>
              <a:rPr sz="1600" b="1">
                <a:solidFill>
                  <a:srgbClr val="102033"/>
                </a:solidFill>
                <a:latin typeface="Microsoft YaHei"/>
                <a:ea typeface="Microsoft YaHei"/>
                <a:cs typeface="Microsoft YaHei"/>
              </a:rPr>
              <a:t>。</a:t>
            </a:r>
          </a:p>
        </p:txBody>
      </p:sp>
    </p:spTree>
    <p:extLst>
      <p:ext uri="{BB962C8B-B14F-4D97-AF65-F5344CB8AC3E}">
        <p14:creationId xmlns:p14="http://schemas.microsoft.com/office/powerpoint/2010/main" val="84303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35cac1d884ed4aea"/>
          <a:stretch xmlns:a="http://schemas.openxmlformats.org/drawingml/2006/main">
            <a:fillRect l="0" t="0" r="0" b="0"/>
          </a:stretch>
        </p:blipFill>
        <p:spPr>
          <a:xfrm xmlns:a="http://schemas.openxmlformats.org/drawingml/2006/main">
            <a:off x="0" y="27432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7c27652da2fc4753"/>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58A2803C-C125-903C-BA3C-7FC63A998B44}"/>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C3A7FCC-EF08-C1DE-FBB0-605AF152354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二</a:t>
            </a:r>
          </a:p>
        </p:txBody>
      </p:sp>
      <p:sp>
        <p:nvSpPr>
          <p:cNvPr id="6" name="TextBox 5">
            <a:extLst xmlns:a="http://schemas.openxmlformats.org/drawingml/2006/main">
              <a:ext uri="{FF2B5EF4-FFF2-40B4-BE49-F238E27FC236}">
                <a16:creationId xmlns:a16="http://schemas.microsoft.com/office/drawing/2014/main" id="{A91C5BF7-CB40-75A9-CADF-21CAC7CB5906}"/>
              </a:ext>
            </a:extLst>
          </p:cNvPr>
          <p:cNvSpPr>
            <a:spLocks xmlns:a="http://schemas.openxmlformats.org/drawingml/2006/main" noGrp="1"/>
          </p:cNvSpPr>
          <p:nvPr/>
        </p:nvSpPr>
        <p:spPr>
          <a:xfrm xmlns:a="http://schemas.openxmlformats.org/drawingml/2006/main">
            <a:off x="841248" y="329184"/>
            <a:ext cx="483632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2.3 </a:t>
            </a:r>
            <a:r>
              <a:rPr sz="2220" b="1">
                <a:solidFill>
                  <a:srgbClr val="2F68EF"/>
                </a:solidFill>
                <a:latin typeface="Microsoft YaHei"/>
                <a:ea typeface="Microsoft YaHei"/>
                <a:cs typeface="Microsoft YaHei"/>
              </a:rPr>
              <a:t>技术</a:t>
            </a:r>
            <a:r>
              <a:rPr sz="2220" b="1">
                <a:solidFill>
                  <a:srgbClr val="2F68EF"/>
                </a:solidFill>
                <a:latin typeface="Microsoft YaHei"/>
                <a:ea typeface="Microsoft YaHei"/>
                <a:cs typeface="Microsoft YaHei"/>
              </a:rPr>
              <a:t>四</a:t>
            </a:r>
            <a:r>
              <a:rPr sz="2220" b="1">
                <a:solidFill>
                  <a:srgbClr val="2F68EF"/>
                </a:solidFill>
                <a:latin typeface="Microsoft YaHei"/>
                <a:ea typeface="Microsoft YaHei"/>
                <a:cs typeface="Microsoft YaHei"/>
              </a:rPr>
              <a:t>：</a:t>
            </a:r>
            <a:r>
              <a:rPr sz="2220" b="1">
                <a:solidFill>
                  <a:srgbClr val="2F68EF"/>
                </a:solidFill>
                <a:latin typeface="Microsoft YaHei"/>
                <a:ea typeface="Microsoft YaHei"/>
                <a:cs typeface="Microsoft YaHei"/>
              </a:rPr>
              <a:t>可信认知标识与过程留痕</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5ba7df1a5e21415e"/>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3F9E27F-5A80-3542-DF98-FC61FB026802}"/>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2912CC16-2C8A-1EC5-858E-618FE2756BAA}"/>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3CBF1989-D773-6CF2-E49C-0C861C3C3E1A}"/>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07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30ecfaae751e4da8"/>
          <a:stretch xmlns:a="http://schemas.openxmlformats.org/drawingml/2006/main">
            <a:fillRect l="0" t="0" r="0" b="0"/>
          </a:stretch>
        </p:blipFill>
        <p:spPr>
          <a:xfrm xmlns:a="http://schemas.openxmlformats.org/drawingml/2006/main">
            <a:off x="1012323" y="754876"/>
            <a:ext cx="10167048" cy="5722005"/>
          </a:xfrm>
          <a:prstGeom xmlns:a="http://schemas.openxmlformats.org/drawingml/2006/main" prst="rect">
            <a:avLst/>
          </a:prstGeom>
        </p:spPr>
      </p:pic>
    </p:spTree>
    <p:extLst>
      <p:ext uri="{BB962C8B-B14F-4D97-AF65-F5344CB8AC3E}">
        <p14:creationId xmlns:p14="http://schemas.microsoft.com/office/powerpoint/2010/main" val="27270405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1aace5ef640d49c0"/>
          <a:stretch xmlns:a="http://schemas.openxmlformats.org/drawingml/2006/main">
            <a:fillRect l="0" t="0" r="0" b="0"/>
          </a:stretch>
        </p:blipFill>
        <p:spPr>
          <a:xfrm xmlns:a="http://schemas.openxmlformats.org/drawingml/2006/main">
            <a:off x="0" y="15098"/>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5eef8f859e554bf3"/>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0155BAE4-8214-4A23-8AFD-73DBE5CD241D}"/>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20C3230-5F76-46EA-AC04-293BFDE206B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2F2DF544-1376-4EE2-AB2C-3F767E8018E9}"/>
              </a:ext>
            </a:extLst>
          </p:cNvPr>
          <p:cNvSpPr>
            <a:spLocks xmlns:a="http://schemas.openxmlformats.org/drawingml/2006/main" noGrp="1"/>
          </p:cNvSpPr>
          <p:nvPr/>
        </p:nvSpPr>
        <p:spPr>
          <a:xfrm xmlns:a="http://schemas.openxmlformats.org/drawingml/2006/main">
            <a:off x="841248" y="329184"/>
            <a:ext cx="9326880" cy="5486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3.1 原型系统：覆盖请求输入、候选组织、协作复核、过程记录和执行映射</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bad091ab94134163"/>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29A9568E-F106-4CB5-9329-44D5655337A3}"/>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40E687C3-25F5-4B48-B8E9-2375C31B3856}"/>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499F521F-F71A-4497-8A87-DD396703944A}"/>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1" name="TextBox 10">
            <a:extLst xmlns:a="http://schemas.openxmlformats.org/drawingml/2006/main">
              <a:ext uri="{FF2B5EF4-FFF2-40B4-BE49-F238E27FC236}">
                <a16:creationId xmlns:a16="http://schemas.microsoft.com/office/drawing/2014/main" id="{76C3BD95-C4F9-497F-9A82-E4F7E256F110}"/>
              </a:ext>
            </a:extLst>
          </p:cNvPr>
          <p:cNvSpPr>
            <a:spLocks xmlns:a="http://schemas.openxmlformats.org/drawingml/2006/main" noGrp="1"/>
          </p:cNvSpPr>
          <p:nvPr/>
        </p:nvSpPr>
        <p:spPr>
          <a:xfrm xmlns:a="http://schemas.openxmlformats.org/drawingml/2006/main">
            <a:off x="868680" y="960120"/>
            <a:ext cx="1051560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450" b="0">
                <a:solidFill>
                  <a:srgbClr val="5C6370"/>
                </a:solidFill>
                <a:latin typeface="Microsoft YaHei"/>
                <a:ea typeface="Microsoft YaHei"/>
                <a:cs typeface="Microsoft YaHei"/>
              </a:rPr>
              <a:t>原型展示重点是“能跑、能看见候选、能回放过程、能说明最终由谁执行”。</a:t>
            </a:r>
          </a:p>
        </p:txBody>
      </p:sp>
      <p:sp>
        <p:nvSpPr>
          <p:cNvPr id="12" name="Rounded Rectangle 11">
            <a:extLst xmlns:a="http://schemas.openxmlformats.org/drawingml/2006/main">
              <a:ext uri="{FF2B5EF4-FFF2-40B4-BE49-F238E27FC236}">
                <a16:creationId xmlns:a16="http://schemas.microsoft.com/office/drawing/2014/main" id="{F9D05604-C387-443A-B364-9FDF303324D0}"/>
              </a:ext>
            </a:extLst>
          </p:cNvPr>
          <p:cNvSpPr>
            <a:spLocks xmlns:a="http://schemas.openxmlformats.org/drawingml/2006/main" noGrp="1"/>
          </p:cNvSpPr>
          <p:nvPr/>
        </p:nvSpPr>
        <p:spPr>
          <a:xfrm xmlns:a="http://schemas.openxmlformats.org/drawingml/2006/main">
            <a:off x="777240" y="1417320"/>
            <a:ext cx="10698480" cy="4434840"/>
          </a:xfrm>
          <a:prstGeom xmlns:a="http://schemas.openxmlformats.org/drawingml/2006/main" prst="roundRect">
            <a:avLst/>
          </a:prstGeom>
          <a:solidFill xmlns:a="http://schemas.openxmlformats.org/drawingml/2006/main">
            <a:srgbClr val="FFFFFF"/>
          </a:solidFill>
          <a:ln xmlns:a="http://schemas.openxmlformats.org/drawingml/2006/main" w="16510">
            <a:solidFill>
              <a:srgbClr val="B4C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54C41A4C-A386-40F4-A195-1CB1EF90DAD3}"/>
              </a:ext>
            </a:extLst>
          </p:cNvPr>
          <p:cNvSpPr>
            <a:spLocks xmlns:a="http://schemas.openxmlformats.org/drawingml/2006/main" noGrp="1"/>
          </p:cNvSpPr>
          <p:nvPr/>
        </p:nvSpPr>
        <p:spPr>
          <a:xfrm xmlns:a="http://schemas.openxmlformats.org/drawingml/2006/main">
            <a:off x="777240" y="1417320"/>
            <a:ext cx="10698480" cy="411480"/>
          </a:xfrm>
          <a:prstGeom xmlns:a="http://schemas.openxmlformats.org/drawingml/2006/main" prst="rect">
            <a:avLst/>
          </a:prstGeom>
          <a:solidFill xmlns:a="http://schemas.openxmlformats.org/drawingml/2006/main">
            <a:srgbClr val="0A2B6C"/>
          </a:solidFill>
          <a:ln xmlns:a="http://schemas.openxmlformats.org/drawingml/2006/main">
            <a:solidFill>
              <a:srgbClr val="0A2B6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E82B5E4E-C9D3-4F29-BC2A-7C73AA4E758F}"/>
              </a:ext>
            </a:extLst>
          </p:cNvPr>
          <p:cNvSpPr>
            <a:spLocks xmlns:a="http://schemas.openxmlformats.org/drawingml/2006/main" noGrp="1"/>
          </p:cNvSpPr>
          <p:nvPr/>
        </p:nvSpPr>
        <p:spPr>
          <a:xfrm xmlns:a="http://schemas.openxmlformats.org/drawingml/2006/main">
            <a:off x="960120" y="1527048"/>
            <a:ext cx="457200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50" b="1">
                <a:solidFill>
                  <a:srgbClr val="FFFFFF"/>
                </a:solidFill>
                <a:latin typeface="Microsoft YaHei"/>
                <a:ea typeface="Microsoft YaHei"/>
                <a:cs typeface="Microsoft YaHei"/>
              </a:rPr>
              <a:t>Agent Capability Routing Console</a:t>
            </a:r>
          </a:p>
        </p:txBody>
      </p:sp>
      <p:sp>
        <p:nvSpPr>
          <p:cNvPr id="15" name="TextBox 14">
            <a:extLst xmlns:a="http://schemas.openxmlformats.org/drawingml/2006/main">
              <a:ext uri="{FF2B5EF4-FFF2-40B4-BE49-F238E27FC236}">
                <a16:creationId xmlns:a16="http://schemas.microsoft.com/office/drawing/2014/main" id="{2DCC6012-D39F-41F2-8305-7886A418BD05}"/>
              </a:ext>
            </a:extLst>
          </p:cNvPr>
          <p:cNvSpPr>
            <a:spLocks xmlns:a="http://schemas.openxmlformats.org/drawingml/2006/main" noGrp="1"/>
          </p:cNvSpPr>
          <p:nvPr/>
        </p:nvSpPr>
        <p:spPr>
          <a:xfrm xmlns:a="http://schemas.openxmlformats.org/drawingml/2006/main">
            <a:off x="9509760" y="1527048"/>
            <a:ext cx="164592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87E6FF"/>
                </a:solidFill>
                <a:latin typeface="Microsoft YaHei"/>
                <a:ea typeface="Microsoft YaHei"/>
                <a:cs typeface="Microsoft YaHei"/>
              </a:rPr>
              <a:t>status: ready   trace: enabled</a:t>
            </a:r>
          </a:p>
        </p:txBody>
      </p:sp>
      <p:sp>
        <p:nvSpPr>
          <p:cNvPr id="16" name="Rounded Rectangle 15">
            <a:extLst xmlns:a="http://schemas.openxmlformats.org/drawingml/2006/main">
              <a:ext uri="{FF2B5EF4-FFF2-40B4-BE49-F238E27FC236}">
                <a16:creationId xmlns:a16="http://schemas.microsoft.com/office/drawing/2014/main" id="{3F5EB1A1-28C6-4454-BF33-301B92BEF8DB}"/>
              </a:ext>
            </a:extLst>
          </p:cNvPr>
          <p:cNvSpPr>
            <a:spLocks xmlns:a="http://schemas.openxmlformats.org/drawingml/2006/main" noGrp="1"/>
          </p:cNvSpPr>
          <p:nvPr/>
        </p:nvSpPr>
        <p:spPr>
          <a:xfrm xmlns:a="http://schemas.openxmlformats.org/drawingml/2006/main">
            <a:off x="1143000" y="1993392"/>
            <a:ext cx="27432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4AD6BB8-47BF-48A5-A975-822B20DE6793}"/>
              </a:ext>
            </a:extLst>
          </p:cNvPr>
          <p:cNvSpPr>
            <a:spLocks xmlns:a="http://schemas.openxmlformats.org/drawingml/2006/main" noGrp="1"/>
          </p:cNvSpPr>
          <p:nvPr/>
        </p:nvSpPr>
        <p:spPr>
          <a:xfrm xmlns:a="http://schemas.openxmlformats.org/drawingml/2006/main">
            <a:off x="1371600" y="2103120"/>
            <a:ext cx="22860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2F68EF"/>
                </a:solidFill>
                <a:latin typeface="Microsoft YaHei"/>
                <a:ea typeface="Microsoft YaHei"/>
                <a:cs typeface="Microsoft YaHei"/>
              </a:rPr>
              <a:t>请求输入</a:t>
            </a:r>
          </a:p>
        </p:txBody>
      </p:sp>
      <p:sp>
        <p:nvSpPr>
          <p:cNvPr id="18" name="Rounded Rectangle 17">
            <a:extLst xmlns:a="http://schemas.openxmlformats.org/drawingml/2006/main">
              <a:ext uri="{FF2B5EF4-FFF2-40B4-BE49-F238E27FC236}">
                <a16:creationId xmlns:a16="http://schemas.microsoft.com/office/drawing/2014/main" id="{161E7E24-361E-45A5-8687-E925B938AE8E}"/>
              </a:ext>
            </a:extLst>
          </p:cNvPr>
          <p:cNvSpPr>
            <a:spLocks xmlns:a="http://schemas.openxmlformats.org/drawingml/2006/main" noGrp="1"/>
          </p:cNvSpPr>
          <p:nvPr/>
        </p:nvSpPr>
        <p:spPr>
          <a:xfrm xmlns:a="http://schemas.openxmlformats.org/drawingml/2006/main">
            <a:off x="1417320" y="2514600"/>
            <a:ext cx="2148840" cy="50292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245642A3-0C98-42BC-97FC-70BB54067CDD}"/>
              </a:ext>
            </a:extLst>
          </p:cNvPr>
          <p:cNvSpPr>
            <a:spLocks xmlns:a="http://schemas.openxmlformats.org/drawingml/2006/main" noGrp="1"/>
          </p:cNvSpPr>
          <p:nvPr/>
        </p:nvSpPr>
        <p:spPr>
          <a:xfrm xmlns:a="http://schemas.openxmlformats.org/drawingml/2006/main">
            <a:off x="1536192" y="2615184"/>
            <a:ext cx="1920240" cy="25603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60" b="0">
                <a:solidFill>
                  <a:srgbClr val="1C2536"/>
                </a:solidFill>
                <a:latin typeface="Microsoft YaHei"/>
                <a:ea typeface="Microsoft YaHei"/>
                <a:cs typeface="Microsoft YaHei"/>
              </a:rPr>
              <a:t>买会议麦克风这样单，如果不看优惠规则，明显会多花一笔。</a:t>
            </a:r>
          </a:p>
        </p:txBody>
      </p:sp>
      <p:sp>
        <p:nvSpPr>
          <p:cNvPr id="20" name="TextBox 19">
            <a:extLst xmlns:a="http://schemas.openxmlformats.org/drawingml/2006/main">
              <a:ext uri="{FF2B5EF4-FFF2-40B4-BE49-F238E27FC236}">
                <a16:creationId xmlns:a16="http://schemas.microsoft.com/office/drawing/2014/main" id="{5B53767C-E2C7-4FE8-9FB6-32B1B4B49EFF}"/>
              </a:ext>
            </a:extLst>
          </p:cNvPr>
          <p:cNvSpPr>
            <a:spLocks xmlns:a="http://schemas.openxmlformats.org/drawingml/2006/main" noGrp="1"/>
          </p:cNvSpPr>
          <p:nvPr/>
        </p:nvSpPr>
        <p:spPr>
          <a:xfrm xmlns:a="http://schemas.openxmlformats.org/drawingml/2006/main">
            <a:off x="1417320" y="324612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20" b="1">
                <a:solidFill>
                  <a:srgbClr val="2F68EF"/>
                </a:solidFill>
                <a:latin typeface="Microsoft YaHei"/>
                <a:ea typeface="Microsoft YaHei"/>
                <a:cs typeface="Microsoft YaHei"/>
              </a:rPr>
              <a:t>候选能力 top-k</a:t>
            </a:r>
          </a:p>
        </p:txBody>
      </p:sp>
      <p:sp>
        <p:nvSpPr>
          <p:cNvPr id="21" name="Rounded Rectangle 20">
            <a:extLst xmlns:a="http://schemas.openxmlformats.org/drawingml/2006/main">
              <a:ext uri="{FF2B5EF4-FFF2-40B4-BE49-F238E27FC236}">
                <a16:creationId xmlns:a16="http://schemas.microsoft.com/office/drawing/2014/main" id="{AFA71EE2-4047-4601-BDDD-E2A19E8FC56C}"/>
              </a:ext>
            </a:extLst>
          </p:cNvPr>
          <p:cNvSpPr>
            <a:spLocks xmlns:a="http://schemas.openxmlformats.org/drawingml/2006/main" noGrp="1"/>
          </p:cNvSpPr>
          <p:nvPr/>
        </p:nvSpPr>
        <p:spPr>
          <a:xfrm xmlns:a="http://schemas.openxmlformats.org/drawingml/2006/main">
            <a:off x="1417320" y="3566160"/>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5064DD23-724B-496D-8A3C-177F6C6CA6E2}"/>
              </a:ext>
            </a:extLst>
          </p:cNvPr>
          <p:cNvSpPr>
            <a:spLocks xmlns:a="http://schemas.openxmlformats.org/drawingml/2006/main" noGrp="1"/>
          </p:cNvSpPr>
          <p:nvPr/>
        </p:nvSpPr>
        <p:spPr>
          <a:xfrm xmlns:a="http://schemas.openxmlformats.org/drawingml/2006/main">
            <a:off x="1463040" y="3611880"/>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2F68EF"/>
                </a:solidFill>
                <a:latin typeface="Microsoft YaHei"/>
                <a:ea typeface="Microsoft YaHei"/>
                <a:cs typeface="Microsoft YaHei"/>
              </a:rPr>
              <a:t>coupon.commerce.cn</a:t>
            </a:r>
          </a:p>
        </p:txBody>
      </p:sp>
      <p:sp>
        <p:nvSpPr>
          <p:cNvPr id="23" name="Rounded Rectangle 22">
            <a:extLst xmlns:a="http://schemas.openxmlformats.org/drawingml/2006/main">
              <a:ext uri="{FF2B5EF4-FFF2-40B4-BE49-F238E27FC236}">
                <a16:creationId xmlns:a16="http://schemas.microsoft.com/office/drawing/2014/main" id="{0FA34731-0B6A-41D2-8B2F-43E0DF47EE6D}"/>
              </a:ext>
            </a:extLst>
          </p:cNvPr>
          <p:cNvSpPr>
            <a:spLocks xmlns:a="http://schemas.openxmlformats.org/drawingml/2006/main" noGrp="1"/>
          </p:cNvSpPr>
          <p:nvPr/>
        </p:nvSpPr>
        <p:spPr>
          <a:xfrm xmlns:a="http://schemas.openxmlformats.org/drawingml/2006/main">
            <a:off x="1417320" y="3950208"/>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E5C91ED2-E02C-4B4D-AD89-0CE8B9B2B8D5}"/>
              </a:ext>
            </a:extLst>
          </p:cNvPr>
          <p:cNvSpPr>
            <a:spLocks xmlns:a="http://schemas.openxmlformats.org/drawingml/2006/main" noGrp="1"/>
          </p:cNvSpPr>
          <p:nvPr/>
        </p:nvSpPr>
        <p:spPr>
          <a:xfrm xmlns:a="http://schemas.openxmlformats.org/drawingml/2006/main">
            <a:off x="1463040" y="3995928"/>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5C6370"/>
                </a:solidFill>
                <a:latin typeface="Microsoft YaHei"/>
                <a:ea typeface="Microsoft YaHei"/>
                <a:cs typeface="Microsoft YaHei"/>
              </a:rPr>
              <a:t>price.commerce.cn</a:t>
            </a:r>
          </a:p>
        </p:txBody>
      </p:sp>
      <p:sp>
        <p:nvSpPr>
          <p:cNvPr id="25" name="Rounded Rectangle 24">
            <a:extLst xmlns:a="http://schemas.openxmlformats.org/drawingml/2006/main">
              <a:ext uri="{FF2B5EF4-FFF2-40B4-BE49-F238E27FC236}">
                <a16:creationId xmlns:a16="http://schemas.microsoft.com/office/drawing/2014/main" id="{A474C41C-07C0-4CDD-AAAF-0B21FDABBC19}"/>
              </a:ext>
            </a:extLst>
          </p:cNvPr>
          <p:cNvSpPr>
            <a:spLocks xmlns:a="http://schemas.openxmlformats.org/drawingml/2006/main" noGrp="1"/>
          </p:cNvSpPr>
          <p:nvPr/>
        </p:nvSpPr>
        <p:spPr>
          <a:xfrm xmlns:a="http://schemas.openxmlformats.org/drawingml/2006/main">
            <a:off x="1417320" y="4334256"/>
            <a:ext cx="2148840" cy="237744"/>
          </a:xfrm>
          <a:prstGeom xmlns:a="http://schemas.openxmlformats.org/drawingml/2006/main" prst="roundRect">
            <a:avLst/>
          </a:prstGeom>
          <a:solidFill xmlns:a="http://schemas.openxmlformats.org/drawingml/2006/main">
            <a:srgbClr val="E5EFFF"/>
          </a:solidFill>
          <a:ln xmlns:a="http://schemas.openxmlformats.org/drawingml/2006/main" w="15240">
            <a:solidFill>
              <a:srgbClr val="C8D7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0CEC6452-6E8C-405C-AEF1-2AEEE5FBEA91}"/>
              </a:ext>
            </a:extLst>
          </p:cNvPr>
          <p:cNvSpPr>
            <a:spLocks xmlns:a="http://schemas.openxmlformats.org/drawingml/2006/main" noGrp="1"/>
          </p:cNvSpPr>
          <p:nvPr/>
        </p:nvSpPr>
        <p:spPr>
          <a:xfrm xmlns:a="http://schemas.openxmlformats.org/drawingml/2006/main">
            <a:off x="1463040" y="4379976"/>
            <a:ext cx="205740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5C6370"/>
                </a:solidFill>
                <a:latin typeface="Microsoft YaHei"/>
                <a:ea typeface="Microsoft YaHei"/>
                <a:cs typeface="Microsoft YaHei"/>
              </a:rPr>
              <a:t>meeting.productivity.cn</a:t>
            </a:r>
          </a:p>
        </p:txBody>
      </p:sp>
      <p:sp>
        <p:nvSpPr>
          <p:cNvPr id="27" name="Rounded Rectangle 26">
            <a:extLst xmlns:a="http://schemas.openxmlformats.org/drawingml/2006/main">
              <a:ext uri="{FF2B5EF4-FFF2-40B4-BE49-F238E27FC236}">
                <a16:creationId xmlns:a16="http://schemas.microsoft.com/office/drawing/2014/main" id="{91A81D68-1D37-4FE3-9084-C43EC6362431}"/>
              </a:ext>
            </a:extLst>
          </p:cNvPr>
          <p:cNvSpPr>
            <a:spLocks xmlns:a="http://schemas.openxmlformats.org/drawingml/2006/main" noGrp="1"/>
          </p:cNvSpPr>
          <p:nvPr/>
        </p:nvSpPr>
        <p:spPr>
          <a:xfrm xmlns:a="http://schemas.openxmlformats.org/drawingml/2006/main">
            <a:off x="4572000" y="1993392"/>
            <a:ext cx="27432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A48E2295-51FE-464E-AC79-604BCD82B8F0}"/>
              </a:ext>
            </a:extLst>
          </p:cNvPr>
          <p:cNvSpPr>
            <a:spLocks xmlns:a="http://schemas.openxmlformats.org/drawingml/2006/main" noGrp="1"/>
          </p:cNvSpPr>
          <p:nvPr/>
        </p:nvSpPr>
        <p:spPr>
          <a:xfrm xmlns:a="http://schemas.openxmlformats.org/drawingml/2006/main">
            <a:off x="4800600" y="2103120"/>
            <a:ext cx="22860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F7961E"/>
                </a:solidFill>
                <a:latin typeface="Microsoft YaHei"/>
                <a:ea typeface="Microsoft YaHei"/>
                <a:cs typeface="Microsoft YaHei"/>
              </a:rPr>
              <a:t>结构化裁决</a:t>
            </a:r>
          </a:p>
        </p:txBody>
      </p:sp>
      <p:sp>
        <p:nvSpPr>
          <p:cNvPr id="29" name="Rounded Rectangle 28">
            <a:extLst xmlns:a="http://schemas.openxmlformats.org/drawingml/2006/main">
              <a:ext uri="{FF2B5EF4-FFF2-40B4-BE49-F238E27FC236}">
                <a16:creationId xmlns:a16="http://schemas.microsoft.com/office/drawing/2014/main" id="{95F219FD-5F0D-4A34-B615-27B765A5B9C5}"/>
              </a:ext>
            </a:extLst>
          </p:cNvPr>
          <p:cNvSpPr>
            <a:spLocks xmlns:a="http://schemas.openxmlformats.org/drawingml/2006/main" noGrp="1"/>
          </p:cNvSpPr>
          <p:nvPr/>
        </p:nvSpPr>
        <p:spPr>
          <a:xfrm xmlns:a="http://schemas.openxmlformats.org/drawingml/2006/main">
            <a:off x="4892040" y="2514600"/>
            <a:ext cx="914400" cy="45720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E2A54B83-F93E-4789-9C53-065985F3D196}"/>
              </a:ext>
            </a:extLst>
          </p:cNvPr>
          <p:cNvSpPr>
            <a:spLocks xmlns:a="http://schemas.openxmlformats.org/drawingml/2006/main" noGrp="1"/>
          </p:cNvSpPr>
          <p:nvPr/>
        </p:nvSpPr>
        <p:spPr>
          <a:xfrm xmlns:a="http://schemas.openxmlformats.org/drawingml/2006/main">
            <a:off x="4892040" y="2587752"/>
            <a:ext cx="91440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7961E"/>
                </a:solidFill>
                <a:latin typeface="Microsoft YaHei"/>
                <a:ea typeface="Microsoft YaHei"/>
                <a:cs typeface="Microsoft YaHei"/>
              </a:rPr>
              <a:t>0.519</a:t>
            </a:r>
          </a:p>
        </p:txBody>
      </p:sp>
      <p:sp>
        <p:nvSpPr>
          <p:cNvPr id="31" name="TextBox 30">
            <a:extLst xmlns:a="http://schemas.openxmlformats.org/drawingml/2006/main">
              <a:ext uri="{FF2B5EF4-FFF2-40B4-BE49-F238E27FC236}">
                <a16:creationId xmlns:a16="http://schemas.microsoft.com/office/drawing/2014/main" id="{5C72C681-E6EE-481B-8FB7-CB18B3469FEA}"/>
              </a:ext>
            </a:extLst>
          </p:cNvPr>
          <p:cNvSpPr>
            <a:spLocks xmlns:a="http://schemas.openxmlformats.org/drawingml/2006/main" noGrp="1"/>
          </p:cNvSpPr>
          <p:nvPr/>
        </p:nvSpPr>
        <p:spPr>
          <a:xfrm xmlns:a="http://schemas.openxmlformats.org/drawingml/2006/main">
            <a:off x="4892040" y="2816352"/>
            <a:ext cx="914400" cy="91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00" b="0">
                <a:solidFill>
                  <a:srgbClr val="5C6370"/>
                </a:solidFill>
                <a:latin typeface="Microsoft YaHei"/>
                <a:ea typeface="Microsoft YaHei"/>
                <a:cs typeface="Microsoft YaHei"/>
              </a:rPr>
              <a:t>confidence</a:t>
            </a:r>
          </a:p>
        </p:txBody>
      </p:sp>
      <p:sp>
        <p:nvSpPr>
          <p:cNvPr id="32" name="Rounded Rectangle 31">
            <a:extLst xmlns:a="http://schemas.openxmlformats.org/drawingml/2006/main">
              <a:ext uri="{FF2B5EF4-FFF2-40B4-BE49-F238E27FC236}">
                <a16:creationId xmlns:a16="http://schemas.microsoft.com/office/drawing/2014/main" id="{840AF5B1-05B4-4E91-9A1B-54EFE47EC053}"/>
              </a:ext>
            </a:extLst>
          </p:cNvPr>
          <p:cNvSpPr>
            <a:spLocks xmlns:a="http://schemas.openxmlformats.org/drawingml/2006/main" noGrp="1"/>
          </p:cNvSpPr>
          <p:nvPr/>
        </p:nvSpPr>
        <p:spPr>
          <a:xfrm xmlns:a="http://schemas.openxmlformats.org/drawingml/2006/main">
            <a:off x="6007607" y="2514600"/>
            <a:ext cx="914400" cy="457200"/>
          </a:xfrm>
          <a:prstGeom xmlns:a="http://schemas.openxmlformats.org/drawingml/2006/main" prst="roundRect">
            <a:avLst/>
          </a:prstGeom>
          <a:solidFill xmlns:a="http://schemas.openxmlformats.org/drawingml/2006/main">
            <a:srgbClr val="F4F8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5540A036-F9F7-4B0E-90D5-A2013D900B10}"/>
              </a:ext>
            </a:extLst>
          </p:cNvPr>
          <p:cNvSpPr>
            <a:spLocks xmlns:a="http://schemas.openxmlformats.org/drawingml/2006/main" noGrp="1"/>
          </p:cNvSpPr>
          <p:nvPr/>
        </p:nvSpPr>
        <p:spPr>
          <a:xfrm xmlns:a="http://schemas.openxmlformats.org/drawingml/2006/main">
            <a:off x="6007607" y="2587752"/>
            <a:ext cx="914400" cy="21945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7A4BE5"/>
                </a:solidFill>
                <a:latin typeface="Microsoft YaHei"/>
                <a:ea typeface="Microsoft YaHei"/>
                <a:cs typeface="Microsoft YaHei"/>
              </a:rPr>
              <a:t>0.064</a:t>
            </a:r>
          </a:p>
        </p:txBody>
      </p:sp>
      <p:sp>
        <p:nvSpPr>
          <p:cNvPr id="34" name="TextBox 33">
            <a:extLst xmlns:a="http://schemas.openxmlformats.org/drawingml/2006/main">
              <a:ext uri="{FF2B5EF4-FFF2-40B4-BE49-F238E27FC236}">
                <a16:creationId xmlns:a16="http://schemas.microsoft.com/office/drawing/2014/main" id="{885FE85C-09B0-44DB-8B2B-83155E2AEFE0}"/>
              </a:ext>
            </a:extLst>
          </p:cNvPr>
          <p:cNvSpPr>
            <a:spLocks xmlns:a="http://schemas.openxmlformats.org/drawingml/2006/main" noGrp="1"/>
          </p:cNvSpPr>
          <p:nvPr/>
        </p:nvSpPr>
        <p:spPr>
          <a:xfrm xmlns:a="http://schemas.openxmlformats.org/drawingml/2006/main">
            <a:off x="6007607" y="2816352"/>
            <a:ext cx="914400" cy="914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00" b="0">
                <a:solidFill>
                  <a:srgbClr val="5C6370"/>
                </a:solidFill>
                <a:latin typeface="Microsoft YaHei"/>
                <a:ea typeface="Microsoft YaHei"/>
                <a:cs typeface="Microsoft YaHei"/>
              </a:rPr>
              <a:t>margin</a:t>
            </a:r>
          </a:p>
        </p:txBody>
      </p:sp>
      <p:sp>
        <p:nvSpPr>
          <p:cNvPr id="35" name="TextBox 34">
            <a:extLst xmlns:a="http://schemas.openxmlformats.org/drawingml/2006/main">
              <a:ext uri="{FF2B5EF4-FFF2-40B4-BE49-F238E27FC236}">
                <a16:creationId xmlns:a16="http://schemas.microsoft.com/office/drawing/2014/main" id="{21572614-5888-4804-AC63-4A291B35F7B3}"/>
              </a:ext>
            </a:extLst>
          </p:cNvPr>
          <p:cNvSpPr>
            <a:spLocks xmlns:a="http://schemas.openxmlformats.org/drawingml/2006/main" noGrp="1"/>
          </p:cNvSpPr>
          <p:nvPr/>
        </p:nvSpPr>
        <p:spPr>
          <a:xfrm xmlns:a="http://schemas.openxmlformats.org/drawingml/2006/main">
            <a:off x="4892040" y="324612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220" b="1">
                <a:solidFill>
                  <a:srgbClr val="1C2536"/>
                </a:solidFill>
                <a:latin typeface="Microsoft YaHei"/>
                <a:ea typeface="Microsoft YaHei"/>
                <a:cs typeface="Microsoft YaHei"/>
              </a:rPr>
              <a:t>触发原因</a:t>
            </a:r>
          </a:p>
        </p:txBody>
      </p:sp>
      <p:sp>
        <p:nvSpPr>
          <p:cNvPr id="36" name="Rounded Rectangle 35">
            <a:extLst xmlns:a="http://schemas.openxmlformats.org/drawingml/2006/main">
              <a:ext uri="{FF2B5EF4-FFF2-40B4-BE49-F238E27FC236}">
                <a16:creationId xmlns:a16="http://schemas.microsoft.com/office/drawing/2014/main" id="{0425D763-D618-483D-A2B2-B7C9CDC45083}"/>
              </a:ext>
            </a:extLst>
          </p:cNvPr>
          <p:cNvSpPr>
            <a:spLocks xmlns:a="http://schemas.openxmlformats.org/drawingml/2006/main" noGrp="1"/>
          </p:cNvSpPr>
          <p:nvPr/>
        </p:nvSpPr>
        <p:spPr>
          <a:xfrm xmlns:a="http://schemas.openxmlformats.org/drawingml/2006/main">
            <a:off x="4892040" y="3566160"/>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D2599280-B78F-45F2-986C-6C2F79C0905A}"/>
              </a:ext>
            </a:extLst>
          </p:cNvPr>
          <p:cNvSpPr>
            <a:spLocks xmlns:a="http://schemas.openxmlformats.org/drawingml/2006/main" noGrp="1"/>
          </p:cNvSpPr>
          <p:nvPr/>
        </p:nvSpPr>
        <p:spPr>
          <a:xfrm xmlns:a="http://schemas.openxmlformats.org/drawingml/2006/main">
            <a:off x="4937760" y="3611880"/>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low_confidence</a:t>
            </a:r>
          </a:p>
        </p:txBody>
      </p:sp>
      <p:sp>
        <p:nvSpPr>
          <p:cNvPr id="38" name="Rounded Rectangle 37">
            <a:extLst xmlns:a="http://schemas.openxmlformats.org/drawingml/2006/main">
              <a:ext uri="{FF2B5EF4-FFF2-40B4-BE49-F238E27FC236}">
                <a16:creationId xmlns:a16="http://schemas.microsoft.com/office/drawing/2014/main" id="{90DCBCB0-201C-4D86-8A20-1E3C93154080}"/>
              </a:ext>
            </a:extLst>
          </p:cNvPr>
          <p:cNvSpPr>
            <a:spLocks xmlns:a="http://schemas.openxmlformats.org/drawingml/2006/main" noGrp="1"/>
          </p:cNvSpPr>
          <p:nvPr/>
        </p:nvSpPr>
        <p:spPr>
          <a:xfrm xmlns:a="http://schemas.openxmlformats.org/drawingml/2006/main">
            <a:off x="4892040" y="3950208"/>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39D5B4EF-B54C-436B-9BF6-3E17AB320F33}"/>
              </a:ext>
            </a:extLst>
          </p:cNvPr>
          <p:cNvSpPr>
            <a:spLocks xmlns:a="http://schemas.openxmlformats.org/drawingml/2006/main" noGrp="1"/>
          </p:cNvSpPr>
          <p:nvPr/>
        </p:nvSpPr>
        <p:spPr>
          <a:xfrm xmlns:a="http://schemas.openxmlformats.org/drawingml/2006/main">
            <a:off x="4937760" y="3995928"/>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small_margin</a:t>
            </a:r>
          </a:p>
        </p:txBody>
      </p:sp>
      <p:sp>
        <p:nvSpPr>
          <p:cNvPr id="40" name="Rounded Rectangle 39">
            <a:extLst xmlns:a="http://schemas.openxmlformats.org/drawingml/2006/main">
              <a:ext uri="{FF2B5EF4-FFF2-40B4-BE49-F238E27FC236}">
                <a16:creationId xmlns:a16="http://schemas.microsoft.com/office/drawing/2014/main" id="{70B3B77C-9356-4F04-8E40-396D947620E4}"/>
              </a:ext>
            </a:extLst>
          </p:cNvPr>
          <p:cNvSpPr>
            <a:spLocks xmlns:a="http://schemas.openxmlformats.org/drawingml/2006/main" noGrp="1"/>
          </p:cNvSpPr>
          <p:nvPr/>
        </p:nvSpPr>
        <p:spPr>
          <a:xfrm xmlns:a="http://schemas.openxmlformats.org/drawingml/2006/main">
            <a:off x="4892040" y="4334256"/>
            <a:ext cx="2103120" cy="237744"/>
          </a:xfrm>
          <a:prstGeom xmlns:a="http://schemas.openxmlformats.org/drawingml/2006/main" prst="roundRect">
            <a:avLst/>
          </a:prstGeom>
          <a:solidFill xmlns:a="http://schemas.openxmlformats.org/drawingml/2006/main">
            <a:srgbClr val="F5F1FF"/>
          </a:solidFill>
          <a:ln xmlns:a="http://schemas.openxmlformats.org/drawingml/2006/main" w="15240">
            <a:solidFill>
              <a:srgbClr val="D2CD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TextBox 40">
            <a:extLst xmlns:a="http://schemas.openxmlformats.org/drawingml/2006/main">
              <a:ext uri="{FF2B5EF4-FFF2-40B4-BE49-F238E27FC236}">
                <a16:creationId xmlns:a16="http://schemas.microsoft.com/office/drawing/2014/main" id="{16BE72EF-8B16-4247-A058-716DE1EA06F5}"/>
              </a:ext>
            </a:extLst>
          </p:cNvPr>
          <p:cNvSpPr>
            <a:spLocks xmlns:a="http://schemas.openxmlformats.org/drawingml/2006/main" noGrp="1"/>
          </p:cNvSpPr>
          <p:nvPr/>
        </p:nvSpPr>
        <p:spPr>
          <a:xfrm xmlns:a="http://schemas.openxmlformats.org/drawingml/2006/main">
            <a:off x="4937760" y="4379976"/>
            <a:ext cx="2011680" cy="11887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819" b="1">
                <a:solidFill>
                  <a:srgbClr val="7A4BE5"/>
                </a:solidFill>
                <a:latin typeface="Microsoft YaHei"/>
                <a:ea typeface="Microsoft YaHei"/>
                <a:cs typeface="Microsoft YaHei"/>
              </a:rPr>
              <a:t>multi_intent_conflict</a:t>
            </a:r>
          </a:p>
        </p:txBody>
      </p:sp>
      <p:sp>
        <p:nvSpPr>
          <p:cNvPr id="42" name="TextBox 41">
            <a:extLst xmlns:a="http://schemas.openxmlformats.org/drawingml/2006/main">
              <a:ext uri="{FF2B5EF4-FFF2-40B4-BE49-F238E27FC236}">
                <a16:creationId xmlns:a16="http://schemas.microsoft.com/office/drawing/2014/main" id="{892473AA-B9CF-429B-8F9B-CD616914CAAC}"/>
              </a:ext>
            </a:extLst>
          </p:cNvPr>
          <p:cNvSpPr>
            <a:spLocks xmlns:a="http://schemas.openxmlformats.org/drawingml/2006/main" noGrp="1"/>
          </p:cNvSpPr>
          <p:nvPr/>
        </p:nvSpPr>
        <p:spPr>
          <a:xfrm xmlns:a="http://schemas.openxmlformats.org/drawingml/2006/main">
            <a:off x="4892040" y="4709160"/>
            <a:ext cx="2194560" cy="20116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1AA859"/>
                </a:solidFill>
                <a:latin typeface="Microsoft YaHei"/>
                <a:ea typeface="Microsoft YaHei"/>
                <a:cs typeface="Microsoft YaHei"/>
              </a:rPr>
              <a:t>四角色复核 → 授权改判</a:t>
            </a:r>
          </a:p>
        </p:txBody>
      </p:sp>
      <p:sp>
        <p:nvSpPr>
          <p:cNvPr id="43" name="Rounded Rectangle 42">
            <a:extLst xmlns:a="http://schemas.openxmlformats.org/drawingml/2006/main">
              <a:ext uri="{FF2B5EF4-FFF2-40B4-BE49-F238E27FC236}">
                <a16:creationId xmlns:a16="http://schemas.microsoft.com/office/drawing/2014/main" id="{0634DE8B-19C2-4C63-ABDA-49AABB749ED6}"/>
              </a:ext>
            </a:extLst>
          </p:cNvPr>
          <p:cNvSpPr>
            <a:spLocks xmlns:a="http://schemas.openxmlformats.org/drawingml/2006/main" noGrp="1"/>
          </p:cNvSpPr>
          <p:nvPr/>
        </p:nvSpPr>
        <p:spPr>
          <a:xfrm xmlns:a="http://schemas.openxmlformats.org/drawingml/2006/main">
            <a:off x="8001000" y="1993392"/>
            <a:ext cx="2971800" cy="34290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ECD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FD0A9361-B4C7-4254-8E58-40E962D352AB}"/>
              </a:ext>
            </a:extLst>
          </p:cNvPr>
          <p:cNvSpPr>
            <a:spLocks xmlns:a="http://schemas.openxmlformats.org/drawingml/2006/main" noGrp="1"/>
          </p:cNvSpPr>
          <p:nvPr/>
        </p:nvSpPr>
        <p:spPr>
          <a:xfrm xmlns:a="http://schemas.openxmlformats.org/drawingml/2006/main">
            <a:off x="8229600" y="2103120"/>
            <a:ext cx="2514600" cy="32004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500" b="1">
                <a:solidFill>
                  <a:srgbClr val="1AA859"/>
                </a:solidFill>
                <a:latin typeface="Microsoft YaHei"/>
                <a:ea typeface="Microsoft YaHei"/>
                <a:cs typeface="Microsoft YaHei"/>
              </a:rPr>
              <a:t>执行实例映射</a:t>
            </a:r>
          </a:p>
        </p:txBody>
      </p:sp>
      <p:sp>
        <p:nvSpPr>
          <p:cNvPr id="45" name="Oval 44">
            <a:extLst xmlns:a="http://schemas.openxmlformats.org/drawingml/2006/main">
              <a:ext uri="{FF2B5EF4-FFF2-40B4-BE49-F238E27FC236}">
                <a16:creationId xmlns:a16="http://schemas.microsoft.com/office/drawing/2014/main" id="{AFA048D0-EBFE-446C-A1CA-9F00BA4BE8C4}"/>
              </a:ext>
            </a:extLst>
          </p:cNvPr>
          <p:cNvSpPr>
            <a:spLocks xmlns:a="http://schemas.openxmlformats.org/drawingml/2006/main" noGrp="1"/>
          </p:cNvSpPr>
          <p:nvPr/>
        </p:nvSpPr>
        <p:spPr>
          <a:xfrm xmlns:a="http://schemas.openxmlformats.org/drawingml/2006/main">
            <a:off x="8275320" y="2578608"/>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202EA2CF-1E36-45D7-8210-9A6493E64324}"/>
              </a:ext>
            </a:extLst>
          </p:cNvPr>
          <p:cNvSpPr>
            <a:spLocks xmlns:a="http://schemas.openxmlformats.org/drawingml/2006/main" noGrp="1"/>
          </p:cNvSpPr>
          <p:nvPr/>
        </p:nvSpPr>
        <p:spPr>
          <a:xfrm xmlns:a="http://schemas.openxmlformats.org/drawingml/2006/main">
            <a:off x="8485632" y="2542032"/>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routing_fqdn exact match</a:t>
            </a:r>
          </a:p>
        </p:txBody>
      </p:sp>
      <p:sp>
        <p:nvSpPr>
          <p:cNvPr id="47" name="Oval 46">
            <a:extLst xmlns:a="http://schemas.openxmlformats.org/drawingml/2006/main">
              <a:ext uri="{FF2B5EF4-FFF2-40B4-BE49-F238E27FC236}">
                <a16:creationId xmlns:a16="http://schemas.microsoft.com/office/drawing/2014/main" id="{9D28DDF1-06F5-43DC-A8C1-E6CE89C3D92B}"/>
              </a:ext>
            </a:extLst>
          </p:cNvPr>
          <p:cNvSpPr>
            <a:spLocks xmlns:a="http://schemas.openxmlformats.org/drawingml/2006/main" noGrp="1"/>
          </p:cNvSpPr>
          <p:nvPr/>
        </p:nvSpPr>
        <p:spPr>
          <a:xfrm xmlns:a="http://schemas.openxmlformats.org/drawingml/2006/main">
            <a:off x="8275320" y="2926079"/>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5D0462D6-1CE7-4397-8885-14065E3E1298}"/>
              </a:ext>
            </a:extLst>
          </p:cNvPr>
          <p:cNvSpPr>
            <a:spLocks xmlns:a="http://schemas.openxmlformats.org/drawingml/2006/main" noGrp="1"/>
          </p:cNvSpPr>
          <p:nvPr/>
        </p:nvSpPr>
        <p:spPr>
          <a:xfrm xmlns:a="http://schemas.openxmlformats.org/drawingml/2006/main">
            <a:off x="8485632" y="2889503"/>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endpoint exists</a:t>
            </a:r>
          </a:p>
        </p:txBody>
      </p:sp>
      <p:sp>
        <p:nvSpPr>
          <p:cNvPr id="49" name="Oval 48">
            <a:extLst xmlns:a="http://schemas.openxmlformats.org/drawingml/2006/main">
              <a:ext uri="{FF2B5EF4-FFF2-40B4-BE49-F238E27FC236}">
                <a16:creationId xmlns:a16="http://schemas.microsoft.com/office/drawing/2014/main" id="{BF4A0B93-B3B8-41B7-A13D-747BDFF23F1A}"/>
              </a:ext>
            </a:extLst>
          </p:cNvPr>
          <p:cNvSpPr>
            <a:spLocks xmlns:a="http://schemas.openxmlformats.org/drawingml/2006/main" noGrp="1"/>
          </p:cNvSpPr>
          <p:nvPr/>
        </p:nvSpPr>
        <p:spPr>
          <a:xfrm xmlns:a="http://schemas.openxmlformats.org/drawingml/2006/main">
            <a:off x="8275320" y="3273552"/>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7513CA2B-FC28-46FA-8BF0-3A8CD6FE3125}"/>
              </a:ext>
            </a:extLst>
          </p:cNvPr>
          <p:cNvSpPr>
            <a:spLocks xmlns:a="http://schemas.openxmlformats.org/drawingml/2006/main" noGrp="1"/>
          </p:cNvSpPr>
          <p:nvPr/>
        </p:nvSpPr>
        <p:spPr>
          <a:xfrm xmlns:a="http://schemas.openxmlformats.org/drawingml/2006/main">
            <a:off x="8485632" y="3236976"/>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schema covered</a:t>
            </a:r>
          </a:p>
        </p:txBody>
      </p:sp>
      <p:sp>
        <p:nvSpPr>
          <p:cNvPr id="51" name="Oval 50">
            <a:extLst xmlns:a="http://schemas.openxmlformats.org/drawingml/2006/main">
              <a:ext uri="{FF2B5EF4-FFF2-40B4-BE49-F238E27FC236}">
                <a16:creationId xmlns:a16="http://schemas.microsoft.com/office/drawing/2014/main" id="{701315F0-985F-4008-A8D3-11B5A20D1F71}"/>
              </a:ext>
            </a:extLst>
          </p:cNvPr>
          <p:cNvSpPr>
            <a:spLocks xmlns:a="http://schemas.openxmlformats.org/drawingml/2006/main" noGrp="1"/>
          </p:cNvSpPr>
          <p:nvPr/>
        </p:nvSpPr>
        <p:spPr>
          <a:xfrm xmlns:a="http://schemas.openxmlformats.org/drawingml/2006/main">
            <a:off x="8275320" y="3621024"/>
            <a:ext cx="128016" cy="128016"/>
          </a:xfrm>
          <a:prstGeom xmlns:a="http://schemas.openxmlformats.org/drawingml/2006/main" prst="ellipse">
            <a:avLst/>
          </a:prstGeom>
          <a:solidFill xmlns:a="http://schemas.openxmlformats.org/drawingml/2006/main">
            <a:srgbClr val="1AA85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201A0ACF-AF31-4999-AFE1-C19D627A0486}"/>
              </a:ext>
            </a:extLst>
          </p:cNvPr>
          <p:cNvSpPr>
            <a:spLocks xmlns:a="http://schemas.openxmlformats.org/drawingml/2006/main" noGrp="1"/>
          </p:cNvSpPr>
          <p:nvPr/>
        </p:nvSpPr>
        <p:spPr>
          <a:xfrm xmlns:a="http://schemas.openxmlformats.org/drawingml/2006/main">
            <a:off x="8485632" y="3584448"/>
            <a:ext cx="21031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940" b="0">
                <a:solidFill>
                  <a:srgbClr val="1C2536"/>
                </a:solidFill>
                <a:latin typeface="Microsoft YaHei"/>
                <a:ea typeface="Microsoft YaHei"/>
                <a:cs typeface="Microsoft YaHei"/>
              </a:rPr>
              <a:t>status online / ready</a:t>
            </a:r>
          </a:p>
        </p:txBody>
      </p:sp>
      <p:sp>
        <p:nvSpPr>
          <p:cNvPr id="53" name="Rounded Rectangle 52">
            <a:extLst xmlns:a="http://schemas.openxmlformats.org/drawingml/2006/main">
              <a:ext uri="{FF2B5EF4-FFF2-40B4-BE49-F238E27FC236}">
                <a16:creationId xmlns:a16="http://schemas.microsoft.com/office/drawing/2014/main" id="{E62B6F86-81D8-4AB2-AD34-5DDFB826DE60}"/>
              </a:ext>
            </a:extLst>
          </p:cNvPr>
          <p:cNvSpPr>
            <a:spLocks xmlns:a="http://schemas.openxmlformats.org/drawingml/2006/main" noGrp="1"/>
          </p:cNvSpPr>
          <p:nvPr/>
        </p:nvSpPr>
        <p:spPr>
          <a:xfrm xmlns:a="http://schemas.openxmlformats.org/drawingml/2006/main">
            <a:off x="8275320" y="4480560"/>
            <a:ext cx="2331720" cy="438912"/>
          </a:xfrm>
          <a:prstGeom xmlns:a="http://schemas.openxmlformats.org/drawingml/2006/main" prst="roundRect">
            <a:avLst/>
          </a:prstGeom>
          <a:solidFill xmlns:a="http://schemas.openxmlformats.org/drawingml/2006/main">
            <a:srgbClr val="E8F8EF"/>
          </a:solidFill>
          <a:ln xmlns:a="http://schemas.openxmlformats.org/drawingml/2006/main" w="15240">
            <a:solidFill>
              <a:srgbClr val="91D2A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37AF4ACC-A971-42FF-96A2-179C432D2C1D}"/>
              </a:ext>
            </a:extLst>
          </p:cNvPr>
          <p:cNvSpPr>
            <a:spLocks xmlns:a="http://schemas.openxmlformats.org/drawingml/2006/main" noGrp="1"/>
          </p:cNvSpPr>
          <p:nvPr/>
        </p:nvSpPr>
        <p:spPr>
          <a:xfrm xmlns:a="http://schemas.openxmlformats.org/drawingml/2006/main">
            <a:off x="8366760" y="4581144"/>
            <a:ext cx="21488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760" b="1">
                <a:solidFill>
                  <a:srgbClr val="1AA859"/>
                </a:solidFill>
                <a:latin typeface="Microsoft YaHei"/>
                <a:ea typeface="Microsoft YaHei"/>
                <a:cs typeface="Microsoft YaHei"/>
              </a:rPr>
              <a:t>chosen_agent_fqdn
agent-coupon-01.agent.commerce.cn</a:t>
            </a:r>
          </a:p>
        </p:txBody>
      </p:sp>
      <p:sp>
        <p:nvSpPr>
          <p:cNvPr id="55" name="Rounded Rectangle 54">
            <a:extLst xmlns:a="http://schemas.openxmlformats.org/drawingml/2006/main">
              <a:ext uri="{FF2B5EF4-FFF2-40B4-BE49-F238E27FC236}">
                <a16:creationId xmlns:a16="http://schemas.microsoft.com/office/drawing/2014/main" id="{ACFEC5A4-4328-418A-AC9B-F87448416AF8}"/>
              </a:ext>
            </a:extLst>
          </p:cNvPr>
          <p:cNvSpPr>
            <a:spLocks xmlns:a="http://schemas.openxmlformats.org/drawingml/2006/main" noGrp="1"/>
          </p:cNvSpPr>
          <p:nvPr/>
        </p:nvSpPr>
        <p:spPr>
          <a:xfrm xmlns:a="http://schemas.openxmlformats.org/drawingml/2006/main">
            <a:off x="1005840" y="5989320"/>
            <a:ext cx="10149840" cy="256032"/>
          </a:xfrm>
          <a:prstGeom xmlns:a="http://schemas.openxmlformats.org/drawingml/2006/main" prst="roundRect">
            <a:avLst/>
          </a:prstGeom>
          <a:solidFill xmlns:a="http://schemas.openxmlformats.org/drawingml/2006/main">
            <a:srgbClr val="E5EF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C7217EC7-7BCB-4329-A215-1A8EA64A1384}"/>
              </a:ext>
            </a:extLst>
          </p:cNvPr>
          <p:cNvSpPr>
            <a:spLocks xmlns:a="http://schemas.openxmlformats.org/drawingml/2006/main" noGrp="1"/>
          </p:cNvSpPr>
          <p:nvPr/>
        </p:nvSpPr>
        <p:spPr>
          <a:xfrm xmlns:a="http://schemas.openxmlformats.org/drawingml/2006/main">
            <a:off x="1097280" y="6053328"/>
            <a:ext cx="9966960" cy="10972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r>
              <a:t>演示重点：使用真实截图替换此处模拟界面，答辩时重点讲“候选—裁决—复核—执行—留痕”。</a:t>
            </a:r>
          </a:p>
        </p:txBody>
      </p:sp>
      <p:sp>
        <p:nvSpPr>
          <p:cNvPr id="57" name="Rectangle 56">
            <a:extLst xmlns:a="http://schemas.openxmlformats.org/drawingml/2006/main">
              <a:ext uri="{FF2B5EF4-FFF2-40B4-BE49-F238E27FC236}">
                <a16:creationId xmlns:a16="http://schemas.microsoft.com/office/drawing/2014/main" id="{1AE7E823-4984-46FC-9E8B-62C361C47194}"/>
              </a:ext>
            </a:extLst>
          </p:cNvPr>
          <p:cNvSpPr>
            <a:spLocks xmlns:a="http://schemas.openxmlformats.org/drawingml/2006/main" noGrp="1"/>
          </p:cNvSpPr>
          <p:nvPr/>
        </p:nvSpPr>
        <p:spPr>
          <a:xfrm xmlns:a="http://schemas.openxmlformats.org/drawingml/2006/main">
            <a:off x="320040" y="960120"/>
            <a:ext cx="11551615" cy="5577840"/>
          </a:xfrm>
          <a:prstGeom xmlns:a="http://schemas.openxmlformats.org/drawingml/2006/main" prst="rect">
            <a:avLst/>
          </a:prstGeom>
          <a:solidFill xmlns:a="http://schemas.openxmlformats.org/drawingml/2006/main">
            <a:srgbClr val="F8FBFF"/>
          </a:solidFill>
          <a:ln xmlns:a="http://schemas.openxmlformats.org/drawingml/2006/main" w="9525">
            <a:solidFill>
              <a:srgbClr val="D2E1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ounded Rectangle 57">
            <a:extLst xmlns:a="http://schemas.openxmlformats.org/drawingml/2006/main">
              <a:ext uri="{FF2B5EF4-FFF2-40B4-BE49-F238E27FC236}">
                <a16:creationId xmlns:a16="http://schemas.microsoft.com/office/drawing/2014/main" id="{312774AB-E11D-4358-9126-A1F7F10F7B00}"/>
              </a:ext>
            </a:extLst>
          </p:cNvPr>
          <p:cNvSpPr>
            <a:spLocks xmlns:a="http://schemas.openxmlformats.org/drawingml/2006/main" noGrp="1"/>
          </p:cNvSpPr>
          <p:nvPr/>
        </p:nvSpPr>
        <p:spPr>
          <a:xfrm xmlns:a="http://schemas.openxmlformats.org/drawingml/2006/main">
            <a:off x="6080760" y="1234440"/>
            <a:ext cx="5257800" cy="50749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9" name="Picture 58"/>
          <p:cNvPicPr>
            <a:picLocks xmlns:a="http://schemas.openxmlformats.org/drawingml/2006/main" noChangeAspect="1"/>
          </p:cNvPicPr>
          <p:nvPr/>
        </p:nvPicPr>
        <p:blipFill>
          <a:blip xmlns:r="http://schemas.openxmlformats.org/officeDocument/2006/relationships" xmlns:a="http://schemas.openxmlformats.org/drawingml/2006/main" r:embed="R93255be6daef47d8"/>
          <a:stretch xmlns:a="http://schemas.openxmlformats.org/drawingml/2006/main">
            <a:fillRect l="0" t="0" r="0" b="0"/>
          </a:stretch>
        </p:blipFill>
        <p:spPr>
          <a:xfrm xmlns:a="http://schemas.openxmlformats.org/drawingml/2006/main">
            <a:off x="6080760" y="1235422"/>
            <a:ext cx="5257800" cy="5072955"/>
          </a:xfrm>
          <a:prstGeom xmlns:a="http://schemas.openxmlformats.org/drawingml/2006/main" prst="rect">
            <a:avLst/>
          </a:prstGeom>
        </p:spPr>
      </p:pic>
      <p:sp>
        <p:nvSpPr>
          <p:cNvPr id="60" name="TextBox 59">
            <a:extLst xmlns:a="http://schemas.openxmlformats.org/drawingml/2006/main">
              <a:ext uri="{FF2B5EF4-FFF2-40B4-BE49-F238E27FC236}">
                <a16:creationId xmlns:a16="http://schemas.microsoft.com/office/drawing/2014/main" id="{990FC4CB-31B1-4CDF-886E-7D23B3D9728D}"/>
              </a:ext>
            </a:extLst>
          </p:cNvPr>
          <p:cNvSpPr>
            <a:spLocks xmlns:a="http://schemas.openxmlformats.org/drawingml/2006/main" noGrp="1"/>
          </p:cNvSpPr>
          <p:nvPr/>
        </p:nvSpPr>
        <p:spPr>
          <a:xfrm xmlns:a="http://schemas.openxmlformats.org/drawingml/2006/main">
            <a:off x="6263640" y="1353312"/>
            <a:ext cx="48463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证据图：原型系统运行截图</a:t>
            </a:r>
          </a:p>
        </p:txBody>
      </p:sp>
      <p:sp>
        <p:nvSpPr>
          <p:cNvPr id="61" name="Rounded Rectangle 60">
            <a:extLst xmlns:a="http://schemas.openxmlformats.org/drawingml/2006/main">
              <a:ext uri="{FF2B5EF4-FFF2-40B4-BE49-F238E27FC236}">
                <a16:creationId xmlns:a16="http://schemas.microsoft.com/office/drawing/2014/main" id="{33B716BC-F071-4571-8EE1-ACB16ECE24BA}"/>
              </a:ext>
            </a:extLst>
          </p:cNvPr>
          <p:cNvSpPr>
            <a:spLocks xmlns:a="http://schemas.openxmlformats.org/drawingml/2006/main" noGrp="1"/>
          </p:cNvSpPr>
          <p:nvPr/>
        </p:nvSpPr>
        <p:spPr>
          <a:xfrm xmlns:a="http://schemas.openxmlformats.org/drawingml/2006/main">
            <a:off x="594360" y="141732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2" name="Oval 61">
            <a:extLst xmlns:a="http://schemas.openxmlformats.org/drawingml/2006/main">
              <a:ext uri="{FF2B5EF4-FFF2-40B4-BE49-F238E27FC236}">
                <a16:creationId xmlns:a16="http://schemas.microsoft.com/office/drawing/2014/main" id="{0D3BFB1E-10B5-4D62-BD6C-72561EDD40CE}"/>
              </a:ext>
            </a:extLst>
          </p:cNvPr>
          <p:cNvSpPr>
            <a:spLocks xmlns:a="http://schemas.openxmlformats.org/drawingml/2006/main" noGrp="1"/>
          </p:cNvSpPr>
          <p:nvPr/>
        </p:nvSpPr>
        <p:spPr>
          <a:xfrm xmlns:a="http://schemas.openxmlformats.org/drawingml/2006/main">
            <a:off x="758952" y="1581912"/>
            <a:ext cx="384048" cy="384048"/>
          </a:xfrm>
          <a:prstGeom xmlns:a="http://schemas.openxmlformats.org/drawingml/2006/main" prst="ellipse">
            <a:avLst/>
          </a:prstGeom>
          <a:solidFill xmlns:a="http://schemas.openxmlformats.org/drawingml/2006/main">
            <a:srgbClr val="255FE0"/>
          </a:solidFill>
          <a:ln xmlns:a="http://schemas.openxmlformats.org/drawingml/2006/main">
            <a:solidFill>
              <a:srgbClr val="255F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TextBox 62">
            <a:extLst xmlns:a="http://schemas.openxmlformats.org/drawingml/2006/main">
              <a:ext uri="{FF2B5EF4-FFF2-40B4-BE49-F238E27FC236}">
                <a16:creationId xmlns:a16="http://schemas.microsoft.com/office/drawing/2014/main" id="{B85FC418-89A6-4FE1-BCF8-47046D8A1E87}"/>
              </a:ext>
            </a:extLst>
          </p:cNvPr>
          <p:cNvSpPr>
            <a:spLocks xmlns:a="http://schemas.openxmlformats.org/drawingml/2006/main" noGrp="1"/>
          </p:cNvSpPr>
          <p:nvPr/>
        </p:nvSpPr>
        <p:spPr>
          <a:xfrm xmlns:a="http://schemas.openxmlformats.org/drawingml/2006/main">
            <a:off x="758952" y="164592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1</a:t>
            </a:r>
          </a:p>
        </p:txBody>
      </p:sp>
      <p:sp>
        <p:nvSpPr>
          <p:cNvPr id="64" name="Rectangle 63">
            <a:extLst xmlns:a="http://schemas.openxmlformats.org/drawingml/2006/main">
              <a:ext uri="{FF2B5EF4-FFF2-40B4-BE49-F238E27FC236}">
                <a16:creationId xmlns:a16="http://schemas.microsoft.com/office/drawing/2014/main" id="{378A4988-2C72-4049-AFD4-217CACC9CC25}"/>
              </a:ext>
            </a:extLst>
          </p:cNvPr>
          <p:cNvSpPr>
            <a:spLocks xmlns:a="http://schemas.openxmlformats.org/drawingml/2006/main" noGrp="1"/>
          </p:cNvSpPr>
          <p:nvPr/>
        </p:nvSpPr>
        <p:spPr>
          <a:xfrm xmlns:a="http://schemas.openxmlformats.org/drawingml/2006/main">
            <a:off x="594360" y="1417320"/>
            <a:ext cx="73152" cy="841248"/>
          </a:xfrm>
          <a:prstGeom xmlns:a="http://schemas.openxmlformats.org/drawingml/2006/main" prst="rect">
            <a:avLst/>
          </a:prstGeom>
          <a:solidFill xmlns:a="http://schemas.openxmlformats.org/drawingml/2006/main">
            <a:srgbClr val="255FE0"/>
          </a:solidFill>
          <a:ln xmlns:a="http://schemas.openxmlformats.org/drawingml/2006/main">
            <a:solidFill>
              <a:srgbClr val="255F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TextBox 64">
            <a:extLst xmlns:a="http://schemas.openxmlformats.org/drawingml/2006/main">
              <a:ext uri="{FF2B5EF4-FFF2-40B4-BE49-F238E27FC236}">
                <a16:creationId xmlns:a16="http://schemas.microsoft.com/office/drawing/2014/main" id="{8578CE4A-7CE4-4288-B163-31F8EE60245E}"/>
              </a:ext>
            </a:extLst>
          </p:cNvPr>
          <p:cNvSpPr>
            <a:spLocks xmlns:a="http://schemas.openxmlformats.org/drawingml/2006/main" noGrp="1"/>
          </p:cNvSpPr>
          <p:nvPr/>
        </p:nvSpPr>
        <p:spPr>
          <a:xfrm xmlns:a="http://schemas.openxmlformats.org/drawingml/2006/main">
            <a:off x="1069849" y="1602539"/>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能输入</a:t>
            </a:r>
          </a:p>
        </p:txBody>
      </p:sp>
      <p:sp>
        <p:nvSpPr>
          <p:cNvPr id="66" name="TextBox 65">
            <a:extLst xmlns:a="http://schemas.openxmlformats.org/drawingml/2006/main">
              <a:ext uri="{FF2B5EF4-FFF2-40B4-BE49-F238E27FC236}">
                <a16:creationId xmlns:a16="http://schemas.microsoft.com/office/drawing/2014/main" id="{FBFFECBB-9049-426C-A08C-72C02415CD3E}"/>
              </a:ext>
            </a:extLst>
          </p:cNvPr>
          <p:cNvSpPr>
            <a:spLocks xmlns:a="http://schemas.openxmlformats.org/drawingml/2006/main" noGrp="1"/>
          </p:cNvSpPr>
          <p:nvPr/>
        </p:nvSpPr>
        <p:spPr>
          <a:xfrm xmlns:a="http://schemas.openxmlformats.org/drawingml/2006/main">
            <a:off x="822960" y="1965960"/>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自然语言请求进入能力命名与路由控制台，形成任务拆解与候选能力。</a:t>
            </a:r>
          </a:p>
        </p:txBody>
      </p:sp>
      <p:sp>
        <p:nvSpPr>
          <p:cNvPr id="67" name="Rounded Rectangle 66">
            <a:extLst xmlns:a="http://schemas.openxmlformats.org/drawingml/2006/main">
              <a:ext uri="{FF2B5EF4-FFF2-40B4-BE49-F238E27FC236}">
                <a16:creationId xmlns:a16="http://schemas.microsoft.com/office/drawing/2014/main" id="{AF195A86-6A31-405D-8F4C-39D8E8ACF4E4}"/>
              </a:ext>
            </a:extLst>
          </p:cNvPr>
          <p:cNvSpPr>
            <a:spLocks xmlns:a="http://schemas.openxmlformats.org/drawingml/2006/main" noGrp="1"/>
          </p:cNvSpPr>
          <p:nvPr/>
        </p:nvSpPr>
        <p:spPr>
          <a:xfrm xmlns:a="http://schemas.openxmlformats.org/drawingml/2006/main">
            <a:off x="594360" y="242316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Oval 67">
            <a:extLst xmlns:a="http://schemas.openxmlformats.org/drawingml/2006/main">
              <a:ext uri="{FF2B5EF4-FFF2-40B4-BE49-F238E27FC236}">
                <a16:creationId xmlns:a16="http://schemas.microsoft.com/office/drawing/2014/main" id="{1C05DB1D-1826-451C-AF13-98F4552E70E2}"/>
              </a:ext>
            </a:extLst>
          </p:cNvPr>
          <p:cNvSpPr>
            <a:spLocks xmlns:a="http://schemas.openxmlformats.org/drawingml/2006/main" noGrp="1"/>
          </p:cNvSpPr>
          <p:nvPr/>
        </p:nvSpPr>
        <p:spPr>
          <a:xfrm xmlns:a="http://schemas.openxmlformats.org/drawingml/2006/main">
            <a:off x="758952" y="2587752"/>
            <a:ext cx="384048" cy="384048"/>
          </a:xfrm>
          <a:prstGeom xmlns:a="http://schemas.openxmlformats.org/drawingml/2006/main" prst="ellipse">
            <a:avLst/>
          </a:prstGeom>
          <a:solidFill xmlns:a="http://schemas.openxmlformats.org/drawingml/2006/main">
            <a:srgbClr val="F6911B"/>
          </a:solidFill>
          <a:ln xmlns:a="http://schemas.openxmlformats.org/drawingml/2006/main">
            <a:solidFill>
              <a:srgbClr val="F6911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TextBox 68">
            <a:extLst xmlns:a="http://schemas.openxmlformats.org/drawingml/2006/main">
              <a:ext uri="{FF2B5EF4-FFF2-40B4-BE49-F238E27FC236}">
                <a16:creationId xmlns:a16="http://schemas.microsoft.com/office/drawing/2014/main" id="{F58A685A-F413-48D0-AA23-5294CC50EE1E}"/>
              </a:ext>
            </a:extLst>
          </p:cNvPr>
          <p:cNvSpPr>
            <a:spLocks xmlns:a="http://schemas.openxmlformats.org/drawingml/2006/main" noGrp="1"/>
          </p:cNvSpPr>
          <p:nvPr/>
        </p:nvSpPr>
        <p:spPr>
          <a:xfrm xmlns:a="http://schemas.openxmlformats.org/drawingml/2006/main">
            <a:off x="758952" y="265176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2</a:t>
            </a:r>
          </a:p>
        </p:txBody>
      </p:sp>
      <p:sp>
        <p:nvSpPr>
          <p:cNvPr id="70" name="Rectangle 69">
            <a:extLst xmlns:a="http://schemas.openxmlformats.org/drawingml/2006/main">
              <a:ext uri="{FF2B5EF4-FFF2-40B4-BE49-F238E27FC236}">
                <a16:creationId xmlns:a16="http://schemas.microsoft.com/office/drawing/2014/main" id="{24974789-B72F-45D3-BD91-BF0611B6F75B}"/>
              </a:ext>
            </a:extLst>
          </p:cNvPr>
          <p:cNvSpPr>
            <a:spLocks xmlns:a="http://schemas.openxmlformats.org/drawingml/2006/main" noGrp="1"/>
          </p:cNvSpPr>
          <p:nvPr/>
        </p:nvSpPr>
        <p:spPr>
          <a:xfrm xmlns:a="http://schemas.openxmlformats.org/drawingml/2006/main">
            <a:off x="594360" y="2423160"/>
            <a:ext cx="73152" cy="841248"/>
          </a:xfrm>
          <a:prstGeom xmlns:a="http://schemas.openxmlformats.org/drawingml/2006/main" prst="rect">
            <a:avLst/>
          </a:prstGeom>
          <a:solidFill xmlns:a="http://schemas.openxmlformats.org/drawingml/2006/main">
            <a:srgbClr val="F6911B"/>
          </a:solidFill>
          <a:ln xmlns:a="http://schemas.openxmlformats.org/drawingml/2006/main">
            <a:solidFill>
              <a:srgbClr val="F6911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TextBox 70">
            <a:extLst xmlns:a="http://schemas.openxmlformats.org/drawingml/2006/main">
              <a:ext uri="{FF2B5EF4-FFF2-40B4-BE49-F238E27FC236}">
                <a16:creationId xmlns:a16="http://schemas.microsoft.com/office/drawing/2014/main" id="{8548F761-8CB8-4B2E-841B-81A116FCB83E}"/>
              </a:ext>
            </a:extLst>
          </p:cNvPr>
          <p:cNvSpPr>
            <a:spLocks xmlns:a="http://schemas.openxmlformats.org/drawingml/2006/main" noGrp="1"/>
          </p:cNvSpPr>
          <p:nvPr/>
        </p:nvSpPr>
        <p:spPr>
          <a:xfrm xmlns:a="http://schemas.openxmlformats.org/drawingml/2006/main">
            <a:off x="1088138" y="2619756"/>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能判断</a:t>
            </a:r>
          </a:p>
        </p:txBody>
      </p:sp>
      <p:sp>
        <p:nvSpPr>
          <p:cNvPr id="72" name="TextBox 71">
            <a:extLst xmlns:a="http://schemas.openxmlformats.org/drawingml/2006/main">
              <a:ext uri="{FF2B5EF4-FFF2-40B4-BE49-F238E27FC236}">
                <a16:creationId xmlns:a16="http://schemas.microsoft.com/office/drawing/2014/main" id="{04874007-5920-4D35-B1E9-8D948E60F0D8}"/>
              </a:ext>
            </a:extLst>
          </p:cNvPr>
          <p:cNvSpPr>
            <a:spLocks xmlns:a="http://schemas.openxmlformats.org/drawingml/2006/main" noGrp="1"/>
          </p:cNvSpPr>
          <p:nvPr/>
        </p:nvSpPr>
        <p:spPr>
          <a:xfrm xmlns:a="http://schemas.openxmlformats.org/drawingml/2006/main">
            <a:off x="822960" y="2971800"/>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显示 Stage R / Stage A / Stage B 的路由高亮、置信度、margin 和复核状态。</a:t>
            </a:r>
          </a:p>
        </p:txBody>
      </p:sp>
      <p:sp>
        <p:nvSpPr>
          <p:cNvPr id="73" name="Rounded Rectangle 72">
            <a:extLst xmlns:a="http://schemas.openxmlformats.org/drawingml/2006/main">
              <a:ext uri="{FF2B5EF4-FFF2-40B4-BE49-F238E27FC236}">
                <a16:creationId xmlns:a16="http://schemas.microsoft.com/office/drawing/2014/main" id="{8EE19A45-9D6A-4D54-A8E7-013D12A014B8}"/>
              </a:ext>
            </a:extLst>
          </p:cNvPr>
          <p:cNvSpPr>
            <a:spLocks xmlns:a="http://schemas.openxmlformats.org/drawingml/2006/main" noGrp="1"/>
          </p:cNvSpPr>
          <p:nvPr/>
        </p:nvSpPr>
        <p:spPr>
          <a:xfrm xmlns:a="http://schemas.openxmlformats.org/drawingml/2006/main">
            <a:off x="594360" y="342900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Oval 73">
            <a:extLst xmlns:a="http://schemas.openxmlformats.org/drawingml/2006/main">
              <a:ext uri="{FF2B5EF4-FFF2-40B4-BE49-F238E27FC236}">
                <a16:creationId xmlns:a16="http://schemas.microsoft.com/office/drawing/2014/main" id="{293D774B-B5CD-4417-8F70-F43906B27490}"/>
              </a:ext>
            </a:extLst>
          </p:cNvPr>
          <p:cNvSpPr>
            <a:spLocks xmlns:a="http://schemas.openxmlformats.org/drawingml/2006/main" noGrp="1"/>
          </p:cNvSpPr>
          <p:nvPr/>
        </p:nvSpPr>
        <p:spPr>
          <a:xfrm xmlns:a="http://schemas.openxmlformats.org/drawingml/2006/main">
            <a:off x="758952" y="3593592"/>
            <a:ext cx="384048" cy="384048"/>
          </a:xfrm>
          <a:prstGeom xmlns:a="http://schemas.openxmlformats.org/drawingml/2006/main" prst="ellipse">
            <a:avLst/>
          </a:prstGeom>
          <a:solidFill xmlns:a="http://schemas.openxmlformats.org/drawingml/2006/main">
            <a:srgbClr val="1AA25B"/>
          </a:solidFill>
          <a:ln xmlns:a="http://schemas.openxmlformats.org/drawingml/2006/main">
            <a:solidFill>
              <a:srgbClr val="1AA2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TextBox 74">
            <a:extLst xmlns:a="http://schemas.openxmlformats.org/drawingml/2006/main">
              <a:ext uri="{FF2B5EF4-FFF2-40B4-BE49-F238E27FC236}">
                <a16:creationId xmlns:a16="http://schemas.microsoft.com/office/drawing/2014/main" id="{E11201F9-1471-4DED-A3D7-738C53E6CA9D}"/>
              </a:ext>
            </a:extLst>
          </p:cNvPr>
          <p:cNvSpPr>
            <a:spLocks xmlns:a="http://schemas.openxmlformats.org/drawingml/2006/main" noGrp="1"/>
          </p:cNvSpPr>
          <p:nvPr/>
        </p:nvSpPr>
        <p:spPr>
          <a:xfrm xmlns:a="http://schemas.openxmlformats.org/drawingml/2006/main">
            <a:off x="758952" y="365760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3</a:t>
            </a:r>
          </a:p>
        </p:txBody>
      </p:sp>
      <p:sp>
        <p:nvSpPr>
          <p:cNvPr id="76" name="Rectangle 75">
            <a:extLst xmlns:a="http://schemas.openxmlformats.org/drawingml/2006/main">
              <a:ext uri="{FF2B5EF4-FFF2-40B4-BE49-F238E27FC236}">
                <a16:creationId xmlns:a16="http://schemas.microsoft.com/office/drawing/2014/main" id="{E0F9D047-9DDE-4F66-8717-673886A1005F}"/>
              </a:ext>
            </a:extLst>
          </p:cNvPr>
          <p:cNvSpPr>
            <a:spLocks xmlns:a="http://schemas.openxmlformats.org/drawingml/2006/main" noGrp="1"/>
          </p:cNvSpPr>
          <p:nvPr/>
        </p:nvSpPr>
        <p:spPr>
          <a:xfrm xmlns:a="http://schemas.openxmlformats.org/drawingml/2006/main">
            <a:off x="594360" y="3429000"/>
            <a:ext cx="73152" cy="841248"/>
          </a:xfrm>
          <a:prstGeom xmlns:a="http://schemas.openxmlformats.org/drawingml/2006/main" prst="rect">
            <a:avLst/>
          </a:prstGeom>
          <a:solidFill xmlns:a="http://schemas.openxmlformats.org/drawingml/2006/main">
            <a:srgbClr val="1AA25B"/>
          </a:solidFill>
          <a:ln xmlns:a="http://schemas.openxmlformats.org/drawingml/2006/main">
            <a:solidFill>
              <a:srgbClr val="1AA2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TextBox 76">
            <a:extLst xmlns:a="http://schemas.openxmlformats.org/drawingml/2006/main">
              <a:ext uri="{FF2B5EF4-FFF2-40B4-BE49-F238E27FC236}">
                <a16:creationId xmlns:a16="http://schemas.microsoft.com/office/drawing/2014/main" id="{E7FEE97F-3647-40B0-9A2D-598FF60BF613}"/>
              </a:ext>
            </a:extLst>
          </p:cNvPr>
          <p:cNvSpPr>
            <a:spLocks xmlns:a="http://schemas.openxmlformats.org/drawingml/2006/main" noGrp="1"/>
          </p:cNvSpPr>
          <p:nvPr/>
        </p:nvSpPr>
        <p:spPr>
          <a:xfrm xmlns:a="http://schemas.openxmlformats.org/drawingml/2006/main">
            <a:off x="1097281" y="3636629"/>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能落点</a:t>
            </a:r>
          </a:p>
        </p:txBody>
      </p:sp>
      <p:sp>
        <p:nvSpPr>
          <p:cNvPr id="78" name="TextBox 77">
            <a:extLst xmlns:a="http://schemas.openxmlformats.org/drawingml/2006/main">
              <a:ext uri="{FF2B5EF4-FFF2-40B4-BE49-F238E27FC236}">
                <a16:creationId xmlns:a16="http://schemas.microsoft.com/office/drawing/2014/main" id="{1DF7D02E-1E7D-4528-96B4-6B6957534530}"/>
              </a:ext>
            </a:extLst>
          </p:cNvPr>
          <p:cNvSpPr>
            <a:spLocks xmlns:a="http://schemas.openxmlformats.org/drawingml/2006/main" noGrp="1"/>
          </p:cNvSpPr>
          <p:nvPr/>
        </p:nvSpPr>
        <p:spPr>
          <a:xfrm xmlns:a="http://schemas.openxmlformats.org/drawingml/2006/main">
            <a:off x="822960" y="3977639"/>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候选 Agent 经过匹配、健康、schema 和状态过滤，输出可执行实例。</a:t>
            </a:r>
          </a:p>
        </p:txBody>
      </p:sp>
      <p:sp>
        <p:nvSpPr>
          <p:cNvPr id="79" name="Rounded Rectangle 78">
            <a:extLst xmlns:a="http://schemas.openxmlformats.org/drawingml/2006/main">
              <a:ext uri="{FF2B5EF4-FFF2-40B4-BE49-F238E27FC236}">
                <a16:creationId xmlns:a16="http://schemas.microsoft.com/office/drawing/2014/main" id="{3755B4C5-B905-4643-A989-43C9229958D7}"/>
              </a:ext>
            </a:extLst>
          </p:cNvPr>
          <p:cNvSpPr>
            <a:spLocks xmlns:a="http://schemas.openxmlformats.org/drawingml/2006/main" noGrp="1"/>
          </p:cNvSpPr>
          <p:nvPr/>
        </p:nvSpPr>
        <p:spPr>
          <a:xfrm xmlns:a="http://schemas.openxmlformats.org/drawingml/2006/main">
            <a:off x="594360" y="4434840"/>
            <a:ext cx="5120640" cy="841248"/>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4C8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Oval 79">
            <a:extLst xmlns:a="http://schemas.openxmlformats.org/drawingml/2006/main">
              <a:ext uri="{FF2B5EF4-FFF2-40B4-BE49-F238E27FC236}">
                <a16:creationId xmlns:a16="http://schemas.microsoft.com/office/drawing/2014/main" id="{63DCC688-3675-43CA-8A11-709EF86DB290}"/>
              </a:ext>
            </a:extLst>
          </p:cNvPr>
          <p:cNvSpPr>
            <a:spLocks xmlns:a="http://schemas.openxmlformats.org/drawingml/2006/main" noGrp="1"/>
          </p:cNvSpPr>
          <p:nvPr/>
        </p:nvSpPr>
        <p:spPr>
          <a:xfrm xmlns:a="http://schemas.openxmlformats.org/drawingml/2006/main">
            <a:off x="758952" y="4599431"/>
            <a:ext cx="384048" cy="384048"/>
          </a:xfrm>
          <a:prstGeom xmlns:a="http://schemas.openxmlformats.org/drawingml/2006/main" prst="ellipse">
            <a:avLst/>
          </a:prstGeom>
          <a:solidFill xmlns:a="http://schemas.openxmlformats.org/drawingml/2006/main">
            <a:srgbClr val="7550EC"/>
          </a:solidFill>
          <a:ln xmlns:a="http://schemas.openxmlformats.org/drawingml/2006/main">
            <a:solidFill>
              <a:srgbClr val="755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TextBox 80">
            <a:extLst xmlns:a="http://schemas.openxmlformats.org/drawingml/2006/main">
              <a:ext uri="{FF2B5EF4-FFF2-40B4-BE49-F238E27FC236}">
                <a16:creationId xmlns:a16="http://schemas.microsoft.com/office/drawing/2014/main" id="{3E47F15A-9BCA-4925-9E53-9660024C97A5}"/>
              </a:ext>
            </a:extLst>
          </p:cNvPr>
          <p:cNvSpPr>
            <a:spLocks xmlns:a="http://schemas.openxmlformats.org/drawingml/2006/main" noGrp="1"/>
          </p:cNvSpPr>
          <p:nvPr/>
        </p:nvSpPr>
        <p:spPr>
          <a:xfrm xmlns:a="http://schemas.openxmlformats.org/drawingml/2006/main">
            <a:off x="758952" y="4663440"/>
            <a:ext cx="384048"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000" b="1">
                <a:solidFill>
                  <a:srgbClr val="FFFFFF"/>
                </a:solidFill>
                <a:latin typeface="Microsoft YaHei"/>
                <a:ea typeface="Microsoft YaHei"/>
                <a:cs typeface="Microsoft YaHei"/>
              </a:rPr>
              <a:t>4</a:t>
            </a:r>
          </a:p>
        </p:txBody>
      </p:sp>
      <p:sp>
        <p:nvSpPr>
          <p:cNvPr id="82" name="Rectangle 81">
            <a:extLst xmlns:a="http://schemas.openxmlformats.org/drawingml/2006/main">
              <a:ext uri="{FF2B5EF4-FFF2-40B4-BE49-F238E27FC236}">
                <a16:creationId xmlns:a16="http://schemas.microsoft.com/office/drawing/2014/main" id="{B7BF9102-CEFA-4808-800E-957E2C34F73E}"/>
              </a:ext>
            </a:extLst>
          </p:cNvPr>
          <p:cNvSpPr>
            <a:spLocks xmlns:a="http://schemas.openxmlformats.org/drawingml/2006/main" noGrp="1"/>
          </p:cNvSpPr>
          <p:nvPr/>
        </p:nvSpPr>
        <p:spPr>
          <a:xfrm xmlns:a="http://schemas.openxmlformats.org/drawingml/2006/main">
            <a:off x="594360" y="4434840"/>
            <a:ext cx="73152" cy="841248"/>
          </a:xfrm>
          <a:prstGeom xmlns:a="http://schemas.openxmlformats.org/drawingml/2006/main" prst="rect">
            <a:avLst/>
          </a:prstGeom>
          <a:solidFill xmlns:a="http://schemas.openxmlformats.org/drawingml/2006/main">
            <a:srgbClr val="7550EC"/>
          </a:solidFill>
          <a:ln xmlns:a="http://schemas.openxmlformats.org/drawingml/2006/main">
            <a:solidFill>
              <a:srgbClr val="755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TextBox 82">
            <a:extLst xmlns:a="http://schemas.openxmlformats.org/drawingml/2006/main">
              <a:ext uri="{FF2B5EF4-FFF2-40B4-BE49-F238E27FC236}">
                <a16:creationId xmlns:a16="http://schemas.microsoft.com/office/drawing/2014/main" id="{AF7E83AD-1AE0-4F8D-9F64-60A3522EA755}"/>
              </a:ext>
            </a:extLst>
          </p:cNvPr>
          <p:cNvSpPr>
            <a:spLocks xmlns:a="http://schemas.openxmlformats.org/drawingml/2006/main" noGrp="1"/>
          </p:cNvSpPr>
          <p:nvPr/>
        </p:nvSpPr>
        <p:spPr>
          <a:xfrm xmlns:a="http://schemas.openxmlformats.org/drawingml/2006/main">
            <a:off x="1097281" y="4631436"/>
            <a:ext cx="4754879" cy="3108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0D254B"/>
                </a:solidFill>
                <a:latin typeface="Microsoft YaHei"/>
                <a:ea typeface="Microsoft YaHei"/>
                <a:cs typeface="Microsoft YaHei"/>
              </a:rPr>
              <a:t>能回放</a:t>
            </a:r>
          </a:p>
        </p:txBody>
      </p:sp>
      <p:sp>
        <p:nvSpPr>
          <p:cNvPr id="84" name="TextBox 83">
            <a:extLst xmlns:a="http://schemas.openxmlformats.org/drawingml/2006/main">
              <a:ext uri="{FF2B5EF4-FFF2-40B4-BE49-F238E27FC236}">
                <a16:creationId xmlns:a16="http://schemas.microsoft.com/office/drawing/2014/main" id="{DF903088-2C9E-40EB-9127-323B6DF48304}"/>
              </a:ext>
            </a:extLst>
          </p:cNvPr>
          <p:cNvSpPr>
            <a:spLocks xmlns:a="http://schemas.openxmlformats.org/drawingml/2006/main" noGrp="1"/>
          </p:cNvSpPr>
          <p:nvPr/>
        </p:nvSpPr>
        <p:spPr>
          <a:xfrm xmlns:a="http://schemas.openxmlformats.org/drawingml/2006/main">
            <a:off x="822960" y="4983479"/>
            <a:ext cx="4754879" cy="2468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19" b="0">
                <a:solidFill>
                  <a:srgbClr val="556273"/>
                </a:solidFill>
                <a:latin typeface="Microsoft YaHei"/>
                <a:ea typeface="Microsoft YaHei"/>
                <a:cs typeface="Microsoft YaHei"/>
              </a:rPr>
              <a:t>右侧步骤卡片和执行状态保留过程证据，可支撑演示、复盘和验收核验。</a:t>
            </a:r>
          </a:p>
        </p:txBody>
      </p:sp>
      <p:graphicFrame>
        <p:nvGraphicFramePr>
          <p:cNvPr id="85" name="表格 86"/>
          <p:cNvGraphicFramePr/>
          <p:nvPr/>
        </p:nvGraphicFramePr>
        <p:xfrm>
          <a:off xmlns:a="http://schemas.openxmlformats.org/drawingml/2006/main" x="658158" y="5307980"/>
          <a:ext xmlns:a="http://schemas.openxmlformats.org/drawingml/2006/main" cx="5090464" cy="1218432"/>
        </p:xfrm>
        <a:graphic xmlns:a="http://schemas.openxmlformats.org/drawingml/2006/main">
          <a:graphicData uri="http://schemas.openxmlformats.org/drawingml/2006/table">
            <a:tbl>
              <a:tblPr/>
              <a:tblGrid>
                <a:gridCol w="1272616"/>
                <a:gridCol w="1272616"/>
                <a:gridCol w="1272616"/>
                <a:gridCol w="1272616"/>
              </a:tblGrid>
              <a:tr h="162849">
                <a:tc>
                  <a:txBody>
                    <a:bodyPr/>
                    <a:lstStyle/>
                    <a:p>
                      <a:pPr algn="l">
                        <a:buNone/>
                      </a:pPr>
                      <a:r>
                        <a:rPr sz="800" b="1">
                          <a:solidFill>
                            <a:srgbClr val="1A1C1F"/>
                          </a:solidFill>
                        </a:rPr>
                        <a:t>范围</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文件数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代码总行数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c>
                  <a:txBody>
                    <a:bodyPr/>
                    <a:lstStyle/>
                    <a:p>
                      <a:pPr algn="l">
                        <a:buNone/>
                      </a:pPr>
                      <a:r>
                        <a:rPr sz="800" b="1">
                          <a:solidFill>
                            <a:srgbClr val="1A1C1F"/>
                          </a:solidFill>
                        </a:rPr>
                        <a:t>代码有效行数</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12700" cmpd="sng">
                      <a:solidFill>
                        <a:srgbClr val="F09B5C"/>
                      </a:solidFill>
                      <a:prstDash val="solid"/>
                    </a:lnB>
                    <a:solidFill>
                      <a:srgbClr val="FFFFFF"/>
                    </a:solidFill>
                  </a:tcPr>
                </a:tc>
              </a:tr>
              <a:tr h="162849">
                <a:tc>
                  <a:txBody>
                    <a:bodyPr/>
                    <a:lstStyle/>
                    <a:p>
                      <a:pPr>
                        <a:buNone/>
                      </a:pPr>
                      <a:r>
                        <a:rPr sz="800"/>
                        <a:t>核心运行代码 </a:t>
                      </a:r>
                      <a:r>
                        <a:rPr sz="800">
                          <a:latin typeface="ui-monospace"/>
                          <a:ea typeface="ui-monospace"/>
                          <a:cs typeface="ui-monospace"/>
                        </a:rPr>
                        <a:t>src/</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14</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8,558</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c>
                  <a:txBody>
                    <a:bodyPr/>
                    <a:lstStyle/>
                    <a:p>
                      <a:pPr>
                        <a:buNone/>
                      </a:pPr>
                      <a:r>
                        <a:rPr sz="800"/>
                        <a:t>7,654</a:t>
                      </a:r>
                    </a:p>
                  </a:txBody>
                  <a:tcPr marL="30416" marR="30416" marT="30416" marB="30416">
                    <a:lnL w="12700" cmpd="sng">
                      <a:solidFill>
                        <a:srgbClr val="F09B5C"/>
                      </a:solidFill>
                      <a:prstDash val="solid"/>
                    </a:lnL>
                    <a:lnR w="12700" cmpd="sng">
                      <a:solidFill>
                        <a:srgbClr val="F09B5C"/>
                      </a:solidFill>
                      <a:prstDash val="solid"/>
                    </a:lnR>
                    <a:lnT w="12700" cmpd="sng">
                      <a:solidFill>
                        <a:srgbClr val="F09B5C"/>
                      </a:solidFill>
                      <a:prstDash val="solid"/>
                    </a:lnT>
                    <a:lnB w="12700" cmpd="sng">
                      <a:solidFill>
                        <a:srgbClr val="70825C"/>
                      </a:solidFill>
                      <a:prstDash val="solid"/>
                    </a:lnB>
                    <a:solidFill>
                      <a:srgbClr val="FFFFFF"/>
                    </a:solidFill>
                  </a:tcPr>
                </a:tc>
              </a:tr>
              <a:tr h="271490">
                <a:tc>
                  <a:txBody>
                    <a:bodyPr/>
                    <a:lstStyle/>
                    <a:p>
                      <a:pPr>
                        <a:buNone/>
                      </a:pPr>
                      <a:r>
                        <a:rPr sz="800"/>
                        <a:t>实验</a:t>
                      </a:r>
                      <a:r>
                        <a:rPr sz="800"/>
                        <a:t>/</a:t>
                      </a:r>
                      <a:r>
                        <a:rPr sz="800"/>
                        <a:t>评测</a:t>
                      </a:r>
                      <a:r>
                        <a:rPr sz="800"/>
                        <a:t>/</a:t>
                      </a:r>
                      <a:r>
                        <a:rPr sz="800"/>
                        <a:t>材料生成脚本 </a:t>
                      </a:r>
                      <a:r>
                        <a:rPr sz="800">
                          <a:latin typeface="ui-monospace"/>
                          <a:ea typeface="ui-monospace"/>
                          <a:cs typeface="ui-monospace"/>
                        </a:rPr>
                        <a:t>scripts/</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31</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10,206</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c>
                  <a:txBody>
                    <a:bodyPr/>
                    <a:lstStyle/>
                    <a:p>
                      <a:pPr>
                        <a:buNone/>
                      </a:pPr>
                      <a:r>
                        <a:rPr sz="800"/>
                        <a:t>9,008</a:t>
                      </a:r>
                    </a:p>
                  </a:txBody>
                  <a:tcPr marL="30416" marR="30416" marT="30416" marB="30416">
                    <a:lnL w="12700" cmpd="sng">
                      <a:solidFill>
                        <a:srgbClr val="70825C"/>
                      </a:solidFill>
                      <a:prstDash val="solid"/>
                    </a:lnL>
                    <a:lnR w="12700" cmpd="sng">
                      <a:solidFill>
                        <a:srgbClr val="70825C"/>
                      </a:solidFill>
                      <a:prstDash val="solid"/>
                    </a:lnR>
                    <a:lnT w="12700" cmpd="sng">
                      <a:solidFill>
                        <a:srgbClr val="70825C"/>
                      </a:solidFill>
                      <a:prstDash val="solid"/>
                    </a:lnT>
                    <a:lnB w="12700" cmpd="sng">
                      <a:solidFill>
                        <a:srgbClr val="C0AA5C"/>
                      </a:solidFill>
                      <a:prstDash val="solid"/>
                    </a:lnB>
                    <a:solidFill>
                      <a:srgbClr val="FFFFFF"/>
                    </a:solidFill>
                  </a:tcPr>
                </a:tc>
              </a:tr>
              <a:tr h="162849">
                <a:tc>
                  <a:txBody>
                    <a:bodyPr/>
                    <a:lstStyle/>
                    <a:p>
                      <a:pPr>
                        <a:buNone/>
                      </a:pPr>
                      <a:r>
                        <a:rPr sz="800"/>
                        <a:t>自动化测试 </a:t>
                      </a:r>
                      <a:r>
                        <a:rPr sz="800">
                          <a:latin typeface="ui-monospace"/>
                          <a:ea typeface="ui-monospace"/>
                          <a:cs typeface="ui-monospace"/>
                        </a:rPr>
                        <a:t>tests/</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7</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2,797</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c>
                  <a:txBody>
                    <a:bodyPr/>
                    <a:lstStyle/>
                    <a:p>
                      <a:pPr>
                        <a:buNone/>
                      </a:pPr>
                      <a:r>
                        <a:rPr sz="800"/>
                        <a:t>2,609</a:t>
                      </a:r>
                    </a:p>
                  </a:txBody>
                  <a:tcPr marL="30416" marR="30416" marT="30416" marB="30416">
                    <a:lnL w="12700" cmpd="sng">
                      <a:solidFill>
                        <a:srgbClr val="C0AA5C"/>
                      </a:solidFill>
                      <a:prstDash val="solid"/>
                    </a:lnL>
                    <a:lnR w="12700" cmpd="sng">
                      <a:solidFill>
                        <a:srgbClr val="C0AA5C"/>
                      </a:solidFill>
                      <a:prstDash val="solid"/>
                    </a:lnR>
                    <a:lnT w="12700" cmpd="sng">
                      <a:solidFill>
                        <a:srgbClr val="C0AA5C"/>
                      </a:solidFill>
                      <a:prstDash val="solid"/>
                    </a:lnT>
                    <a:lnB w="12700" cmpd="sng">
                      <a:solidFill>
                        <a:srgbClr val="A0CB36"/>
                      </a:solidFill>
                      <a:prstDash val="solid"/>
                    </a:lnB>
                    <a:solidFill>
                      <a:srgbClr val="FFFFFF"/>
                    </a:solidFill>
                  </a:tcPr>
                </a:tc>
              </a:tr>
              <a:tr h="162849">
                <a:tc>
                  <a:txBody>
                    <a:bodyPr/>
                    <a:lstStyle/>
                    <a:p>
                      <a:pPr>
                        <a:buNone/>
                      </a:pPr>
                      <a:r>
                        <a:rPr sz="800"/>
                        <a:t>JSON Schema </a:t>
                      </a:r>
                      <a:r>
                        <a:rPr sz="800">
                          <a:latin typeface="ui-monospace"/>
                          <a:ea typeface="ui-monospace"/>
                          <a:cs typeface="ui-monospace"/>
                        </a:rPr>
                        <a:t>schemas/</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14</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955</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c>
                  <a:txBody>
                    <a:bodyPr/>
                    <a:lstStyle/>
                    <a:p>
                      <a:pPr>
                        <a:buNone/>
                      </a:pPr>
                      <a:r>
                        <a:rPr sz="800"/>
                        <a:t>955</a:t>
                      </a:r>
                    </a:p>
                  </a:txBody>
                  <a:tcPr marL="30416" marR="30416" marT="30416" marB="30416">
                    <a:lnL w="12700" cmpd="sng">
                      <a:solidFill>
                        <a:srgbClr val="A0CB36"/>
                      </a:solidFill>
                      <a:prstDash val="solid"/>
                    </a:lnL>
                    <a:lnR w="12700" cmpd="sng">
                      <a:solidFill>
                        <a:srgbClr val="A0CB36"/>
                      </a:solidFill>
                      <a:prstDash val="solid"/>
                    </a:lnR>
                    <a:lnT w="12700" cmpd="sng">
                      <a:solidFill>
                        <a:srgbClr val="A0CB36"/>
                      </a:solidFill>
                      <a:prstDash val="solid"/>
                    </a:lnT>
                    <a:lnB w="9525" cmpd="sng">
                      <a:solidFill>
                        <a:schemeClr val="bg1"/>
                      </a:solidFill>
                      <a:prstDash val="solid"/>
                    </a:lnB>
                    <a:solidFill>
                      <a:srgbClr val="FFFFFF"/>
                    </a:solidFill>
                  </a:tcPr>
                </a:tc>
              </a:tr>
              <a:tr h="162849">
                <a:tc>
                  <a:txBody>
                    <a:bodyPr/>
                    <a:lstStyle/>
                    <a:p>
                      <a:pPr>
                        <a:buNone/>
                      </a:pPr>
                      <a:r>
                        <a:rPr sz="800" b="1"/>
                        <a:t>合计</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66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22,516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c>
                  <a:txBody>
                    <a:bodyPr/>
                    <a:lstStyle/>
                    <a:p>
                      <a:pPr>
                        <a:buNone/>
                      </a:pPr>
                      <a:r>
                        <a:rPr sz="800" b="1"/>
                        <a:t>20,226</a:t>
                      </a:r>
                    </a:p>
                  </a:txBody>
                  <a:tcPr marL="30416" marR="30416" marT="30416" marB="30416">
                    <a:lnL w="9525" cmpd="sng">
                      <a:solidFill>
                        <a:schemeClr val="bg1"/>
                      </a:solidFill>
                      <a:prstDash val="solid"/>
                    </a:lnL>
                    <a:lnR w="9525" cmpd="sng">
                      <a:solidFill>
                        <a:schemeClr val="bg1"/>
                      </a:solidFill>
                      <a:prstDash val="solid"/>
                    </a:lnR>
                    <a:lnT w="9525" cmpd="sng">
                      <a:solidFill>
                        <a:schemeClr val="bg1"/>
                      </a:solidFill>
                      <a:prstDash val="solid"/>
                    </a:lnT>
                    <a:lnB w="9525" cmpd="sng">
                      <a:solidFill>
                        <a:schemeClr val="bg1"/>
                      </a:solidFill>
                      <a:prstDash val="solid"/>
                    </a:lnB>
                    <a:solidFill>
                      <a:srgbClr val="FFFFFF"/>
                    </a:solidFill>
                  </a:tcPr>
                </a:tc>
              </a:tr>
            </a:tbl>
          </a:graphicData>
        </a:graphic>
      </p:graphicFrame>
      <p:sp>
        <p:nvSpPr>
          <p:cNvPr id="90" name="">
            <a:extLst xmlns:a="http://schemas.openxmlformats.org/drawingml/2006/main">
              <a:ext uri="{FF2B5EF4-FFF2-40B4-BE49-F238E27FC236}">
                <a16:creationId xmlns:a16="http://schemas.microsoft.com/office/drawing/2014/main" id="{EA4F68D2-0AC6-40E6-9BF5-E20D2DF22464}"/>
              </a:ext>
            </a:extLst>
          </p:cNvPr>
          <p:cNvSpPr>
            <a:spLocks xmlns:a="http://schemas.openxmlformats.org/drawingml/2006/main" noGrp="1"/>
          </p:cNvSpPr>
          <p:nvPr/>
        </p:nvSpPr>
        <p:spPr>
          <a:xfrm xmlns:a="http://schemas.openxmlformats.org/drawingml/2006/main">
            <a:off x="342900" y="5219700"/>
            <a:ext cx="5429250" cy="1190625"/>
          </a:xfrm>
          <a:prstGeom xmlns:a="http://schemas.openxmlformats.org/drawingml/2006/main" prst="roundRect">
            <a:avLst>
              <a:gd name="adj" fmla="val 10000"/>
            </a:avLst>
          </a:prstGeom>
          <a:solidFill xmlns:a="http://schemas.openxmlformats.org/drawingml/2006/main">
            <a:srgbClr val="F8FBFF"/>
          </a:solidFill>
          <a:ln xmlns:a="http://schemas.openxmlformats.org/drawingml/2006/main" w="11430">
            <a:solidFill>
              <a:srgbClr val="D8E5F7"/>
            </a:solidFill>
          </a:ln>
        </p:spPr>
      </p:sp>
      <p:sp>
        <p:nvSpPr>
          <p:cNvPr id="91" name="">
            <a:extLst xmlns:a="http://schemas.openxmlformats.org/drawingml/2006/main">
              <a:ext uri="{FF2B5EF4-FFF2-40B4-BE49-F238E27FC236}">
                <a16:creationId xmlns:a16="http://schemas.microsoft.com/office/drawing/2014/main" id="{FC743B9A-C765-4EAE-85E7-4152A6EAC3BE}"/>
              </a:ext>
            </a:extLst>
          </p:cNvPr>
          <p:cNvSpPr>
            <a:spLocks xmlns:a="http://schemas.openxmlformats.org/drawingml/2006/main" noGrp="1"/>
          </p:cNvSpPr>
          <p:nvPr/>
        </p:nvSpPr>
        <p:spPr>
          <a:xfrm xmlns:a="http://schemas.openxmlformats.org/drawingml/2006/main">
            <a:off x="590550" y="5353050"/>
            <a:ext cx="49530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85" b="1">
                <a:solidFill>
                  <a:srgbClr val="061A46"/>
                </a:solidFill>
                <a:latin typeface="Microsoft YaHei"/>
                <a:ea typeface="Microsoft YaHei"/>
                <a:cs typeface="Microsoft YaHei"/>
              </a:defRPr>
            </a:pPr>
            <a:r>
              <a:rPr sz="1185" b="1">
                <a:solidFill>
                  <a:srgbClr val="061A46"/>
                </a:solidFill>
                <a:latin typeface="Microsoft YaHei"/>
                <a:ea typeface="Microsoft YaHei"/>
                <a:cs typeface="Microsoft YaHei"/>
              </a:rPr>
              <a:t>工程实现规模：66 个文件 / 20,226 行有效代码</a:t>
            </a:r>
          </a:p>
        </p:txBody>
      </p:sp>
      <p:sp>
        <p:nvSpPr>
          <p:cNvPr id="92" name="">
            <a:extLst xmlns:a="http://schemas.openxmlformats.org/drawingml/2006/main">
              <a:ext uri="{FF2B5EF4-FFF2-40B4-BE49-F238E27FC236}">
                <a16:creationId xmlns:a16="http://schemas.microsoft.com/office/drawing/2014/main" id="{29D5A44D-2EB5-4668-BD7B-A07863FAAEB8}"/>
              </a:ext>
            </a:extLst>
          </p:cNvPr>
          <p:cNvSpPr>
            <a:spLocks xmlns:a="http://schemas.openxmlformats.org/drawingml/2006/main" noGrp="1"/>
          </p:cNvSpPr>
          <p:nvPr/>
        </p:nvSpPr>
        <p:spPr>
          <a:xfrm xmlns:a="http://schemas.openxmlformats.org/drawingml/2006/main">
            <a:off x="552450" y="5676900"/>
            <a:ext cx="1066800" cy="5334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2F68EF"/>
            </a:solidFill>
          </a:ln>
        </p:spPr>
      </p:sp>
      <p:sp>
        <p:nvSpPr>
          <p:cNvPr id="93" name="">
            <a:extLst xmlns:a="http://schemas.openxmlformats.org/drawingml/2006/main">
              <a:ext uri="{FF2B5EF4-FFF2-40B4-BE49-F238E27FC236}">
                <a16:creationId xmlns:a16="http://schemas.microsoft.com/office/drawing/2014/main" id="{59140175-2EFE-4238-A632-1B1C68562463}"/>
              </a:ext>
            </a:extLst>
          </p:cNvPr>
          <p:cNvSpPr>
            <a:spLocks xmlns:a="http://schemas.openxmlformats.org/drawingml/2006/main" noGrp="1"/>
          </p:cNvSpPr>
          <p:nvPr/>
        </p:nvSpPr>
        <p:spPr>
          <a:xfrm xmlns:a="http://schemas.openxmlformats.org/drawingml/2006/main">
            <a:off x="628650" y="5743575"/>
            <a:ext cx="914400" cy="1238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60" b="1">
                <a:solidFill>
                  <a:srgbClr val="2F68EF"/>
                </a:solidFill>
                <a:latin typeface="Microsoft YaHei"/>
                <a:ea typeface="Microsoft YaHei"/>
                <a:cs typeface="Microsoft YaHei"/>
              </a:defRPr>
            </a:pPr>
            <a:r>
              <a:rPr sz="660" b="1">
                <a:solidFill>
                  <a:srgbClr val="2F68EF"/>
                </a:solidFill>
                <a:latin typeface="Microsoft YaHei"/>
                <a:ea typeface="Microsoft YaHei"/>
                <a:cs typeface="Microsoft YaHei"/>
              </a:rPr>
              <a:t>src/</a:t>
            </a:r>
          </a:p>
        </p:txBody>
      </p:sp>
      <p:sp>
        <p:nvSpPr>
          <p:cNvPr id="94" name="">
            <a:extLst xmlns:a="http://schemas.openxmlformats.org/drawingml/2006/main">
              <a:ext uri="{FF2B5EF4-FFF2-40B4-BE49-F238E27FC236}">
                <a16:creationId xmlns:a16="http://schemas.microsoft.com/office/drawing/2014/main" id="{6132B985-2120-4335-96AD-0B93ADE1AF1E}"/>
              </a:ext>
            </a:extLst>
          </p:cNvPr>
          <p:cNvSpPr>
            <a:spLocks xmlns:a="http://schemas.openxmlformats.org/drawingml/2006/main" noGrp="1"/>
          </p:cNvSpPr>
          <p:nvPr/>
        </p:nvSpPr>
        <p:spPr>
          <a:xfrm xmlns:a="http://schemas.openxmlformats.org/drawingml/2006/main">
            <a:off x="628650" y="5905500"/>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0">
                <a:solidFill>
                  <a:srgbClr val="102033"/>
                </a:solidFill>
                <a:latin typeface="Microsoft YaHei"/>
                <a:ea typeface="Microsoft YaHei"/>
                <a:cs typeface="Microsoft YaHei"/>
              </a:defRPr>
            </a:pPr>
            <a:r>
              <a:rPr sz="630" b="0">
                <a:solidFill>
                  <a:srgbClr val="102033"/>
                </a:solidFill>
                <a:latin typeface="Microsoft YaHei"/>
                <a:ea typeface="Microsoft YaHei"/>
                <a:cs typeface="Microsoft YaHei"/>
              </a:rPr>
              <a:t>14 个文件</a:t>
            </a:r>
          </a:p>
        </p:txBody>
      </p:sp>
      <p:sp>
        <p:nvSpPr>
          <p:cNvPr id="95" name="">
            <a:extLst xmlns:a="http://schemas.openxmlformats.org/drawingml/2006/main">
              <a:ext uri="{FF2B5EF4-FFF2-40B4-BE49-F238E27FC236}">
                <a16:creationId xmlns:a16="http://schemas.microsoft.com/office/drawing/2014/main" id="{D61A9490-81C2-4530-B901-92BD3AA0071B}"/>
              </a:ext>
            </a:extLst>
          </p:cNvPr>
          <p:cNvSpPr>
            <a:spLocks xmlns:a="http://schemas.openxmlformats.org/drawingml/2006/main" noGrp="1"/>
          </p:cNvSpPr>
          <p:nvPr/>
        </p:nvSpPr>
        <p:spPr>
          <a:xfrm xmlns:a="http://schemas.openxmlformats.org/drawingml/2006/main">
            <a:off x="628650" y="6048375"/>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1">
                <a:solidFill>
                  <a:srgbClr val="061A46"/>
                </a:solidFill>
                <a:latin typeface="Microsoft YaHei"/>
                <a:ea typeface="Microsoft YaHei"/>
                <a:cs typeface="Microsoft YaHei"/>
              </a:defRPr>
            </a:pPr>
            <a:r>
              <a:rPr sz="630" b="1">
                <a:solidFill>
                  <a:srgbClr val="061A46"/>
                </a:solidFill>
                <a:latin typeface="Microsoft YaHei"/>
                <a:ea typeface="Microsoft YaHei"/>
                <a:cs typeface="Microsoft YaHei"/>
              </a:rPr>
              <a:t>7,654 行</a:t>
            </a:r>
          </a:p>
        </p:txBody>
      </p:sp>
      <p:sp>
        <p:nvSpPr>
          <p:cNvPr id="96" name="">
            <a:extLst xmlns:a="http://schemas.openxmlformats.org/drawingml/2006/main">
              <a:ext uri="{FF2B5EF4-FFF2-40B4-BE49-F238E27FC236}">
                <a16:creationId xmlns:a16="http://schemas.microsoft.com/office/drawing/2014/main" id="{C577B25D-C43A-4D52-9F8E-141AC25C5D37}"/>
              </a:ext>
            </a:extLst>
          </p:cNvPr>
          <p:cNvSpPr>
            <a:spLocks xmlns:a="http://schemas.openxmlformats.org/drawingml/2006/main" noGrp="1"/>
          </p:cNvSpPr>
          <p:nvPr/>
        </p:nvSpPr>
        <p:spPr>
          <a:xfrm xmlns:a="http://schemas.openxmlformats.org/drawingml/2006/main">
            <a:off x="1819275" y="5676900"/>
            <a:ext cx="1066800" cy="5334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F59E0B"/>
            </a:solidFill>
          </a:ln>
        </p:spPr>
      </p:sp>
      <p:sp>
        <p:nvSpPr>
          <p:cNvPr id="97" name="">
            <a:extLst xmlns:a="http://schemas.openxmlformats.org/drawingml/2006/main">
              <a:ext uri="{FF2B5EF4-FFF2-40B4-BE49-F238E27FC236}">
                <a16:creationId xmlns:a16="http://schemas.microsoft.com/office/drawing/2014/main" id="{E777644D-AFFC-4E97-8FF3-5B4BF8A1E3A7}"/>
              </a:ext>
            </a:extLst>
          </p:cNvPr>
          <p:cNvSpPr>
            <a:spLocks xmlns:a="http://schemas.openxmlformats.org/drawingml/2006/main" noGrp="1"/>
          </p:cNvSpPr>
          <p:nvPr/>
        </p:nvSpPr>
        <p:spPr>
          <a:xfrm xmlns:a="http://schemas.openxmlformats.org/drawingml/2006/main">
            <a:off x="1895475" y="5743575"/>
            <a:ext cx="914400" cy="1238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60" b="1">
                <a:solidFill>
                  <a:srgbClr val="F59E0B"/>
                </a:solidFill>
                <a:latin typeface="Microsoft YaHei"/>
                <a:ea typeface="Microsoft YaHei"/>
                <a:cs typeface="Microsoft YaHei"/>
              </a:defRPr>
            </a:pPr>
            <a:r>
              <a:rPr sz="660" b="1">
                <a:solidFill>
                  <a:srgbClr val="F59E0B"/>
                </a:solidFill>
                <a:latin typeface="Microsoft YaHei"/>
                <a:ea typeface="Microsoft YaHei"/>
                <a:cs typeface="Microsoft YaHei"/>
              </a:rPr>
              <a:t>scripts/</a:t>
            </a:r>
          </a:p>
        </p:txBody>
      </p:sp>
      <p:sp>
        <p:nvSpPr>
          <p:cNvPr id="98" name="">
            <a:extLst xmlns:a="http://schemas.openxmlformats.org/drawingml/2006/main">
              <a:ext uri="{FF2B5EF4-FFF2-40B4-BE49-F238E27FC236}">
                <a16:creationId xmlns:a16="http://schemas.microsoft.com/office/drawing/2014/main" id="{B06E3703-7AB9-478F-9313-C4D3846C056E}"/>
              </a:ext>
            </a:extLst>
          </p:cNvPr>
          <p:cNvSpPr>
            <a:spLocks xmlns:a="http://schemas.openxmlformats.org/drawingml/2006/main" noGrp="1"/>
          </p:cNvSpPr>
          <p:nvPr/>
        </p:nvSpPr>
        <p:spPr>
          <a:xfrm xmlns:a="http://schemas.openxmlformats.org/drawingml/2006/main">
            <a:off x="1895475" y="5905500"/>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0">
                <a:solidFill>
                  <a:srgbClr val="102033"/>
                </a:solidFill>
                <a:latin typeface="Microsoft YaHei"/>
                <a:ea typeface="Microsoft YaHei"/>
                <a:cs typeface="Microsoft YaHei"/>
              </a:defRPr>
            </a:pPr>
            <a:r>
              <a:rPr sz="630" b="0">
                <a:solidFill>
                  <a:srgbClr val="102033"/>
                </a:solidFill>
                <a:latin typeface="Microsoft YaHei"/>
                <a:ea typeface="Microsoft YaHei"/>
                <a:cs typeface="Microsoft YaHei"/>
              </a:rPr>
              <a:t>31 个文件</a:t>
            </a:r>
          </a:p>
        </p:txBody>
      </p:sp>
      <p:sp>
        <p:nvSpPr>
          <p:cNvPr id="99" name="">
            <a:extLst xmlns:a="http://schemas.openxmlformats.org/drawingml/2006/main">
              <a:ext uri="{FF2B5EF4-FFF2-40B4-BE49-F238E27FC236}">
                <a16:creationId xmlns:a16="http://schemas.microsoft.com/office/drawing/2014/main" id="{25B1CE90-9378-4F23-892E-541138DD26A1}"/>
              </a:ext>
            </a:extLst>
          </p:cNvPr>
          <p:cNvSpPr>
            <a:spLocks xmlns:a="http://schemas.openxmlformats.org/drawingml/2006/main" noGrp="1"/>
          </p:cNvSpPr>
          <p:nvPr/>
        </p:nvSpPr>
        <p:spPr>
          <a:xfrm xmlns:a="http://schemas.openxmlformats.org/drawingml/2006/main">
            <a:off x="1895475" y="6048375"/>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1">
                <a:solidFill>
                  <a:srgbClr val="061A46"/>
                </a:solidFill>
                <a:latin typeface="Microsoft YaHei"/>
                <a:ea typeface="Microsoft YaHei"/>
                <a:cs typeface="Microsoft YaHei"/>
              </a:defRPr>
            </a:pPr>
            <a:r>
              <a:rPr sz="630" b="1">
                <a:solidFill>
                  <a:srgbClr val="061A46"/>
                </a:solidFill>
                <a:latin typeface="Microsoft YaHei"/>
                <a:ea typeface="Microsoft YaHei"/>
                <a:cs typeface="Microsoft YaHei"/>
              </a:rPr>
              <a:t>9,008 行</a:t>
            </a:r>
          </a:p>
        </p:txBody>
      </p:sp>
      <p:sp>
        <p:nvSpPr>
          <p:cNvPr id="100" name="">
            <a:extLst xmlns:a="http://schemas.openxmlformats.org/drawingml/2006/main">
              <a:ext uri="{FF2B5EF4-FFF2-40B4-BE49-F238E27FC236}">
                <a16:creationId xmlns:a16="http://schemas.microsoft.com/office/drawing/2014/main" id="{4FD00F5E-FB81-4550-809C-30251DB886C9}"/>
              </a:ext>
            </a:extLst>
          </p:cNvPr>
          <p:cNvSpPr>
            <a:spLocks xmlns:a="http://schemas.openxmlformats.org/drawingml/2006/main" noGrp="1"/>
          </p:cNvSpPr>
          <p:nvPr/>
        </p:nvSpPr>
        <p:spPr>
          <a:xfrm xmlns:a="http://schemas.openxmlformats.org/drawingml/2006/main">
            <a:off x="3086100" y="5676900"/>
            <a:ext cx="1066800" cy="5334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0E9F5C"/>
            </a:solidFill>
          </a:ln>
        </p:spPr>
      </p:sp>
      <p:sp>
        <p:nvSpPr>
          <p:cNvPr id="101" name="">
            <a:extLst xmlns:a="http://schemas.openxmlformats.org/drawingml/2006/main">
              <a:ext uri="{FF2B5EF4-FFF2-40B4-BE49-F238E27FC236}">
                <a16:creationId xmlns:a16="http://schemas.microsoft.com/office/drawing/2014/main" id="{EE3F2A8C-3D70-45F1-9B9A-AD75DA532358}"/>
              </a:ext>
            </a:extLst>
          </p:cNvPr>
          <p:cNvSpPr>
            <a:spLocks xmlns:a="http://schemas.openxmlformats.org/drawingml/2006/main" noGrp="1"/>
          </p:cNvSpPr>
          <p:nvPr/>
        </p:nvSpPr>
        <p:spPr>
          <a:xfrm xmlns:a="http://schemas.openxmlformats.org/drawingml/2006/main">
            <a:off x="3162300" y="5743575"/>
            <a:ext cx="914400" cy="1238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60" b="1">
                <a:solidFill>
                  <a:srgbClr val="0E9F5C"/>
                </a:solidFill>
                <a:latin typeface="Microsoft YaHei"/>
                <a:ea typeface="Microsoft YaHei"/>
                <a:cs typeface="Microsoft YaHei"/>
              </a:defRPr>
            </a:pPr>
            <a:r>
              <a:rPr sz="660" b="1">
                <a:solidFill>
                  <a:srgbClr val="0E9F5C"/>
                </a:solidFill>
                <a:latin typeface="Microsoft YaHei"/>
                <a:ea typeface="Microsoft YaHei"/>
                <a:cs typeface="Microsoft YaHei"/>
              </a:rPr>
              <a:t>tests/</a:t>
            </a:r>
          </a:p>
        </p:txBody>
      </p:sp>
      <p:sp>
        <p:nvSpPr>
          <p:cNvPr id="102" name="">
            <a:extLst xmlns:a="http://schemas.openxmlformats.org/drawingml/2006/main">
              <a:ext uri="{FF2B5EF4-FFF2-40B4-BE49-F238E27FC236}">
                <a16:creationId xmlns:a16="http://schemas.microsoft.com/office/drawing/2014/main" id="{D7A93EB2-0CDE-4881-83BC-22961701B6F5}"/>
              </a:ext>
            </a:extLst>
          </p:cNvPr>
          <p:cNvSpPr>
            <a:spLocks xmlns:a="http://schemas.openxmlformats.org/drawingml/2006/main" noGrp="1"/>
          </p:cNvSpPr>
          <p:nvPr/>
        </p:nvSpPr>
        <p:spPr>
          <a:xfrm xmlns:a="http://schemas.openxmlformats.org/drawingml/2006/main">
            <a:off x="3162300" y="5905500"/>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0">
                <a:solidFill>
                  <a:srgbClr val="102033"/>
                </a:solidFill>
                <a:latin typeface="Microsoft YaHei"/>
                <a:ea typeface="Microsoft YaHei"/>
                <a:cs typeface="Microsoft YaHei"/>
              </a:defRPr>
            </a:pPr>
            <a:r>
              <a:rPr sz="630" b="0">
                <a:solidFill>
                  <a:srgbClr val="102033"/>
                </a:solidFill>
                <a:latin typeface="Microsoft YaHei"/>
                <a:ea typeface="Microsoft YaHei"/>
                <a:cs typeface="Microsoft YaHei"/>
              </a:rPr>
              <a:t>7 个文件</a:t>
            </a:r>
          </a:p>
        </p:txBody>
      </p:sp>
      <p:sp>
        <p:nvSpPr>
          <p:cNvPr id="103" name="">
            <a:extLst xmlns:a="http://schemas.openxmlformats.org/drawingml/2006/main">
              <a:ext uri="{FF2B5EF4-FFF2-40B4-BE49-F238E27FC236}">
                <a16:creationId xmlns:a16="http://schemas.microsoft.com/office/drawing/2014/main" id="{8A27C79D-3339-4C51-AE10-9637378050FC}"/>
              </a:ext>
            </a:extLst>
          </p:cNvPr>
          <p:cNvSpPr>
            <a:spLocks xmlns:a="http://schemas.openxmlformats.org/drawingml/2006/main" noGrp="1"/>
          </p:cNvSpPr>
          <p:nvPr/>
        </p:nvSpPr>
        <p:spPr>
          <a:xfrm xmlns:a="http://schemas.openxmlformats.org/drawingml/2006/main">
            <a:off x="3162300" y="6048375"/>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1">
                <a:solidFill>
                  <a:srgbClr val="061A46"/>
                </a:solidFill>
                <a:latin typeface="Microsoft YaHei"/>
                <a:ea typeface="Microsoft YaHei"/>
                <a:cs typeface="Microsoft YaHei"/>
              </a:defRPr>
            </a:pPr>
            <a:r>
              <a:rPr sz="630" b="1">
                <a:solidFill>
                  <a:srgbClr val="061A46"/>
                </a:solidFill>
                <a:latin typeface="Microsoft YaHei"/>
                <a:ea typeface="Microsoft YaHei"/>
                <a:cs typeface="Microsoft YaHei"/>
              </a:rPr>
              <a:t>2,609 行</a:t>
            </a:r>
          </a:p>
        </p:txBody>
      </p:sp>
      <p:sp>
        <p:nvSpPr>
          <p:cNvPr id="104" name="">
            <a:extLst xmlns:a="http://schemas.openxmlformats.org/drawingml/2006/main">
              <a:ext uri="{FF2B5EF4-FFF2-40B4-BE49-F238E27FC236}">
                <a16:creationId xmlns:a16="http://schemas.microsoft.com/office/drawing/2014/main" id="{19B06346-6F70-4E46-99F9-252F91465296}"/>
              </a:ext>
            </a:extLst>
          </p:cNvPr>
          <p:cNvSpPr>
            <a:spLocks xmlns:a="http://schemas.openxmlformats.org/drawingml/2006/main" noGrp="1"/>
          </p:cNvSpPr>
          <p:nvPr/>
        </p:nvSpPr>
        <p:spPr>
          <a:xfrm xmlns:a="http://schemas.openxmlformats.org/drawingml/2006/main">
            <a:off x="4352925" y="5676900"/>
            <a:ext cx="1066800" cy="5334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1430">
            <a:solidFill>
              <a:srgbClr val="6B49C8"/>
            </a:solidFill>
          </a:ln>
        </p:spPr>
      </p:sp>
      <p:sp>
        <p:nvSpPr>
          <p:cNvPr id="105" name="">
            <a:extLst xmlns:a="http://schemas.openxmlformats.org/drawingml/2006/main">
              <a:ext uri="{FF2B5EF4-FFF2-40B4-BE49-F238E27FC236}">
                <a16:creationId xmlns:a16="http://schemas.microsoft.com/office/drawing/2014/main" id="{AA4338FB-DE2A-4305-8C77-A0CEA3168A5C}"/>
              </a:ext>
            </a:extLst>
          </p:cNvPr>
          <p:cNvSpPr>
            <a:spLocks xmlns:a="http://schemas.openxmlformats.org/drawingml/2006/main" noGrp="1"/>
          </p:cNvSpPr>
          <p:nvPr/>
        </p:nvSpPr>
        <p:spPr>
          <a:xfrm xmlns:a="http://schemas.openxmlformats.org/drawingml/2006/main">
            <a:off x="4429125" y="5743575"/>
            <a:ext cx="914400" cy="1238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60" b="1">
                <a:solidFill>
                  <a:srgbClr val="6B49C8"/>
                </a:solidFill>
                <a:latin typeface="Microsoft YaHei"/>
                <a:ea typeface="Microsoft YaHei"/>
                <a:cs typeface="Microsoft YaHei"/>
              </a:defRPr>
            </a:pPr>
            <a:r>
              <a:rPr sz="660" b="1">
                <a:solidFill>
                  <a:srgbClr val="6B49C8"/>
                </a:solidFill>
                <a:latin typeface="Microsoft YaHei"/>
                <a:ea typeface="Microsoft YaHei"/>
                <a:cs typeface="Microsoft YaHei"/>
              </a:rPr>
              <a:t>schemas/</a:t>
            </a:r>
          </a:p>
        </p:txBody>
      </p:sp>
      <p:sp>
        <p:nvSpPr>
          <p:cNvPr id="106" name="">
            <a:extLst xmlns:a="http://schemas.openxmlformats.org/drawingml/2006/main">
              <a:ext uri="{FF2B5EF4-FFF2-40B4-BE49-F238E27FC236}">
                <a16:creationId xmlns:a16="http://schemas.microsoft.com/office/drawing/2014/main" id="{9AEBBB2F-6845-4805-877D-AC5CA0A4D960}"/>
              </a:ext>
            </a:extLst>
          </p:cNvPr>
          <p:cNvSpPr>
            <a:spLocks xmlns:a="http://schemas.openxmlformats.org/drawingml/2006/main" noGrp="1"/>
          </p:cNvSpPr>
          <p:nvPr/>
        </p:nvSpPr>
        <p:spPr>
          <a:xfrm xmlns:a="http://schemas.openxmlformats.org/drawingml/2006/main">
            <a:off x="4429125" y="5905500"/>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0">
                <a:solidFill>
                  <a:srgbClr val="102033"/>
                </a:solidFill>
                <a:latin typeface="Microsoft YaHei"/>
                <a:ea typeface="Microsoft YaHei"/>
                <a:cs typeface="Microsoft YaHei"/>
              </a:defRPr>
            </a:pPr>
            <a:r>
              <a:rPr sz="630" b="0">
                <a:solidFill>
                  <a:srgbClr val="102033"/>
                </a:solidFill>
                <a:latin typeface="Microsoft YaHei"/>
                <a:ea typeface="Microsoft YaHei"/>
                <a:cs typeface="Microsoft YaHei"/>
              </a:rPr>
              <a:t>14 个文件</a:t>
            </a:r>
          </a:p>
        </p:txBody>
      </p:sp>
      <p:sp>
        <p:nvSpPr>
          <p:cNvPr id="107" name="">
            <a:extLst xmlns:a="http://schemas.openxmlformats.org/drawingml/2006/main">
              <a:ext uri="{FF2B5EF4-FFF2-40B4-BE49-F238E27FC236}">
                <a16:creationId xmlns:a16="http://schemas.microsoft.com/office/drawing/2014/main" id="{6DDAEB7E-40D5-49C8-9083-091121BDFE23}"/>
              </a:ext>
            </a:extLst>
          </p:cNvPr>
          <p:cNvSpPr>
            <a:spLocks xmlns:a="http://schemas.openxmlformats.org/drawingml/2006/main" noGrp="1"/>
          </p:cNvSpPr>
          <p:nvPr/>
        </p:nvSpPr>
        <p:spPr>
          <a:xfrm xmlns:a="http://schemas.openxmlformats.org/drawingml/2006/main">
            <a:off x="4429125" y="6048375"/>
            <a:ext cx="914400" cy="1143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630" b="1">
                <a:solidFill>
                  <a:srgbClr val="061A46"/>
                </a:solidFill>
                <a:latin typeface="Microsoft YaHei"/>
                <a:ea typeface="Microsoft YaHei"/>
                <a:cs typeface="Microsoft YaHei"/>
              </a:defRPr>
            </a:pPr>
            <a:r>
              <a:rPr sz="630" b="1">
                <a:solidFill>
                  <a:srgbClr val="061A46"/>
                </a:solidFill>
                <a:latin typeface="Microsoft YaHei"/>
                <a:ea typeface="Microsoft YaHei"/>
                <a:cs typeface="Microsoft YaHei"/>
              </a:rPr>
              <a:t>955 行</a:t>
            </a:r>
          </a:p>
        </p:txBody>
      </p:sp>
    </p:spTree>
    <p:extLst>
      <p:ext uri="{BB962C8B-B14F-4D97-AF65-F5344CB8AC3E}">
        <p14:creationId xmlns:p14="http://schemas.microsoft.com/office/powerpoint/2010/main" val="139116584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9763c60df074b7f"/>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99e6542464a04628"/>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57ADE3C2-9E29-99FB-2580-74F965687DD2}"/>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08A241A-E4DA-4690-4404-4EC38B99476A}"/>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62782B2A-975E-BE0D-B6E8-7B77F6E8AFFC}"/>
              </a:ext>
            </a:extLst>
          </p:cNvPr>
          <p:cNvSpPr>
            <a:spLocks xmlns:a="http://schemas.openxmlformats.org/drawingml/2006/main" noGrp="1"/>
          </p:cNvSpPr>
          <p:nvPr/>
        </p:nvSpPr>
        <p:spPr>
          <a:xfrm xmlns:a="http://schemas.openxmlformats.org/drawingml/2006/main">
            <a:off x="841248" y="329184"/>
            <a:ext cx="6548331"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2</a:t>
            </a:r>
            <a:r>
              <a:rPr sz="2220" b="1">
                <a:solidFill>
                  <a:srgbClr val="2F68EF"/>
                </a:solidFill>
                <a:latin typeface="Microsoft YaHei"/>
                <a:ea typeface="Microsoft YaHei"/>
                <a:cs typeface="Microsoft YaHei"/>
              </a:rPr>
              <a:t> 数据规模与稳定性：按累计样本量呈现方法效果</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a957353716c94e92"/>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3D1A7262-DED6-84BC-1A0C-8F9D3F68566B}"/>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0A1072AF-4CD4-CD03-AA86-4474E125EBD9}"/>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7B93F832-825D-50A5-A0A3-07E7ACC83756}"/>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85" name="Rounded Rectangle 11">
            <a:extLst xmlns:a="http://schemas.openxmlformats.org/drawingml/2006/main">
              <a:ext uri="{FF2B5EF4-FFF2-40B4-BE49-F238E27FC236}">
                <a16:creationId xmlns:a16="http://schemas.microsoft.com/office/drawing/2014/main" id="{D6C274C6-3C29-1E54-A875-8E4B48BE6382}"/>
              </a:ext>
            </a:extLst>
          </p:cNvPr>
          <p:cNvSpPr>
            <a:spLocks xmlns:a="http://schemas.openxmlformats.org/drawingml/2006/main" noGrp="1"/>
          </p:cNvSpPr>
          <p:nvPr/>
        </p:nvSpPr>
        <p:spPr>
          <a:xfrm xmlns:a="http://schemas.openxmlformats.org/drawingml/2006/main">
            <a:off x="438912" y="932688"/>
            <a:ext cx="11320272" cy="5321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8DB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ounded Rectangle 12">
            <a:extLst xmlns:a="http://schemas.openxmlformats.org/drawingml/2006/main">
              <a:ext uri="{FF2B5EF4-FFF2-40B4-BE49-F238E27FC236}">
                <a16:creationId xmlns:a16="http://schemas.microsoft.com/office/drawing/2014/main" id="{C52D7186-B92A-42BA-AA34-46D60A6AEC79}"/>
              </a:ext>
            </a:extLst>
          </p:cNvPr>
          <p:cNvSpPr>
            <a:spLocks xmlns:a="http://schemas.openxmlformats.org/drawingml/2006/main" noGrp="1"/>
          </p:cNvSpPr>
          <p:nvPr/>
        </p:nvSpPr>
        <p:spPr>
          <a:xfrm xmlns:a="http://schemas.openxmlformats.org/drawingml/2006/main">
            <a:off x="713232"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13">
            <a:extLst xmlns:a="http://schemas.openxmlformats.org/drawingml/2006/main">
              <a:ext uri="{FF2B5EF4-FFF2-40B4-BE49-F238E27FC236}">
                <a16:creationId xmlns:a16="http://schemas.microsoft.com/office/drawing/2014/main" id="{E5E28933-A6E6-A9B2-0BBC-07AD3F8CB9C0}"/>
              </a:ext>
            </a:extLst>
          </p:cNvPr>
          <p:cNvSpPr>
            <a:spLocks xmlns:a="http://schemas.openxmlformats.org/drawingml/2006/main" noGrp="1"/>
          </p:cNvSpPr>
          <p:nvPr/>
        </p:nvSpPr>
        <p:spPr>
          <a:xfrm xmlns:a="http://schemas.openxmlformats.org/drawingml/2006/main">
            <a:off x="786384"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0B63CE"/>
                </a:solidFill>
                <a:latin typeface="Microsoft YaHei"/>
                <a:ea typeface="Microsoft YaHei"/>
                <a:cs typeface="Microsoft YaHei"/>
              </a:rPr>
              <a:t>563</a:t>
            </a:r>
          </a:p>
        </p:txBody>
      </p:sp>
      <p:sp>
        <p:nvSpPr>
          <p:cNvPr id="88" name="Rectangle 14">
            <a:extLst xmlns:a="http://schemas.openxmlformats.org/drawingml/2006/main">
              <a:ext uri="{FF2B5EF4-FFF2-40B4-BE49-F238E27FC236}">
                <a16:creationId xmlns:a16="http://schemas.microsoft.com/office/drawing/2014/main" id="{EF3753AA-9546-40A9-545B-38C23D4E5B10}"/>
              </a:ext>
            </a:extLst>
          </p:cNvPr>
          <p:cNvSpPr>
            <a:spLocks xmlns:a="http://schemas.openxmlformats.org/drawingml/2006/main" noGrp="1"/>
          </p:cNvSpPr>
          <p:nvPr/>
        </p:nvSpPr>
        <p:spPr>
          <a:xfrm xmlns:a="http://schemas.openxmlformats.org/drawingml/2006/main">
            <a:off x="786384"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冻结样本</a:t>
            </a:r>
          </a:p>
        </p:txBody>
      </p:sp>
      <p:sp>
        <p:nvSpPr>
          <p:cNvPr id="89" name="Rounded Rectangle 15">
            <a:extLst xmlns:a="http://schemas.openxmlformats.org/drawingml/2006/main">
              <a:ext uri="{FF2B5EF4-FFF2-40B4-BE49-F238E27FC236}">
                <a16:creationId xmlns:a16="http://schemas.microsoft.com/office/drawing/2014/main" id="{61251E37-4890-D6FC-100B-51D0CBFB42BD}"/>
              </a:ext>
            </a:extLst>
          </p:cNvPr>
          <p:cNvSpPr>
            <a:spLocks xmlns:a="http://schemas.openxmlformats.org/drawingml/2006/main" noGrp="1"/>
          </p:cNvSpPr>
          <p:nvPr/>
        </p:nvSpPr>
        <p:spPr>
          <a:xfrm xmlns:a="http://schemas.openxmlformats.org/drawingml/2006/main">
            <a:off x="2194560"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16">
            <a:extLst xmlns:a="http://schemas.openxmlformats.org/drawingml/2006/main">
              <a:ext uri="{FF2B5EF4-FFF2-40B4-BE49-F238E27FC236}">
                <a16:creationId xmlns:a16="http://schemas.microsoft.com/office/drawing/2014/main" id="{11033104-ABAF-40F8-7FF9-A16A0E0271E2}"/>
              </a:ext>
            </a:extLst>
          </p:cNvPr>
          <p:cNvSpPr>
            <a:spLocks xmlns:a="http://schemas.openxmlformats.org/drawingml/2006/main" noGrp="1"/>
          </p:cNvSpPr>
          <p:nvPr/>
        </p:nvSpPr>
        <p:spPr>
          <a:xfrm xmlns:a="http://schemas.openxmlformats.org/drawingml/2006/main">
            <a:off x="2267712"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16A35C"/>
                </a:solidFill>
                <a:latin typeface="Microsoft YaHei"/>
                <a:ea typeface="Microsoft YaHei"/>
                <a:cs typeface="Microsoft YaHei"/>
              </a:rPr>
              <a:t>450</a:t>
            </a:r>
          </a:p>
        </p:txBody>
      </p:sp>
      <p:sp>
        <p:nvSpPr>
          <p:cNvPr id="91" name="Rectangle 17">
            <a:extLst xmlns:a="http://schemas.openxmlformats.org/drawingml/2006/main">
              <a:ext uri="{FF2B5EF4-FFF2-40B4-BE49-F238E27FC236}">
                <a16:creationId xmlns:a16="http://schemas.microsoft.com/office/drawing/2014/main" id="{D62BD5E0-B6F9-1F0F-FF9D-86EEF8C0FFCE}"/>
              </a:ext>
            </a:extLst>
          </p:cNvPr>
          <p:cNvSpPr>
            <a:spLocks xmlns:a="http://schemas.openxmlformats.org/drawingml/2006/main" noGrp="1"/>
          </p:cNvSpPr>
          <p:nvPr/>
        </p:nvSpPr>
        <p:spPr>
          <a:xfrm xmlns:a="http://schemas.openxmlformats.org/drawingml/2006/main">
            <a:off x="2267712"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train</a:t>
            </a:r>
          </a:p>
        </p:txBody>
      </p:sp>
      <p:sp>
        <p:nvSpPr>
          <p:cNvPr id="92" name="Rounded Rectangle 18">
            <a:extLst xmlns:a="http://schemas.openxmlformats.org/drawingml/2006/main">
              <a:ext uri="{FF2B5EF4-FFF2-40B4-BE49-F238E27FC236}">
                <a16:creationId xmlns:a16="http://schemas.microsoft.com/office/drawing/2014/main" id="{4F24C221-EBEE-D565-DCAC-06B30383B73D}"/>
              </a:ext>
            </a:extLst>
          </p:cNvPr>
          <p:cNvSpPr>
            <a:spLocks xmlns:a="http://schemas.openxmlformats.org/drawingml/2006/main" noGrp="1"/>
          </p:cNvSpPr>
          <p:nvPr/>
        </p:nvSpPr>
        <p:spPr>
          <a:xfrm xmlns:a="http://schemas.openxmlformats.org/drawingml/2006/main">
            <a:off x="3675888"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F59E0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19">
            <a:extLst xmlns:a="http://schemas.openxmlformats.org/drawingml/2006/main">
              <a:ext uri="{FF2B5EF4-FFF2-40B4-BE49-F238E27FC236}">
                <a16:creationId xmlns:a16="http://schemas.microsoft.com/office/drawing/2014/main" id="{671C6D73-5529-86C7-C641-AE0974A5057E}"/>
              </a:ext>
            </a:extLst>
          </p:cNvPr>
          <p:cNvSpPr>
            <a:spLocks xmlns:a="http://schemas.openxmlformats.org/drawingml/2006/main" noGrp="1"/>
          </p:cNvSpPr>
          <p:nvPr/>
        </p:nvSpPr>
        <p:spPr>
          <a:xfrm xmlns:a="http://schemas.openxmlformats.org/drawingml/2006/main">
            <a:off x="3749040"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F59E0B"/>
                </a:solidFill>
                <a:latin typeface="Microsoft YaHei"/>
                <a:ea typeface="Microsoft YaHei"/>
                <a:cs typeface="Microsoft YaHei"/>
              </a:rPr>
              <a:t>113</a:t>
            </a:r>
          </a:p>
        </p:txBody>
      </p:sp>
      <p:sp>
        <p:nvSpPr>
          <p:cNvPr id="94" name="Rectangle 20">
            <a:extLst xmlns:a="http://schemas.openxmlformats.org/drawingml/2006/main">
              <a:ext uri="{FF2B5EF4-FFF2-40B4-BE49-F238E27FC236}">
                <a16:creationId xmlns:a16="http://schemas.microsoft.com/office/drawing/2014/main" id="{B9B1201C-EDB4-E7A2-9C9A-5EA859E2D4EA}"/>
              </a:ext>
            </a:extLst>
          </p:cNvPr>
          <p:cNvSpPr>
            <a:spLocks xmlns:a="http://schemas.openxmlformats.org/drawingml/2006/main" noGrp="1"/>
          </p:cNvSpPr>
          <p:nvPr/>
        </p:nvSpPr>
        <p:spPr>
          <a:xfrm xmlns:a="http://schemas.openxmlformats.org/drawingml/2006/main">
            <a:off x="3749040"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test</a:t>
            </a:r>
          </a:p>
        </p:txBody>
      </p:sp>
      <p:sp>
        <p:nvSpPr>
          <p:cNvPr id="95" name="Rounded Rectangle 21">
            <a:extLst xmlns:a="http://schemas.openxmlformats.org/drawingml/2006/main">
              <a:ext uri="{FF2B5EF4-FFF2-40B4-BE49-F238E27FC236}">
                <a16:creationId xmlns:a16="http://schemas.microsoft.com/office/drawing/2014/main" id="{89097B7A-27FD-35C8-E624-496A9AB2136A}"/>
              </a:ext>
            </a:extLst>
          </p:cNvPr>
          <p:cNvSpPr>
            <a:spLocks xmlns:a="http://schemas.openxmlformats.org/drawingml/2006/main" noGrp="1"/>
          </p:cNvSpPr>
          <p:nvPr/>
        </p:nvSpPr>
        <p:spPr>
          <a:xfrm xmlns:a="http://schemas.openxmlformats.org/drawingml/2006/main">
            <a:off x="5157216" y="1170432"/>
            <a:ext cx="1234440" cy="62179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22">
            <a:extLst xmlns:a="http://schemas.openxmlformats.org/drawingml/2006/main">
              <a:ext uri="{FF2B5EF4-FFF2-40B4-BE49-F238E27FC236}">
                <a16:creationId xmlns:a16="http://schemas.microsoft.com/office/drawing/2014/main" id="{2B39ED0E-C0E2-4D29-DCA9-225256DA5516}"/>
              </a:ext>
            </a:extLst>
          </p:cNvPr>
          <p:cNvSpPr>
            <a:spLocks xmlns:a="http://schemas.openxmlformats.org/drawingml/2006/main" noGrp="1"/>
          </p:cNvSpPr>
          <p:nvPr/>
        </p:nvSpPr>
        <p:spPr>
          <a:xfrm xmlns:a="http://schemas.openxmlformats.org/drawingml/2006/main">
            <a:off x="5230368" y="1280160"/>
            <a:ext cx="1060704" cy="182880"/>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b="1">
                <a:solidFill>
                  <a:srgbClr val="B93232"/>
                </a:solidFill>
                <a:latin typeface="Microsoft YaHei"/>
                <a:ea typeface="Microsoft YaHei"/>
                <a:cs typeface="Microsoft YaHei"/>
              </a:rPr>
              <a:t>0.929</a:t>
            </a:r>
          </a:p>
        </p:txBody>
      </p:sp>
      <p:sp>
        <p:nvSpPr>
          <p:cNvPr id="97" name="Rectangle 23">
            <a:extLst xmlns:a="http://schemas.openxmlformats.org/drawingml/2006/main">
              <a:ext uri="{FF2B5EF4-FFF2-40B4-BE49-F238E27FC236}">
                <a16:creationId xmlns:a16="http://schemas.microsoft.com/office/drawing/2014/main" id="{EEF9A79F-F0F4-BF3D-D5E5-75D23E2FDB3D}"/>
              </a:ext>
            </a:extLst>
          </p:cNvPr>
          <p:cNvSpPr>
            <a:spLocks xmlns:a="http://schemas.openxmlformats.org/drawingml/2006/main" noGrp="1"/>
          </p:cNvSpPr>
          <p:nvPr/>
        </p:nvSpPr>
        <p:spPr>
          <a:xfrm xmlns:a="http://schemas.openxmlformats.org/drawingml/2006/main">
            <a:off x="5230368" y="1536192"/>
            <a:ext cx="1060704" cy="109728"/>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800" b="0">
                <a:solidFill>
                  <a:srgbClr val="53657A"/>
                </a:solidFill>
                <a:latin typeface="Microsoft YaHei"/>
                <a:ea typeface="Microsoft YaHei"/>
                <a:cs typeface="Microsoft YaHei"/>
              </a:rPr>
              <a:t>测试侧扩展配置终值</a:t>
            </a:r>
          </a:p>
        </p:txBody>
      </p:sp>
      <p:sp>
        <p:nvSpPr>
          <p:cNvPr id="98" name="Rounded Rectangle 24">
            <a:extLst xmlns:a="http://schemas.openxmlformats.org/drawingml/2006/main">
              <a:ext uri="{FF2B5EF4-FFF2-40B4-BE49-F238E27FC236}">
                <a16:creationId xmlns:a16="http://schemas.microsoft.com/office/drawing/2014/main" id="{32E9CDF2-3957-293B-F890-12B5292AC627}"/>
              </a:ext>
            </a:extLst>
          </p:cNvPr>
          <p:cNvSpPr>
            <a:spLocks xmlns:a="http://schemas.openxmlformats.org/drawingml/2006/main" noGrp="1"/>
          </p:cNvSpPr>
          <p:nvPr/>
        </p:nvSpPr>
        <p:spPr>
          <a:xfrm xmlns:a="http://schemas.openxmlformats.org/drawingml/2006/main">
            <a:off x="676656" y="1975104"/>
            <a:ext cx="7498079" cy="34015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9E8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99" name="Picture 25"/>
          <p:cNvPicPr>
            <a:picLocks xmlns:a="http://schemas.openxmlformats.org/drawingml/2006/main" noChangeAspect="1"/>
          </p:cNvPicPr>
          <p:nvPr/>
        </p:nvPicPr>
        <p:blipFill>
          <a:blip xmlns:r="http://schemas.openxmlformats.org/officeDocument/2006/relationships" xmlns:a="http://schemas.openxmlformats.org/drawingml/2006/main" r:embed="Rc9ae784fd9e64b87"/>
          <a:stretch xmlns:a="http://schemas.openxmlformats.org/drawingml/2006/main">
            <a:fillRect l="0" t="0" r="0" b="0"/>
          </a:stretch>
        </p:blipFill>
        <p:spPr>
          <a:xfrm xmlns:a="http://schemas.openxmlformats.org/drawingml/2006/main">
            <a:off x="1064642" y="2130552"/>
            <a:ext cx="6722106" cy="3072384"/>
          </a:xfrm>
          <a:prstGeom xmlns:a="http://schemas.openxmlformats.org/drawingml/2006/main" prst="rect">
            <a:avLst/>
          </a:prstGeom>
        </p:spPr>
      </p:pic>
      <p:sp>
        <p:nvSpPr>
          <p:cNvPr id="100" name="Rounded Rectangle 26">
            <a:extLst xmlns:a="http://schemas.openxmlformats.org/drawingml/2006/main">
              <a:ext uri="{FF2B5EF4-FFF2-40B4-BE49-F238E27FC236}">
                <a16:creationId xmlns:a16="http://schemas.microsoft.com/office/drawing/2014/main" id="{70C50592-A4F2-2DEB-CCF7-1A7D87886251}"/>
              </a:ext>
            </a:extLst>
          </p:cNvPr>
          <p:cNvSpPr>
            <a:spLocks xmlns:a="http://schemas.openxmlformats.org/drawingml/2006/main" noGrp="1"/>
          </p:cNvSpPr>
          <p:nvPr/>
        </p:nvSpPr>
        <p:spPr>
          <a:xfrm xmlns:a="http://schemas.openxmlformats.org/drawingml/2006/main">
            <a:off x="8412480" y="201168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B63C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27">
            <a:extLst xmlns:a="http://schemas.openxmlformats.org/drawingml/2006/main">
              <a:ext uri="{FF2B5EF4-FFF2-40B4-BE49-F238E27FC236}">
                <a16:creationId xmlns:a16="http://schemas.microsoft.com/office/drawing/2014/main" id="{FFB73D41-324C-5A59-4D6C-97807FA8A12F}"/>
              </a:ext>
            </a:extLst>
          </p:cNvPr>
          <p:cNvSpPr>
            <a:spLocks xmlns:a="http://schemas.openxmlformats.org/drawingml/2006/main" noGrp="1"/>
          </p:cNvSpPr>
          <p:nvPr/>
        </p:nvSpPr>
        <p:spPr>
          <a:xfrm xmlns:a="http://schemas.openxmlformats.org/drawingml/2006/main">
            <a:off x="8558784" y="226771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0B63CE"/>
                </a:solidFill>
                <a:latin typeface="Microsoft YaHei"/>
                <a:ea typeface="Microsoft YaHei"/>
                <a:cs typeface="Microsoft YaHei"/>
              </a:rPr>
              <a:t>01</a:t>
            </a:r>
          </a:p>
        </p:txBody>
      </p:sp>
      <p:sp>
        <p:nvSpPr>
          <p:cNvPr id="102" name="Rectangle 28">
            <a:extLst xmlns:a="http://schemas.openxmlformats.org/drawingml/2006/main">
              <a:ext uri="{FF2B5EF4-FFF2-40B4-BE49-F238E27FC236}">
                <a16:creationId xmlns:a16="http://schemas.microsoft.com/office/drawing/2014/main" id="{ED16B0EE-6B58-7F7E-D77B-79744969DDE9}"/>
              </a:ext>
            </a:extLst>
          </p:cNvPr>
          <p:cNvSpPr>
            <a:spLocks xmlns:a="http://schemas.openxmlformats.org/drawingml/2006/main" noGrp="1"/>
          </p:cNvSpPr>
          <p:nvPr/>
        </p:nvSpPr>
        <p:spPr>
          <a:xfrm xmlns:a="http://schemas.openxmlformats.org/drawingml/2006/main">
            <a:off x="9015984" y="217627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0B63CE"/>
                </a:solidFill>
                <a:latin typeface="Microsoft YaHei"/>
                <a:ea typeface="Microsoft YaHei"/>
                <a:cs typeface="Microsoft YaHei"/>
              </a:rPr>
              <a:t>样本扩大</a:t>
            </a:r>
          </a:p>
        </p:txBody>
      </p:sp>
      <p:sp>
        <p:nvSpPr>
          <p:cNvPr id="103" name="Rectangle 29">
            <a:extLst xmlns:a="http://schemas.openxmlformats.org/drawingml/2006/main">
              <a:ext uri="{FF2B5EF4-FFF2-40B4-BE49-F238E27FC236}">
                <a16:creationId xmlns:a16="http://schemas.microsoft.com/office/drawing/2014/main" id="{C4C2BE35-FD96-ACBC-2D4F-7FDDAB742B19}"/>
              </a:ext>
            </a:extLst>
          </p:cNvPr>
          <p:cNvSpPr>
            <a:spLocks xmlns:a="http://schemas.openxmlformats.org/drawingml/2006/main" noGrp="1"/>
          </p:cNvSpPr>
          <p:nvPr/>
        </p:nvSpPr>
        <p:spPr>
          <a:xfrm xmlns:a="http://schemas.openxmlformats.org/drawingml/2006/main">
            <a:off x="9015984" y="243230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从小样本扩展到 563 条冻结样本，训练/测试分开统计。</a:t>
            </a:r>
          </a:p>
        </p:txBody>
      </p:sp>
      <p:sp>
        <p:nvSpPr>
          <p:cNvPr id="104" name="Rounded Rectangle 30">
            <a:extLst xmlns:a="http://schemas.openxmlformats.org/drawingml/2006/main">
              <a:ext uri="{FF2B5EF4-FFF2-40B4-BE49-F238E27FC236}">
                <a16:creationId xmlns:a16="http://schemas.microsoft.com/office/drawing/2014/main" id="{A14D9440-014C-4AD0-635B-85973667CB9E}"/>
              </a:ext>
            </a:extLst>
          </p:cNvPr>
          <p:cNvSpPr>
            <a:spLocks xmlns:a="http://schemas.openxmlformats.org/drawingml/2006/main" noGrp="1"/>
          </p:cNvSpPr>
          <p:nvPr/>
        </p:nvSpPr>
        <p:spPr>
          <a:xfrm xmlns:a="http://schemas.openxmlformats.org/drawingml/2006/main">
            <a:off x="8412480" y="301752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6A3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31">
            <a:extLst xmlns:a="http://schemas.openxmlformats.org/drawingml/2006/main">
              <a:ext uri="{FF2B5EF4-FFF2-40B4-BE49-F238E27FC236}">
                <a16:creationId xmlns:a16="http://schemas.microsoft.com/office/drawing/2014/main" id="{5250913A-74BC-2AC4-5D8F-11E92293CCE5}"/>
              </a:ext>
            </a:extLst>
          </p:cNvPr>
          <p:cNvSpPr>
            <a:spLocks xmlns:a="http://schemas.openxmlformats.org/drawingml/2006/main" noGrp="1"/>
          </p:cNvSpPr>
          <p:nvPr/>
        </p:nvSpPr>
        <p:spPr>
          <a:xfrm xmlns:a="http://schemas.openxmlformats.org/drawingml/2006/main">
            <a:off x="8558784" y="327355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16A35C"/>
                </a:solidFill>
                <a:latin typeface="Microsoft YaHei"/>
                <a:ea typeface="Microsoft YaHei"/>
                <a:cs typeface="Microsoft YaHei"/>
              </a:rPr>
              <a:t>02</a:t>
            </a:r>
          </a:p>
        </p:txBody>
      </p:sp>
      <p:sp>
        <p:nvSpPr>
          <p:cNvPr id="106" name="Rectangle 32">
            <a:extLst xmlns:a="http://schemas.openxmlformats.org/drawingml/2006/main">
              <a:ext uri="{FF2B5EF4-FFF2-40B4-BE49-F238E27FC236}">
                <a16:creationId xmlns:a16="http://schemas.microsoft.com/office/drawing/2014/main" id="{27A7C87F-533D-FAA9-E798-ACBE6DA72C86}"/>
              </a:ext>
            </a:extLst>
          </p:cNvPr>
          <p:cNvSpPr>
            <a:spLocks xmlns:a="http://schemas.openxmlformats.org/drawingml/2006/main" noGrp="1"/>
          </p:cNvSpPr>
          <p:nvPr/>
        </p:nvSpPr>
        <p:spPr>
          <a:xfrm xmlns:a="http://schemas.openxmlformats.org/drawingml/2006/main">
            <a:off x="9015984" y="318211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16A35C"/>
                </a:solidFill>
                <a:latin typeface="Microsoft YaHei"/>
                <a:ea typeface="Microsoft YaHei"/>
                <a:cs typeface="Microsoft YaHei"/>
              </a:rPr>
              <a:t>排序稳定</a:t>
            </a:r>
          </a:p>
        </p:txBody>
      </p:sp>
      <p:sp>
        <p:nvSpPr>
          <p:cNvPr id="107" name="Rectangle 33">
            <a:extLst xmlns:a="http://schemas.openxmlformats.org/drawingml/2006/main">
              <a:ext uri="{FF2B5EF4-FFF2-40B4-BE49-F238E27FC236}">
                <a16:creationId xmlns:a16="http://schemas.microsoft.com/office/drawing/2014/main" id="{61561279-C267-D428-2A4D-090E7A01B7D9}"/>
              </a:ext>
            </a:extLst>
          </p:cNvPr>
          <p:cNvSpPr>
            <a:spLocks xmlns:a="http://schemas.openxmlformats.org/drawingml/2006/main" noGrp="1"/>
          </p:cNvSpPr>
          <p:nvPr/>
        </p:nvSpPr>
        <p:spPr>
          <a:xfrm xmlns:a="http://schemas.openxmlformats.org/drawingml/2006/main">
            <a:off x="9015984" y="343814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结构化语义路由、默认协作和扩展配置长期高于规则基线。</a:t>
            </a:r>
          </a:p>
        </p:txBody>
      </p:sp>
      <p:sp>
        <p:nvSpPr>
          <p:cNvPr id="108" name="Rounded Rectangle 34">
            <a:extLst xmlns:a="http://schemas.openxmlformats.org/drawingml/2006/main">
              <a:ext uri="{FF2B5EF4-FFF2-40B4-BE49-F238E27FC236}">
                <a16:creationId xmlns:a16="http://schemas.microsoft.com/office/drawing/2014/main" id="{D3EEEF30-4844-B0FC-BFDD-30F69C53E4B3}"/>
              </a:ext>
            </a:extLst>
          </p:cNvPr>
          <p:cNvSpPr>
            <a:spLocks xmlns:a="http://schemas.openxmlformats.org/drawingml/2006/main" noGrp="1"/>
          </p:cNvSpPr>
          <p:nvPr/>
        </p:nvSpPr>
        <p:spPr>
          <a:xfrm xmlns:a="http://schemas.openxmlformats.org/drawingml/2006/main">
            <a:off x="8412480" y="4023360"/>
            <a:ext cx="2971800" cy="7863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932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35">
            <a:extLst xmlns:a="http://schemas.openxmlformats.org/drawingml/2006/main">
              <a:ext uri="{FF2B5EF4-FFF2-40B4-BE49-F238E27FC236}">
                <a16:creationId xmlns:a16="http://schemas.microsoft.com/office/drawing/2014/main" id="{9D76917A-42CB-FC82-71EF-B9021834A2D0}"/>
              </a:ext>
            </a:extLst>
          </p:cNvPr>
          <p:cNvSpPr>
            <a:spLocks xmlns:a="http://schemas.openxmlformats.org/drawingml/2006/main" noGrp="1"/>
          </p:cNvSpPr>
          <p:nvPr/>
        </p:nvSpPr>
        <p:spPr>
          <a:xfrm xmlns:a="http://schemas.openxmlformats.org/drawingml/2006/main">
            <a:off x="8558784" y="4279392"/>
            <a:ext cx="347472" cy="146304"/>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ctr">
              <a:buNone/>
            </a:pPr>
            <a:r>
              <a:rPr sz="1050" b="1">
                <a:solidFill>
                  <a:srgbClr val="B93232"/>
                </a:solidFill>
                <a:latin typeface="Microsoft YaHei"/>
                <a:ea typeface="Microsoft YaHei"/>
                <a:cs typeface="Microsoft YaHei"/>
              </a:rPr>
              <a:t>03</a:t>
            </a:r>
          </a:p>
        </p:txBody>
      </p:sp>
      <p:sp>
        <p:nvSpPr>
          <p:cNvPr id="110" name="Rectangle 36">
            <a:extLst xmlns:a="http://schemas.openxmlformats.org/drawingml/2006/main">
              <a:ext uri="{FF2B5EF4-FFF2-40B4-BE49-F238E27FC236}">
                <a16:creationId xmlns:a16="http://schemas.microsoft.com/office/drawing/2014/main" id="{8FD86F71-3235-FB77-54BE-A755D8B53B9C}"/>
              </a:ext>
            </a:extLst>
          </p:cNvPr>
          <p:cNvSpPr>
            <a:spLocks xmlns:a="http://schemas.openxmlformats.org/drawingml/2006/main" noGrp="1"/>
          </p:cNvSpPr>
          <p:nvPr/>
        </p:nvSpPr>
        <p:spPr>
          <a:xfrm xmlns:a="http://schemas.openxmlformats.org/drawingml/2006/main">
            <a:off x="9015984" y="4187952"/>
            <a:ext cx="91440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100" b="1">
                <a:solidFill>
                  <a:srgbClr val="B93232"/>
                </a:solidFill>
                <a:latin typeface="Microsoft YaHei"/>
                <a:ea typeface="Microsoft YaHei"/>
                <a:cs typeface="Microsoft YaHei"/>
              </a:rPr>
              <a:t>测试终值</a:t>
            </a:r>
          </a:p>
        </p:txBody>
      </p:sp>
      <p:sp>
        <p:nvSpPr>
          <p:cNvPr id="111" name="Rectangle 37">
            <a:extLst xmlns:a="http://schemas.openxmlformats.org/drawingml/2006/main">
              <a:ext uri="{FF2B5EF4-FFF2-40B4-BE49-F238E27FC236}">
                <a16:creationId xmlns:a16="http://schemas.microsoft.com/office/drawing/2014/main" id="{C620E14F-10E4-DF68-6EAF-2A5C62F1B762}"/>
              </a:ext>
            </a:extLst>
          </p:cNvPr>
          <p:cNvSpPr>
            <a:spLocks xmlns:a="http://schemas.openxmlformats.org/drawingml/2006/main" noGrp="1"/>
          </p:cNvSpPr>
          <p:nvPr/>
        </p:nvSpPr>
        <p:spPr>
          <a:xfrm xmlns:a="http://schemas.openxmlformats.org/drawingml/2006/main">
            <a:off x="9015984" y="4443984"/>
            <a:ext cx="1993392" cy="164592"/>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sz="1000" b="0">
                <a:solidFill>
                  <a:srgbClr val="53657A"/>
                </a:solidFill>
                <a:latin typeface="Microsoft YaHei"/>
                <a:ea typeface="Microsoft YaHei"/>
                <a:cs typeface="Microsoft YaHei"/>
              </a:rPr>
              <a:t>测试侧扩展配置最终约</a:t>
            </a:r>
            <a:r>
              <a:rPr sz="1000" b="0">
                <a:solidFill>
                  <a:srgbClr val="53657A"/>
                </a:solidFill>
                <a:latin typeface="Microsoft YaHei"/>
                <a:ea typeface="Microsoft YaHei"/>
                <a:cs typeface="Microsoft YaHei"/>
              </a:rPr>
              <a:t> 0.929，默认协作约 0.885。</a:t>
            </a:r>
          </a:p>
        </p:txBody>
      </p:sp>
      <p:sp>
        <p:nvSpPr>
          <p:cNvPr id="112" name="Rounded Rectangle 38">
            <a:extLst xmlns:a="http://schemas.openxmlformats.org/drawingml/2006/main">
              <a:ext uri="{FF2B5EF4-FFF2-40B4-BE49-F238E27FC236}">
                <a16:creationId xmlns:a16="http://schemas.microsoft.com/office/drawing/2014/main" id="{0EE956BF-D4DB-E86F-FE19-D14E2C57E46C}"/>
              </a:ext>
            </a:extLst>
          </p:cNvPr>
          <p:cNvSpPr>
            <a:spLocks xmlns:a="http://schemas.openxmlformats.org/drawingml/2006/main" noGrp="1"/>
          </p:cNvSpPr>
          <p:nvPr/>
        </p:nvSpPr>
        <p:spPr>
          <a:xfrm xmlns:a="http://schemas.openxmlformats.org/drawingml/2006/main">
            <a:off x="731520" y="5614416"/>
            <a:ext cx="10716768" cy="347472"/>
          </a:xfrm>
          <a:prstGeom xmlns:a="http://schemas.openxmlformats.org/drawingml/2006/main" prst="roundRect">
            <a:avLst/>
          </a:prstGeom>
          <a:solidFill xmlns:a="http://schemas.openxmlformats.org/drawingml/2006/main">
            <a:srgbClr val="EAF3FF"/>
          </a:solidFill>
          <a:ln xmlns:a="http://schemas.openxmlformats.org/drawingml/2006/main" w="12700">
            <a:solidFill>
              <a:srgbClr val="8FBC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39">
            <a:extLst xmlns:a="http://schemas.openxmlformats.org/drawingml/2006/main">
              <a:ext uri="{FF2B5EF4-FFF2-40B4-BE49-F238E27FC236}">
                <a16:creationId xmlns:a16="http://schemas.microsoft.com/office/drawing/2014/main" id="{67C06580-9241-8874-0F07-81410FF031A5}"/>
              </a:ext>
            </a:extLst>
          </p:cNvPr>
          <p:cNvSpPr>
            <a:spLocks xmlns:a="http://schemas.openxmlformats.org/drawingml/2006/main" noGrp="1"/>
          </p:cNvSpPr>
          <p:nvPr/>
        </p:nvSpPr>
        <p:spPr>
          <a:xfrm xmlns:a="http://schemas.openxmlformats.org/drawingml/2006/main">
            <a:off x="950976" y="5696712"/>
            <a:ext cx="9875520" cy="128016"/>
          </a:xfrm>
          <a:prstGeom xmlns:a="http://schemas.openxmlformats.org/drawingml/2006/main" prst="rect">
            <a:avLst/>
          </a:prstGeom>
          <a:noFill xmlns:a="http://schemas.openxmlformats.org/drawingml/2006/main"/>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36576" tIns="18288" rIns="36576" bIns="18288" anchor="ctr"/>
          <a:lstStyle xmlns:a="http://schemas.openxmlformats.org/drawingml/2006/main"/>
          <a:p xmlns:a="http://schemas.openxmlformats.org/drawingml/2006/main">
            <a:pPr algn="l">
              <a:buNone/>
            </a:pPr>
            <a:r>
              <a:rPr b="1">
                <a:solidFill>
                  <a:srgbClr val="102033"/>
                </a:solidFill>
                <a:latin typeface="Microsoft YaHei"/>
                <a:ea typeface="Microsoft YaHei"/>
                <a:cs typeface="Microsoft YaHei"/>
              </a:rPr>
              <a:t>结论：随着样本池扩展，方法排序没有被新增复杂样本推翻，实验结论具备稳定性支撑</a:t>
            </a:r>
            <a:r>
              <a:rPr b="1">
                <a:solidFill>
                  <a:srgbClr val="102033"/>
                </a:solidFill>
                <a:latin typeface="Microsoft YaHei"/>
                <a:ea typeface="Microsoft YaHei"/>
                <a:cs typeface="Microsoft YaHei"/>
              </a:rPr>
              <a:t>。</a:t>
            </a:r>
          </a:p>
        </p:txBody>
      </p:sp>
    </p:spTree>
    <p:extLst>
      <p:ext uri="{BB962C8B-B14F-4D97-AF65-F5344CB8AC3E}">
        <p14:creationId xmlns:p14="http://schemas.microsoft.com/office/powerpoint/2010/main" val="72885342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3a85fa11d3849c4"/>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3e9f583cb7a84467"/>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C3416DC9-9438-A6D2-5426-D1004586D2A0}"/>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7F157B7-D1B2-8216-D9EA-AFE23043CCC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FA0C232-05E4-507E-231C-6D2F51FBD535}"/>
              </a:ext>
            </a:extLst>
          </p:cNvPr>
          <p:cNvSpPr>
            <a:spLocks xmlns:a="http://schemas.openxmlformats.org/drawingml/2006/main" noGrp="1"/>
          </p:cNvSpPr>
          <p:nvPr/>
        </p:nvSpPr>
        <p:spPr>
          <a:xfrm xmlns:a="http://schemas.openxmlformats.org/drawingml/2006/main">
            <a:off x="841248" y="329184"/>
            <a:ext cx="795256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 核心实验结果：结构化判别奠定基础，协作复核提高上限</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9971b49413584267"/>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C8C25D0-4947-D193-42F2-BD1A28B453E5}"/>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D43F8228-3F9D-28AF-C71C-D0BD441EEEA7}"/>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F6F16CDE-BB11-9B5E-384B-2346073319C6}"/>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5f522f46cebf4e14"/>
          <a:stretch xmlns:a="http://schemas.openxmlformats.org/drawingml/2006/main">
            <a:fillRect l="0" t="0" r="0" b="0"/>
          </a:stretch>
        </p:blipFill>
        <p:spPr>
          <a:xfrm xmlns:a="http://schemas.openxmlformats.org/drawingml/2006/main">
            <a:off x="1020088" y="1252728"/>
            <a:ext cx="10148776" cy="5001768"/>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A3E1D633-2DBF-3FBF-9334-829C575D2BE5}"/>
              </a:ext>
            </a:extLst>
          </p:cNvPr>
          <p:cNvSpPr>
            <a:spLocks xmlns:a="http://schemas.openxmlformats.org/drawingml/2006/main" noGrp="1"/>
          </p:cNvSpPr>
          <p:nvPr/>
        </p:nvSpPr>
        <p:spPr>
          <a:xfrm xmlns:a="http://schemas.openxmlformats.org/drawingml/2006/main">
            <a:off x="960120" y="1252728"/>
            <a:ext cx="10332720" cy="5001768"/>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0315535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4d35728dcee442f5"/>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c809fd1fe4524e39"/>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04E312DA-1956-AAF0-F12E-CD5912011BCD}"/>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5AD0BDA-019D-3670-3AA6-94B6BAF3B254}"/>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D1E2356-CC6B-FBE0-D838-5954031389F7}"/>
              </a:ext>
            </a:extLst>
          </p:cNvPr>
          <p:cNvSpPr>
            <a:spLocks xmlns:a="http://schemas.openxmlformats.org/drawingml/2006/main" noGrp="1"/>
          </p:cNvSpPr>
          <p:nvPr/>
        </p:nvSpPr>
        <p:spPr>
          <a:xfrm xmlns:a="http://schemas.openxmlformats.org/drawingml/2006/main">
            <a:off x="841248" y="329184"/>
            <a:ext cx="1697644"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4</a:t>
            </a:r>
            <a:r>
              <a:rPr sz="2220" b="1">
                <a:solidFill>
                  <a:srgbClr val="2F68EF"/>
                </a:solidFill>
                <a:latin typeface="Microsoft YaHei"/>
                <a:ea typeface="Microsoft YaHei"/>
                <a:cs typeface="Microsoft YaHei"/>
              </a:rPr>
              <a:t> 消融实验</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afcb3bb19b9f4b9e"/>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59245377-0537-1139-1CD0-74DD2855E641}"/>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E90C05DD-4561-387F-1FB1-B747BC58CBFB}"/>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DA119D29-ACA7-A130-D08F-C717802B24E2}"/>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17266bf9755e45b1"/>
          <a:stretch xmlns:a="http://schemas.openxmlformats.org/drawingml/2006/main">
            <a:fillRect l="0" t="0" r="0" b="0"/>
          </a:stretch>
        </p:blipFill>
        <p:spPr>
          <a:xfrm xmlns:a="http://schemas.openxmlformats.org/drawingml/2006/main">
            <a:off x="1650822" y="1252728"/>
            <a:ext cx="8887307" cy="5001768"/>
          </a:xfrm>
          <a:prstGeom xmlns:a="http://schemas.openxmlformats.org/drawingml/2006/main" prst="rect">
            <a:avLst/>
          </a:prstGeom>
        </p:spPr>
      </p:pic>
      <p:sp>
        <p:nvSpPr>
          <p:cNvPr id="14" name="Rectangle 11">
            <a:extLst xmlns:a="http://schemas.openxmlformats.org/drawingml/2006/main">
              <a:ext uri="{FF2B5EF4-FFF2-40B4-BE49-F238E27FC236}">
                <a16:creationId xmlns:a16="http://schemas.microsoft.com/office/drawing/2014/main" id="{15F7B990-5630-4D48-7FB4-AA812163F145}"/>
              </a:ext>
            </a:extLst>
          </p:cNvPr>
          <p:cNvSpPr>
            <a:spLocks xmlns:a="http://schemas.openxmlformats.org/drawingml/2006/main" noGrp="1"/>
          </p:cNvSpPr>
          <p:nvPr/>
        </p:nvSpPr>
        <p:spPr>
          <a:xfrm xmlns:a="http://schemas.openxmlformats.org/drawingml/2006/main">
            <a:off x="1650822" y="1252728"/>
            <a:ext cx="8887307" cy="5001768"/>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51387463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61295ee2f0ce4b08"/>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ab3bb256812c4b9e"/>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C7534146-D167-D5C7-8D9D-B98AC3C9EE7A}"/>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24F3DBC4-E53B-799D-988F-EE62D564063F}"/>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8308EFFF-947C-C54F-CA2B-08EB61BD52F3}"/>
              </a:ext>
            </a:extLst>
          </p:cNvPr>
          <p:cNvSpPr>
            <a:spLocks xmlns:a="http://schemas.openxmlformats.org/drawingml/2006/main" noGrp="1"/>
          </p:cNvSpPr>
          <p:nvPr/>
        </p:nvSpPr>
        <p:spPr>
          <a:xfrm xmlns:a="http://schemas.openxmlformats.org/drawingml/2006/main">
            <a:off x="841248" y="329184"/>
            <a:ext cx="6548331"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5</a:t>
            </a:r>
            <a:r>
              <a:rPr sz="2220" b="1">
                <a:solidFill>
                  <a:srgbClr val="2F68EF"/>
                </a:solidFill>
                <a:latin typeface="Microsoft YaHei"/>
                <a:ea typeface="Microsoft YaHei"/>
                <a:cs typeface="Microsoft YaHei"/>
              </a:rPr>
              <a:t> 典型案例：一次请求如何从误判走到可审计改判</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ce98610eeb3642f8"/>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D2B3A4EC-1E86-6CC3-03F4-10BF254C16A2}"/>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927DDE1F-1EE7-EA37-C99C-4B966F65E1FF}"/>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EC7CF0C3-87D5-2639-68B3-AB5302BE63F7}"/>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2" name="Rectangle 11">
            <a:extLst xmlns:a="http://schemas.openxmlformats.org/drawingml/2006/main">
              <a:ext uri="{FF2B5EF4-FFF2-40B4-BE49-F238E27FC236}">
                <a16:creationId xmlns:a16="http://schemas.microsoft.com/office/drawing/2014/main" id="{8486544D-AAC4-FC5E-02B4-4D438FE17546}"/>
              </a:ext>
            </a:extLst>
          </p:cNvPr>
          <p:cNvSpPr>
            <a:spLocks xmlns:a="http://schemas.openxmlformats.org/drawingml/2006/main" noGrp="1"/>
          </p:cNvSpPr>
          <p:nvPr/>
        </p:nvSpPr>
        <p:spPr>
          <a:xfrm xmlns:a="http://schemas.openxmlformats.org/drawingml/2006/main">
            <a:off x="1137684" y="1040396"/>
            <a:ext cx="9930809" cy="5307241"/>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0"/>
          <p:cNvPicPr>
            <a:picLocks xmlns:a="http://schemas.openxmlformats.org/drawingml/2006/main" noChangeAspect="1"/>
          </p:cNvPicPr>
          <p:nvPr/>
        </p:nvPicPr>
        <p:blipFill>
          <a:blip xmlns:r="http://schemas.openxmlformats.org/officeDocument/2006/relationships" xmlns:a="http://schemas.openxmlformats.org/drawingml/2006/main" r:embed="R1309e50278914df2"/>
          <a:stretch xmlns:a="http://schemas.openxmlformats.org/drawingml/2006/main">
            <a:fillRect l="0" t="0" r="0" b="0"/>
          </a:stretch>
        </p:blipFill>
        <p:spPr>
          <a:xfrm xmlns:a="http://schemas.openxmlformats.org/drawingml/2006/main">
            <a:off x="1246591" y="1236460"/>
            <a:ext cx="9698511" cy="5001768"/>
          </a:xfrm>
          <a:prstGeom xmlns:a="http://schemas.openxmlformats.org/drawingml/2006/main" prst="rect">
            <a:avLst/>
          </a:prstGeom>
        </p:spPr>
      </p:pic>
    </p:spTree>
    <p:extLst>
      <p:ext uri="{BB962C8B-B14F-4D97-AF65-F5344CB8AC3E}">
        <p14:creationId xmlns:p14="http://schemas.microsoft.com/office/powerpoint/2010/main" val="19472462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ff64fa1902dc45b1"/>
          <a:stretch xmlns:a="http://schemas.openxmlformats.org/drawingml/2006/main">
            <a:fillRect l="0" t="0" r="0" b="0"/>
          </a:stretch>
        </p:blipFill>
        <p:spPr>
          <a:xfrm xmlns:a="http://schemas.openxmlformats.org/drawingml/2006/main">
            <a:off x="0" y="276872"/>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bfdb60f04c494b08"/>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AFB189F7-C211-DCD2-E8DA-16D63FC4EF4D}"/>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3BAD9178-EBE3-FB0A-ABC8-30840EFABB90}"/>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三</a:t>
            </a:r>
          </a:p>
        </p:txBody>
      </p:sp>
      <p:sp>
        <p:nvSpPr>
          <p:cNvPr id="6" name="TextBox 5">
            <a:extLst xmlns:a="http://schemas.openxmlformats.org/drawingml/2006/main">
              <a:ext uri="{FF2B5EF4-FFF2-40B4-BE49-F238E27FC236}">
                <a16:creationId xmlns:a16="http://schemas.microsoft.com/office/drawing/2014/main" id="{F0B8A8D6-E02C-97EE-D912-443A96A14D97}"/>
              </a:ext>
            </a:extLst>
          </p:cNvPr>
          <p:cNvSpPr>
            <a:spLocks xmlns:a="http://schemas.openxmlformats.org/drawingml/2006/main" noGrp="1"/>
          </p:cNvSpPr>
          <p:nvPr/>
        </p:nvSpPr>
        <p:spPr>
          <a:xfrm xmlns:a="http://schemas.openxmlformats.org/drawingml/2006/main">
            <a:off x="841248" y="329184"/>
            <a:ext cx="1126975"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nSpc>
                <a:spcPct val="105000"/>
              </a:lnSpc>
              <a:buNone/>
            </a:pPr>
            <a:r>
              <a:rPr sz="2220" b="1">
                <a:solidFill>
                  <a:srgbClr val="2F68EF"/>
                </a:solidFill>
                <a:latin typeface="Microsoft YaHei"/>
                <a:ea typeface="Microsoft YaHei"/>
                <a:cs typeface="Microsoft YaHei"/>
              </a:rPr>
              <a:t>3.</a:t>
            </a:r>
            <a:r>
              <a:rPr sz="2220" b="1">
                <a:solidFill>
                  <a:srgbClr val="2F68EF"/>
                </a:solidFill>
                <a:latin typeface="Microsoft YaHei"/>
                <a:ea typeface="Microsoft YaHei"/>
                <a:cs typeface="Microsoft YaHei"/>
              </a:rPr>
              <a:t>6</a:t>
            </a:r>
            <a:r>
              <a:rPr sz="2220" b="1">
                <a:solidFill>
                  <a:srgbClr val="2F68EF"/>
                </a:solidFill>
                <a:latin typeface="Microsoft YaHei"/>
                <a:ea typeface="Microsoft YaHei"/>
                <a:cs typeface="Microsoft YaHei"/>
              </a:rPr>
              <a:t> 创新</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5e240d56f2bb4340"/>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819622AB-DB0B-94F5-BBBF-79EC5FFC74EF}"/>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3F3593EE-F48A-A69D-D291-AC2630C1A1B4}"/>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4D300BC7-FF46-9622-060D-F44800CC820E}"/>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11</a:t>
            </a:r>
          </a:p>
        </p:txBody>
      </p:sp>
      <p:sp>
        <p:nvSpPr>
          <p:cNvPr id="12" name="Rectangle 11">
            <a:extLst xmlns:a="http://schemas.openxmlformats.org/drawingml/2006/main">
              <a:ext uri="{FF2B5EF4-FFF2-40B4-BE49-F238E27FC236}">
                <a16:creationId xmlns:a16="http://schemas.microsoft.com/office/drawing/2014/main" id="{E8A47E7D-A8DA-3975-C5A8-76CE5328D932}"/>
              </a:ext>
            </a:extLst>
          </p:cNvPr>
          <p:cNvSpPr>
            <a:spLocks xmlns:a="http://schemas.openxmlformats.org/drawingml/2006/main" noGrp="1"/>
          </p:cNvSpPr>
          <p:nvPr/>
        </p:nvSpPr>
        <p:spPr>
          <a:xfrm xmlns:a="http://schemas.openxmlformats.org/drawingml/2006/main">
            <a:off x="1137684" y="1040396"/>
            <a:ext cx="9930809" cy="5307241"/>
          </a:xfrm>
          <a:prstGeom xmlns:a="http://schemas.openxmlformats.org/drawingml/2006/main" prst="rect">
            <a:avLst/>
          </a:prstGeom>
          <a:noFill xmlns:a="http://schemas.openxmlformats.org/drawingml/2006/main"/>
          <a:ln xmlns:a="http://schemas.openxmlformats.org/drawingml/2006/main" w="9525">
            <a:solidFill>
              <a:srgbClr val="D2E1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3" name="Picture 10"/>
          <p:cNvPicPr>
            <a:picLocks xmlns:a="http://schemas.openxmlformats.org/drawingml/2006/main" noChangeAspect="1"/>
          </p:cNvPicPr>
          <p:nvPr/>
        </p:nvPicPr>
        <p:blipFill>
          <a:blip xmlns:r="http://schemas.openxmlformats.org/officeDocument/2006/relationships" xmlns:a="http://schemas.openxmlformats.org/drawingml/2006/main" r:embed="R3a031a754b6e43ca"/>
          <a:srcRect xmlns:a="http://schemas.openxmlformats.org/drawingml/2006/main" l="0" t="10097" r="0" b="0"/>
          <a:stretch xmlns:a="http://schemas.openxmlformats.org/drawingml/2006/main">
            <a:fillRect l="0" t="0" r="0" b="0"/>
          </a:stretch>
        </p:blipFill>
        <p:spPr>
          <a:xfrm xmlns:a="http://schemas.openxmlformats.org/drawingml/2006/main">
            <a:off x="1230874" y="1256776"/>
            <a:ext cx="9729945" cy="4923072"/>
          </a:xfrm>
          <a:prstGeom xmlns:a="http://schemas.openxmlformats.org/drawingml/2006/main" prst="rect">
            <a:avLst/>
          </a:prstGeom>
        </p:spPr>
      </p:pic>
    </p:spTree>
    <p:extLst>
      <p:ext uri="{BB962C8B-B14F-4D97-AF65-F5344CB8AC3E}">
        <p14:creationId xmlns:p14="http://schemas.microsoft.com/office/powerpoint/2010/main" val="169713592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77adb37e1d7b416a"/>
          <a:stretch xmlns:a="http://schemas.openxmlformats.org/drawingml/2006/main">
            <a:fillRect l="0" t="0" r="0" b="0"/>
          </a:stretch>
        </p:blipFill>
        <p:spPr>
          <a:xfrm xmlns:a="http://schemas.openxmlformats.org/drawingml/2006/main">
            <a:off x="0" y="285803"/>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dcbb5890969b4d6b"/>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8C6A55B5-E899-4A13-97DC-3C2E9FBA2D32}"/>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61F4A7C-F335-47BE-81D9-49B7E3448697}"/>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四</a:t>
            </a:r>
          </a:p>
        </p:txBody>
      </p:sp>
      <p:sp>
        <p:nvSpPr>
          <p:cNvPr id="6" name="TextBox 5">
            <a:extLst xmlns:a="http://schemas.openxmlformats.org/drawingml/2006/main">
              <a:ext uri="{FF2B5EF4-FFF2-40B4-BE49-F238E27FC236}">
                <a16:creationId xmlns:a16="http://schemas.microsoft.com/office/drawing/2014/main" id="{EFFA6037-16C4-4261-88B1-375CD0D0F89A}"/>
              </a:ext>
            </a:extLst>
          </p:cNvPr>
          <p:cNvSpPr>
            <a:spLocks xmlns:a="http://schemas.openxmlformats.org/drawingml/2006/main" noGrp="1"/>
          </p:cNvSpPr>
          <p:nvPr/>
        </p:nvSpPr>
        <p:spPr>
          <a:xfrm xmlns:a="http://schemas.openxmlformats.org/drawingml/2006/main">
            <a:off x="841248" y="329184"/>
            <a:ext cx="2838982"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4.2 </a:t>
            </a:r>
            <a:r>
              <a:rPr sz="2220" b="1">
                <a:solidFill>
                  <a:srgbClr val="2F68EF"/>
                </a:solidFill>
                <a:latin typeface="Microsoft YaHei"/>
                <a:ea typeface="Microsoft YaHei"/>
                <a:cs typeface="Microsoft YaHei"/>
              </a:rPr>
              <a:t>考核指标完成情况</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9a35520da85c4339"/>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9705570E-4CEA-478E-84B1-07F675048E72}"/>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5E66C2C1-13B6-483A-B588-6E5FAE3695AF}"/>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3D6053B8-4B4A-4983-A8A4-3E3379E5AFCD}"/>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17</a:t>
            </a:r>
          </a:p>
        </p:txBody>
      </p:sp>
      <p:sp>
        <p:nvSpPr>
          <p:cNvPr id="11" name="Rectangle 10">
            <a:extLst xmlns:a="http://schemas.openxmlformats.org/drawingml/2006/main">
              <a:ext uri="{FF2B5EF4-FFF2-40B4-BE49-F238E27FC236}">
                <a16:creationId xmlns:a16="http://schemas.microsoft.com/office/drawing/2014/main" id="{2CD8CADA-51E8-454C-8436-7543F6BD8B26}"/>
              </a:ext>
            </a:extLst>
          </p:cNvPr>
          <p:cNvSpPr>
            <a:spLocks xmlns:a="http://schemas.openxmlformats.org/drawingml/2006/main" noGrp="1"/>
          </p:cNvSpPr>
          <p:nvPr/>
        </p:nvSpPr>
        <p:spPr>
          <a:xfrm xmlns:a="http://schemas.openxmlformats.org/drawingml/2006/main">
            <a:off x="685800" y="1234440"/>
            <a:ext cx="274320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8CBDC89-D526-4F34-BDED-0876279D64D5}"/>
              </a:ext>
            </a:extLst>
          </p:cNvPr>
          <p:cNvSpPr>
            <a:spLocks xmlns:a="http://schemas.openxmlformats.org/drawingml/2006/main" noGrp="1"/>
          </p:cNvSpPr>
          <p:nvPr/>
        </p:nvSpPr>
        <p:spPr>
          <a:xfrm xmlns:a="http://schemas.openxmlformats.org/drawingml/2006/main">
            <a:off x="685800" y="1325880"/>
            <a:ext cx="274320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考核要求</a:t>
            </a:r>
          </a:p>
        </p:txBody>
      </p:sp>
      <p:sp>
        <p:nvSpPr>
          <p:cNvPr id="13" name="Rectangle 12">
            <a:extLst xmlns:a="http://schemas.openxmlformats.org/drawingml/2006/main">
              <a:ext uri="{FF2B5EF4-FFF2-40B4-BE49-F238E27FC236}">
                <a16:creationId xmlns:a16="http://schemas.microsoft.com/office/drawing/2014/main" id="{1468A097-75D9-4DDF-9770-84F6FEC194A9}"/>
              </a:ext>
            </a:extLst>
          </p:cNvPr>
          <p:cNvSpPr>
            <a:spLocks xmlns:a="http://schemas.openxmlformats.org/drawingml/2006/main" noGrp="1"/>
          </p:cNvSpPr>
          <p:nvPr/>
        </p:nvSpPr>
        <p:spPr>
          <a:xfrm xmlns:a="http://schemas.openxmlformats.org/drawingml/2006/main">
            <a:off x="3429000" y="1234440"/>
            <a:ext cx="329184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BF8AC251-8F90-409C-BB1C-2609BE7BC4C3}"/>
              </a:ext>
            </a:extLst>
          </p:cNvPr>
          <p:cNvSpPr>
            <a:spLocks xmlns:a="http://schemas.openxmlformats.org/drawingml/2006/main" noGrp="1"/>
          </p:cNvSpPr>
          <p:nvPr/>
        </p:nvSpPr>
        <p:spPr>
          <a:xfrm xmlns:a="http://schemas.openxmlformats.org/drawingml/2006/main">
            <a:off x="3429000" y="1325880"/>
            <a:ext cx="32918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完成情况</a:t>
            </a:r>
          </a:p>
        </p:txBody>
      </p:sp>
      <p:sp>
        <p:nvSpPr>
          <p:cNvPr id="15" name="Rectangle 14">
            <a:extLst xmlns:a="http://schemas.openxmlformats.org/drawingml/2006/main">
              <a:ext uri="{FF2B5EF4-FFF2-40B4-BE49-F238E27FC236}">
                <a16:creationId xmlns:a16="http://schemas.microsoft.com/office/drawing/2014/main" id="{B9484CD2-A43E-47E3-A5E4-30D882238AC0}"/>
              </a:ext>
            </a:extLst>
          </p:cNvPr>
          <p:cNvSpPr>
            <a:spLocks xmlns:a="http://schemas.openxmlformats.org/drawingml/2006/main" noGrp="1"/>
          </p:cNvSpPr>
          <p:nvPr/>
        </p:nvSpPr>
        <p:spPr>
          <a:xfrm xmlns:a="http://schemas.openxmlformats.org/drawingml/2006/main">
            <a:off x="6720840" y="1234440"/>
            <a:ext cx="4846320" cy="411480"/>
          </a:xfrm>
          <a:prstGeom xmlns:a="http://schemas.openxmlformats.org/drawingml/2006/main" prst="rect">
            <a:avLst/>
          </a:prstGeom>
          <a:solidFill xmlns:a="http://schemas.openxmlformats.org/drawingml/2006/main">
            <a:srgbClr val="377BF5"/>
          </a:solidFill>
          <a:ln xmlns:a="http://schemas.openxmlformats.org/drawingml/2006/main">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1BD2381B-65FD-4D2B-BECF-B48A60C98113}"/>
              </a:ext>
            </a:extLst>
          </p:cNvPr>
          <p:cNvSpPr>
            <a:spLocks xmlns:a="http://schemas.openxmlformats.org/drawingml/2006/main" noGrp="1"/>
          </p:cNvSpPr>
          <p:nvPr/>
        </p:nvSpPr>
        <p:spPr>
          <a:xfrm xmlns:a="http://schemas.openxmlformats.org/drawingml/2006/main">
            <a:off x="6720840" y="1325880"/>
            <a:ext cx="484632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350" b="1">
                <a:solidFill>
                  <a:srgbClr val="FFFFFF"/>
                </a:solidFill>
                <a:latin typeface="Microsoft YaHei"/>
                <a:ea typeface="Microsoft YaHei"/>
                <a:cs typeface="Microsoft YaHei"/>
              </a:rPr>
              <a:t>证明材料 / 答辩口径</a:t>
            </a:r>
          </a:p>
        </p:txBody>
      </p:sp>
      <p:sp>
        <p:nvSpPr>
          <p:cNvPr id="17" name="Rectangle 16">
            <a:extLst xmlns:a="http://schemas.openxmlformats.org/drawingml/2006/main">
              <a:ext uri="{FF2B5EF4-FFF2-40B4-BE49-F238E27FC236}">
                <a16:creationId xmlns:a16="http://schemas.microsoft.com/office/drawing/2014/main" id="{9196AFDB-61D8-484E-BD54-6B8FDD951233}"/>
              </a:ext>
            </a:extLst>
          </p:cNvPr>
          <p:cNvSpPr>
            <a:spLocks xmlns:a="http://schemas.openxmlformats.org/drawingml/2006/main" noGrp="1"/>
          </p:cNvSpPr>
          <p:nvPr/>
        </p:nvSpPr>
        <p:spPr>
          <a:xfrm xmlns:a="http://schemas.openxmlformats.org/drawingml/2006/main">
            <a:off x="685800" y="1645920"/>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3F59EC76-8CFF-4DA4-880D-176DE26D8B2D}"/>
              </a:ext>
            </a:extLst>
          </p:cNvPr>
          <p:cNvSpPr>
            <a:spLocks xmlns:a="http://schemas.openxmlformats.org/drawingml/2006/main" noGrp="1"/>
          </p:cNvSpPr>
          <p:nvPr/>
        </p:nvSpPr>
        <p:spPr>
          <a:xfrm xmlns:a="http://schemas.openxmlformats.org/drawingml/2006/main">
            <a:off x="758952" y="1755648"/>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多智能体协作原型框架</a:t>
            </a:r>
          </a:p>
        </p:txBody>
      </p:sp>
      <p:sp>
        <p:nvSpPr>
          <p:cNvPr id="19" name="Rectangle 18">
            <a:extLst xmlns:a="http://schemas.openxmlformats.org/drawingml/2006/main">
              <a:ext uri="{FF2B5EF4-FFF2-40B4-BE49-F238E27FC236}">
                <a16:creationId xmlns:a16="http://schemas.microsoft.com/office/drawing/2014/main" id="{5EDDCB4E-5882-4298-B625-4CF904BA4C65}"/>
              </a:ext>
            </a:extLst>
          </p:cNvPr>
          <p:cNvSpPr>
            <a:spLocks xmlns:a="http://schemas.openxmlformats.org/drawingml/2006/main" noGrp="1"/>
          </p:cNvSpPr>
          <p:nvPr/>
        </p:nvSpPr>
        <p:spPr>
          <a:xfrm xmlns:a="http://schemas.openxmlformats.org/drawingml/2006/main">
            <a:off x="3429000" y="1645920"/>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7A0AB18-D09A-4249-A0F8-DBC5639F3723}"/>
              </a:ext>
            </a:extLst>
          </p:cNvPr>
          <p:cNvSpPr>
            <a:spLocks xmlns:a="http://schemas.openxmlformats.org/drawingml/2006/main" noGrp="1"/>
          </p:cNvSpPr>
          <p:nvPr/>
        </p:nvSpPr>
        <p:spPr>
          <a:xfrm xmlns:a="http://schemas.openxmlformats.org/drawingml/2006/main">
            <a:off x="3502152" y="1755648"/>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a:t>
            </a:r>
          </a:p>
        </p:txBody>
      </p:sp>
      <p:sp>
        <p:nvSpPr>
          <p:cNvPr id="21" name="Rectangle 20">
            <a:extLst xmlns:a="http://schemas.openxmlformats.org/drawingml/2006/main">
              <a:ext uri="{FF2B5EF4-FFF2-40B4-BE49-F238E27FC236}">
                <a16:creationId xmlns:a16="http://schemas.microsoft.com/office/drawing/2014/main" id="{840F3FC3-7ACC-4EC5-9437-2D0844327BBB}"/>
              </a:ext>
            </a:extLst>
          </p:cNvPr>
          <p:cNvSpPr>
            <a:spLocks xmlns:a="http://schemas.openxmlformats.org/drawingml/2006/main" noGrp="1"/>
          </p:cNvSpPr>
          <p:nvPr/>
        </p:nvSpPr>
        <p:spPr>
          <a:xfrm xmlns:a="http://schemas.openxmlformats.org/drawingml/2006/main">
            <a:off x="6720840" y="1645920"/>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F0049A40-8E6A-4100-916B-27361D12835D}"/>
              </a:ext>
            </a:extLst>
          </p:cNvPr>
          <p:cNvSpPr>
            <a:spLocks xmlns:a="http://schemas.openxmlformats.org/drawingml/2006/main" noGrp="1"/>
          </p:cNvSpPr>
          <p:nvPr/>
        </p:nvSpPr>
        <p:spPr>
          <a:xfrm xmlns:a="http://schemas.openxmlformats.org/drawingml/2006/main">
            <a:off x="6793992" y="1755648"/>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能力命名、语义判别、职责化复核、授权改判、执行映射和过程记录链路</a:t>
            </a:r>
          </a:p>
        </p:txBody>
      </p:sp>
      <p:sp>
        <p:nvSpPr>
          <p:cNvPr id="23" name="Rectangle 22">
            <a:extLst xmlns:a="http://schemas.openxmlformats.org/drawingml/2006/main">
              <a:ext uri="{FF2B5EF4-FFF2-40B4-BE49-F238E27FC236}">
                <a16:creationId xmlns:a16="http://schemas.microsoft.com/office/drawing/2014/main" id="{4CCEF8A1-CA08-4085-9743-0F56C5D3FD51}"/>
              </a:ext>
            </a:extLst>
          </p:cNvPr>
          <p:cNvSpPr>
            <a:spLocks xmlns:a="http://schemas.openxmlformats.org/drawingml/2006/main" noGrp="1"/>
          </p:cNvSpPr>
          <p:nvPr/>
        </p:nvSpPr>
        <p:spPr>
          <a:xfrm xmlns:a="http://schemas.openxmlformats.org/drawingml/2006/main">
            <a:off x="685800" y="2404872"/>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4998D525-D338-4928-A039-B944743B97C3}"/>
              </a:ext>
            </a:extLst>
          </p:cNvPr>
          <p:cNvSpPr>
            <a:spLocks xmlns:a="http://schemas.openxmlformats.org/drawingml/2006/main" noGrp="1"/>
          </p:cNvSpPr>
          <p:nvPr/>
        </p:nvSpPr>
        <p:spPr>
          <a:xfrm xmlns:a="http://schemas.openxmlformats.org/drawingml/2006/main">
            <a:off x="758952" y="2514600"/>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至少 1 项发明专利</a:t>
            </a:r>
          </a:p>
        </p:txBody>
      </p:sp>
      <p:sp>
        <p:nvSpPr>
          <p:cNvPr id="25" name="Rectangle 24">
            <a:extLst xmlns:a="http://schemas.openxmlformats.org/drawingml/2006/main">
              <a:ext uri="{FF2B5EF4-FFF2-40B4-BE49-F238E27FC236}">
                <a16:creationId xmlns:a16="http://schemas.microsoft.com/office/drawing/2014/main" id="{8E09781A-B651-467F-A11E-5B814CD28792}"/>
              </a:ext>
            </a:extLst>
          </p:cNvPr>
          <p:cNvSpPr>
            <a:spLocks xmlns:a="http://schemas.openxmlformats.org/drawingml/2006/main" noGrp="1"/>
          </p:cNvSpPr>
          <p:nvPr/>
        </p:nvSpPr>
        <p:spPr>
          <a:xfrm xmlns:a="http://schemas.openxmlformats.org/drawingml/2006/main">
            <a:off x="3429000" y="2404872"/>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62F15C01-89BE-4C30-BA7A-9686E19EAA8B}"/>
              </a:ext>
            </a:extLst>
          </p:cNvPr>
          <p:cNvSpPr>
            <a:spLocks xmlns:a="http://schemas.openxmlformats.org/drawingml/2006/main" noGrp="1"/>
          </p:cNvSpPr>
          <p:nvPr/>
        </p:nvSpPr>
        <p:spPr>
          <a:xfrm xmlns:a="http://schemas.openxmlformats.org/drawingml/2006/main">
            <a:off x="3469490" y="2612342"/>
            <a:ext cx="3210879" cy="206851"/>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已完成，经中心签报提交</a:t>
            </a:r>
            <a:r>
              <a:rPr sz="1120" b="1">
                <a:solidFill>
                  <a:srgbClr val="1AA859"/>
                </a:solidFill>
                <a:latin typeface="Microsoft YaHei"/>
                <a:ea typeface="Microsoft YaHei"/>
                <a:cs typeface="Microsoft YaHei"/>
              </a:rPr>
              <a:t>，</a:t>
            </a:r>
            <a:r>
              <a:rPr sz="1120" b="1">
                <a:solidFill>
                  <a:srgbClr val="1AA859"/>
                </a:solidFill>
                <a:latin typeface="Microsoft YaHei"/>
                <a:ea typeface="Microsoft YaHei"/>
                <a:cs typeface="Microsoft YaHei"/>
              </a:rPr>
              <a:t>由代理公司</a:t>
            </a:r>
            <a:r>
              <a:rPr sz="1120" b="1">
                <a:solidFill>
                  <a:srgbClr val="1AA859"/>
                </a:solidFill>
                <a:latin typeface="Microsoft YaHei"/>
                <a:ea typeface="Microsoft YaHei"/>
                <a:cs typeface="Microsoft YaHei"/>
              </a:rPr>
              <a:t>推进</a:t>
            </a:r>
            <a:r>
              <a:rPr sz="1120" b="1">
                <a:solidFill>
                  <a:srgbClr val="1AA859"/>
                </a:solidFill>
                <a:latin typeface="Microsoft YaHei"/>
                <a:ea typeface="Microsoft YaHei"/>
                <a:cs typeface="Microsoft YaHei"/>
              </a:rPr>
              <a:t>受理</a:t>
            </a:r>
            <a:r>
              <a:rPr sz="1120" b="1">
                <a:solidFill>
                  <a:srgbClr val="1AA859"/>
                </a:solidFill>
                <a:latin typeface="Microsoft YaHei"/>
                <a:ea typeface="Microsoft YaHei"/>
                <a:cs typeface="Microsoft YaHei"/>
              </a:rPr>
              <a:t>中</a:t>
            </a:r>
          </a:p>
        </p:txBody>
      </p:sp>
      <p:sp>
        <p:nvSpPr>
          <p:cNvPr id="27" name="Rectangle 26">
            <a:extLst xmlns:a="http://schemas.openxmlformats.org/drawingml/2006/main">
              <a:ext uri="{FF2B5EF4-FFF2-40B4-BE49-F238E27FC236}">
                <a16:creationId xmlns:a16="http://schemas.microsoft.com/office/drawing/2014/main" id="{226AC1D3-4790-42A6-A3B9-E76D655C20D1}"/>
              </a:ext>
            </a:extLst>
          </p:cNvPr>
          <p:cNvSpPr>
            <a:spLocks xmlns:a="http://schemas.openxmlformats.org/drawingml/2006/main" noGrp="1"/>
          </p:cNvSpPr>
          <p:nvPr/>
        </p:nvSpPr>
        <p:spPr>
          <a:xfrm xmlns:a="http://schemas.openxmlformats.org/drawingml/2006/main">
            <a:off x="6720840" y="2404872"/>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854A2CE0-64A8-4812-B72B-ABFA8A55C24D}"/>
              </a:ext>
            </a:extLst>
          </p:cNvPr>
          <p:cNvSpPr>
            <a:spLocks xmlns:a="http://schemas.openxmlformats.org/drawingml/2006/main" noGrp="1"/>
          </p:cNvSpPr>
          <p:nvPr/>
        </p:nvSpPr>
        <p:spPr>
          <a:xfrm xmlns:a="http://schemas.openxmlformats.org/drawingml/2006/main">
            <a:off x="6793992" y="2612342"/>
            <a:ext cx="4700016" cy="206851"/>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ctr">
            <a:spAutoFit/>
          </a:bodyPr>
          <a:lstStyle xmlns:a="http://schemas.openxmlformats.org/drawingml/2006/main"/>
          <a:p xmlns:a="http://schemas.openxmlformats.org/drawingml/2006/main">
            <a:pPr algn="ctr">
              <a:lnSpc>
                <a:spcPct val="105000"/>
              </a:lnSpc>
              <a:buNone/>
            </a:pPr>
            <a:r>
              <a:rPr sz="1120">
                <a:solidFill>
                  <a:srgbClr val="1C2536"/>
                </a:solidFill>
                <a:latin typeface="Microsoft YaHei"/>
                <a:ea typeface="Microsoft YaHei"/>
                <a:cs typeface="Microsoft YaHei"/>
              </a:rPr>
              <a:t>交底书</a:t>
            </a:r>
            <a:r>
              <a:rPr sz="1120">
                <a:solidFill>
                  <a:srgbClr val="1C2536"/>
                </a:solidFill>
                <a:latin typeface="Microsoft YaHei"/>
                <a:ea typeface="Microsoft YaHei"/>
                <a:cs typeface="Microsoft YaHei"/>
              </a:rPr>
              <a:t>、专利图片等材料</a:t>
            </a:r>
          </a:p>
        </p:txBody>
      </p:sp>
      <p:sp>
        <p:nvSpPr>
          <p:cNvPr id="29" name="Rectangle 28">
            <a:extLst xmlns:a="http://schemas.openxmlformats.org/drawingml/2006/main">
              <a:ext uri="{FF2B5EF4-FFF2-40B4-BE49-F238E27FC236}">
                <a16:creationId xmlns:a16="http://schemas.microsoft.com/office/drawing/2014/main" id="{14609B32-4AC8-4620-AF6F-53D1ABFCAA87}"/>
              </a:ext>
            </a:extLst>
          </p:cNvPr>
          <p:cNvSpPr>
            <a:spLocks xmlns:a="http://schemas.openxmlformats.org/drawingml/2006/main" noGrp="1"/>
          </p:cNvSpPr>
          <p:nvPr/>
        </p:nvSpPr>
        <p:spPr>
          <a:xfrm xmlns:a="http://schemas.openxmlformats.org/drawingml/2006/main">
            <a:off x="685800" y="3163824"/>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AA85441A-F392-49FB-B30E-75522AED84E0}"/>
              </a:ext>
            </a:extLst>
          </p:cNvPr>
          <p:cNvSpPr>
            <a:spLocks xmlns:a="http://schemas.openxmlformats.org/drawingml/2006/main" noGrp="1"/>
          </p:cNvSpPr>
          <p:nvPr/>
        </p:nvSpPr>
        <p:spPr>
          <a:xfrm xmlns:a="http://schemas.openxmlformats.org/drawingml/2006/main">
            <a:off x="758952" y="3273552"/>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技术研究报告或论文</a:t>
            </a:r>
          </a:p>
        </p:txBody>
      </p:sp>
      <p:sp>
        <p:nvSpPr>
          <p:cNvPr id="31" name="Rectangle 30">
            <a:extLst xmlns:a="http://schemas.openxmlformats.org/drawingml/2006/main">
              <a:ext uri="{FF2B5EF4-FFF2-40B4-BE49-F238E27FC236}">
                <a16:creationId xmlns:a16="http://schemas.microsoft.com/office/drawing/2014/main" id="{8C7B4901-B8D3-4B59-95CB-6EB2A83DA14C}"/>
              </a:ext>
            </a:extLst>
          </p:cNvPr>
          <p:cNvSpPr>
            <a:spLocks xmlns:a="http://schemas.openxmlformats.org/drawingml/2006/main" noGrp="1"/>
          </p:cNvSpPr>
          <p:nvPr/>
        </p:nvSpPr>
        <p:spPr>
          <a:xfrm xmlns:a="http://schemas.openxmlformats.org/drawingml/2006/main">
            <a:off x="3429000" y="3163824"/>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6A54862F-5A6E-4082-9FDE-2B7C8DF3441C}"/>
              </a:ext>
            </a:extLst>
          </p:cNvPr>
          <p:cNvSpPr>
            <a:spLocks xmlns:a="http://schemas.openxmlformats.org/drawingml/2006/main" noGrp="1"/>
          </p:cNvSpPr>
          <p:nvPr/>
        </p:nvSpPr>
        <p:spPr>
          <a:xfrm xmlns:a="http://schemas.openxmlformats.org/drawingml/2006/main">
            <a:off x="3502152" y="3273552"/>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已完成</a:t>
            </a:r>
          </a:p>
        </p:txBody>
      </p:sp>
      <p:sp>
        <p:nvSpPr>
          <p:cNvPr id="33" name="Rectangle 32">
            <a:extLst xmlns:a="http://schemas.openxmlformats.org/drawingml/2006/main">
              <a:ext uri="{FF2B5EF4-FFF2-40B4-BE49-F238E27FC236}">
                <a16:creationId xmlns:a16="http://schemas.microsoft.com/office/drawing/2014/main" id="{BA378864-79DC-48F4-B37B-72F15122D858}"/>
              </a:ext>
            </a:extLst>
          </p:cNvPr>
          <p:cNvSpPr>
            <a:spLocks xmlns:a="http://schemas.openxmlformats.org/drawingml/2006/main" noGrp="1"/>
          </p:cNvSpPr>
          <p:nvPr/>
        </p:nvSpPr>
        <p:spPr>
          <a:xfrm xmlns:a="http://schemas.openxmlformats.org/drawingml/2006/main">
            <a:off x="6720840" y="3163824"/>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163A14F-FFD2-44F1-B0C7-E0BAC7F9AF46}"/>
              </a:ext>
            </a:extLst>
          </p:cNvPr>
          <p:cNvSpPr>
            <a:spLocks xmlns:a="http://schemas.openxmlformats.org/drawingml/2006/main" noGrp="1"/>
          </p:cNvSpPr>
          <p:nvPr/>
        </p:nvSpPr>
        <p:spPr>
          <a:xfrm xmlns:a="http://schemas.openxmlformats.org/drawingml/2006/main">
            <a:off x="6793992" y="3273552"/>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技术报告、论文投稿稿、实验图表和方法说明</a:t>
            </a:r>
          </a:p>
        </p:txBody>
      </p:sp>
      <p:sp>
        <p:nvSpPr>
          <p:cNvPr id="35" name="Rectangle 34">
            <a:extLst xmlns:a="http://schemas.openxmlformats.org/drawingml/2006/main">
              <a:ext uri="{FF2B5EF4-FFF2-40B4-BE49-F238E27FC236}">
                <a16:creationId xmlns:a16="http://schemas.microsoft.com/office/drawing/2014/main" id="{16F5596C-AFF5-437A-A576-C031970B56DD}"/>
              </a:ext>
            </a:extLst>
          </p:cNvPr>
          <p:cNvSpPr>
            <a:spLocks xmlns:a="http://schemas.openxmlformats.org/drawingml/2006/main" noGrp="1"/>
          </p:cNvSpPr>
          <p:nvPr/>
        </p:nvSpPr>
        <p:spPr>
          <a:xfrm xmlns:a="http://schemas.openxmlformats.org/drawingml/2006/main">
            <a:off x="685800" y="3922776"/>
            <a:ext cx="274320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3E86307F-C6DC-43E5-A8F1-784880CEE8C6}"/>
              </a:ext>
            </a:extLst>
          </p:cNvPr>
          <p:cNvSpPr>
            <a:spLocks xmlns:a="http://schemas.openxmlformats.org/drawingml/2006/main" noGrp="1"/>
          </p:cNvSpPr>
          <p:nvPr/>
        </p:nvSpPr>
        <p:spPr>
          <a:xfrm xmlns:a="http://schemas.openxmlformats.org/drawingml/2006/main">
            <a:off x="758952" y="4032504"/>
            <a:ext cx="259689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成果展示或汇报演示</a:t>
            </a:r>
          </a:p>
        </p:txBody>
      </p:sp>
      <p:sp>
        <p:nvSpPr>
          <p:cNvPr id="37" name="Rectangle 36">
            <a:extLst xmlns:a="http://schemas.openxmlformats.org/drawingml/2006/main">
              <a:ext uri="{FF2B5EF4-FFF2-40B4-BE49-F238E27FC236}">
                <a16:creationId xmlns:a16="http://schemas.microsoft.com/office/drawing/2014/main" id="{0C34280B-7D9D-48F0-B417-D3EB110D399A}"/>
              </a:ext>
            </a:extLst>
          </p:cNvPr>
          <p:cNvSpPr>
            <a:spLocks xmlns:a="http://schemas.openxmlformats.org/drawingml/2006/main" noGrp="1"/>
          </p:cNvSpPr>
          <p:nvPr/>
        </p:nvSpPr>
        <p:spPr>
          <a:xfrm xmlns:a="http://schemas.openxmlformats.org/drawingml/2006/main">
            <a:off x="3429000" y="3922776"/>
            <a:ext cx="329184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11EA088C-32A5-4FF5-B34E-0C5020E66516}"/>
              </a:ext>
            </a:extLst>
          </p:cNvPr>
          <p:cNvSpPr>
            <a:spLocks xmlns:a="http://schemas.openxmlformats.org/drawingml/2006/main" noGrp="1"/>
          </p:cNvSpPr>
          <p:nvPr/>
        </p:nvSpPr>
        <p:spPr>
          <a:xfrm xmlns:a="http://schemas.openxmlformats.org/drawingml/2006/main">
            <a:off x="3502152" y="4032504"/>
            <a:ext cx="314553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1">
                <a:solidFill>
                  <a:srgbClr val="1AA859"/>
                </a:solidFill>
                <a:latin typeface="Microsoft YaHei"/>
                <a:ea typeface="Microsoft YaHei"/>
                <a:cs typeface="Microsoft YaHei"/>
              </a:rPr>
              <a:t>已形成</a:t>
            </a:r>
          </a:p>
        </p:txBody>
      </p:sp>
      <p:sp>
        <p:nvSpPr>
          <p:cNvPr id="39" name="Rectangle 38">
            <a:extLst xmlns:a="http://schemas.openxmlformats.org/drawingml/2006/main">
              <a:ext uri="{FF2B5EF4-FFF2-40B4-BE49-F238E27FC236}">
                <a16:creationId xmlns:a16="http://schemas.microsoft.com/office/drawing/2014/main" id="{591F9039-FB33-4841-BBF1-A75080E557E6}"/>
              </a:ext>
            </a:extLst>
          </p:cNvPr>
          <p:cNvSpPr>
            <a:spLocks xmlns:a="http://schemas.openxmlformats.org/drawingml/2006/main" noGrp="1"/>
          </p:cNvSpPr>
          <p:nvPr/>
        </p:nvSpPr>
        <p:spPr>
          <a:xfrm xmlns:a="http://schemas.openxmlformats.org/drawingml/2006/main">
            <a:off x="6720840" y="3922776"/>
            <a:ext cx="4846320" cy="658368"/>
          </a:xfrm>
          <a:prstGeom xmlns:a="http://schemas.openxmlformats.org/drawingml/2006/main" prst="rect">
            <a:avLst/>
          </a:prstGeom>
          <a:solidFill xmlns:a="http://schemas.openxmlformats.org/drawingml/2006/main">
            <a:srgbClr val="FFFFFF"/>
          </a:solidFill>
          <a:ln xmlns:a="http://schemas.openxmlformats.org/drawingml/2006/main" w="10160">
            <a:solidFill>
              <a:srgbClr val="CDD8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2E79879D-932B-48F6-9F97-A26C2624DE32}"/>
              </a:ext>
            </a:extLst>
          </p:cNvPr>
          <p:cNvSpPr>
            <a:spLocks xmlns:a="http://schemas.openxmlformats.org/drawingml/2006/main" noGrp="1"/>
          </p:cNvSpPr>
          <p:nvPr/>
        </p:nvSpPr>
        <p:spPr>
          <a:xfrm xmlns:a="http://schemas.openxmlformats.org/drawingml/2006/main">
            <a:off x="6793992" y="4032504"/>
            <a:ext cx="4700016" cy="402336"/>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120" b="0">
                <a:solidFill>
                  <a:srgbClr val="1C2536"/>
                </a:solidFill>
                <a:latin typeface="Microsoft YaHei"/>
                <a:ea typeface="Microsoft YaHei"/>
                <a:cs typeface="Microsoft YaHei"/>
              </a:rPr>
              <a:t>成果汇编、宣传稿、PPT、原型演示支撑材料</a:t>
            </a:r>
          </a:p>
        </p:txBody>
      </p:sp>
      <p:sp>
        <p:nvSpPr>
          <p:cNvPr id="41" name="Rounded Rectangle 40">
            <a:extLst xmlns:a="http://schemas.openxmlformats.org/drawingml/2006/main">
              <a:ext uri="{FF2B5EF4-FFF2-40B4-BE49-F238E27FC236}">
                <a16:creationId xmlns:a16="http://schemas.microsoft.com/office/drawing/2014/main" id="{E57D3A42-34FE-4C92-831B-B919078962A0}"/>
              </a:ext>
            </a:extLst>
          </p:cNvPr>
          <p:cNvSpPr>
            <a:spLocks xmlns:a="http://schemas.openxmlformats.org/drawingml/2006/main" noGrp="1"/>
          </p:cNvSpPr>
          <p:nvPr/>
        </p:nvSpPr>
        <p:spPr>
          <a:xfrm xmlns:a="http://schemas.openxmlformats.org/drawingml/2006/main">
            <a:off x="777240" y="5120640"/>
            <a:ext cx="10698480" cy="896112"/>
          </a:xfrm>
          <a:prstGeom xmlns:a="http://schemas.openxmlformats.org/drawingml/2006/main" prst="roundRect">
            <a:avLst/>
          </a:prstGeom>
          <a:solidFill xmlns:a="http://schemas.openxmlformats.org/drawingml/2006/main">
            <a:srgbClr val="F6F9FF"/>
          </a:solidFill>
          <a:ln xmlns:a="http://schemas.openxmlformats.org/drawingml/2006/main" w="15240">
            <a:solidFill>
              <a:srgbClr val="76A0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1EFA96E1-53EA-40C8-A958-97A8CCDB9748}"/>
              </a:ext>
            </a:extLst>
          </p:cNvPr>
          <p:cNvSpPr>
            <a:spLocks xmlns:a="http://schemas.openxmlformats.org/drawingml/2006/main" noGrp="1"/>
          </p:cNvSpPr>
          <p:nvPr/>
        </p:nvSpPr>
        <p:spPr>
          <a:xfrm xmlns:a="http://schemas.openxmlformats.org/drawingml/2006/main">
            <a:off x="727760" y="5303520"/>
            <a:ext cx="10797443" cy="25237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buNone/>
            </a:pPr>
            <a:r>
              <a:rPr sz="1400" b="1">
                <a:solidFill>
                  <a:srgbClr val="2F68EF"/>
                </a:solidFill>
                <a:latin typeface="Microsoft YaHei"/>
                <a:ea typeface="Microsoft YaHei"/>
                <a:cs typeface="Microsoft YaHei"/>
              </a:rPr>
              <a:t>边界说明</a:t>
            </a:r>
            <a:r>
              <a:rPr sz="1400" b="1">
                <a:solidFill>
                  <a:srgbClr val="2F68EF"/>
                </a:solidFill>
                <a:latin typeface="Microsoft YaHei"/>
                <a:ea typeface="Microsoft YaHei"/>
                <a:cs typeface="Microsoft YaHei"/>
              </a:rPr>
              <a:t>：</a:t>
            </a:r>
            <a:r>
              <a:rPr sz="1400" b="1">
                <a:solidFill>
                  <a:srgbClr val="1C2536"/>
                </a:solidFill>
                <a:latin typeface="Microsoft YaHei"/>
                <a:ea typeface="Microsoft YaHei"/>
                <a:cs typeface="Microsoft YaHei"/>
              </a:rPr>
              <a:t>任务书</a:t>
            </a:r>
            <a:r>
              <a:rPr sz="1400" b="1">
                <a:solidFill>
                  <a:srgbClr val="1C2536"/>
                </a:solidFill>
                <a:latin typeface="Microsoft YaHei"/>
                <a:ea typeface="Microsoft YaHei"/>
                <a:cs typeface="Microsoft YaHei"/>
              </a:rPr>
              <a:t>成果定位为研究原型和方法验证；生产级</a:t>
            </a:r>
            <a:r>
              <a:rPr sz="1400" b="1">
                <a:solidFill>
                  <a:srgbClr val="1C2536"/>
                </a:solidFill>
                <a:latin typeface="Microsoft YaHei"/>
                <a:ea typeface="Microsoft YaHei"/>
                <a:cs typeface="Microsoft YaHei"/>
              </a:rPr>
              <a:t> DNS </a:t>
            </a:r>
            <a:r>
              <a:rPr sz="1400" b="1">
                <a:solidFill>
                  <a:srgbClr val="1C2536"/>
                </a:solidFill>
                <a:latin typeface="Microsoft YaHei"/>
                <a:ea typeface="Microsoft YaHei"/>
                <a:cs typeface="Microsoft YaHei"/>
              </a:rPr>
              <a:t>解析、端到端业务联调、强密码学可信审计链属于后续工程化方向</a:t>
            </a:r>
            <a:r>
              <a:rPr sz="1400" b="1">
                <a:solidFill>
                  <a:srgbClr val="1C2536"/>
                </a:solidFill>
                <a:latin typeface="Microsoft YaHei"/>
                <a:ea typeface="Microsoft YaHei"/>
                <a:cs typeface="Microsoft YaHei"/>
              </a:rPr>
              <a:t>。</a:t>
            </a:r>
          </a:p>
        </p:txBody>
      </p:sp>
      <p:sp>
        <p:nvSpPr>
          <p:cNvPr id="46" name="">
            <a:extLst xmlns:a="http://schemas.openxmlformats.org/drawingml/2006/main">
              <a:ext uri="{FF2B5EF4-FFF2-40B4-BE49-F238E27FC236}">
                <a16:creationId xmlns:a16="http://schemas.microsoft.com/office/drawing/2014/main" id="{955D7243-3145-4293-8C15-634536EE6E23}"/>
              </a:ext>
            </a:extLst>
          </p:cNvPr>
          <p:cNvSpPr>
            <a:spLocks xmlns:a="http://schemas.openxmlformats.org/drawingml/2006/main" noGrp="1"/>
          </p:cNvSpPr>
          <p:nvPr/>
        </p:nvSpPr>
        <p:spPr>
          <a:xfrm xmlns:a="http://schemas.openxmlformats.org/drawingml/2006/main">
            <a:off x="3448050" y="2524125"/>
            <a:ext cx="3219450" cy="4191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alpha val="0"/>
              </a:srgbClr>
            </a:solidFill>
          </a:ln>
        </p:spPr>
      </p:sp>
      <p:sp>
        <p:nvSpPr>
          <p:cNvPr id="47" name="">
            <a:extLst xmlns:a="http://schemas.openxmlformats.org/drawingml/2006/main">
              <a:ext uri="{FF2B5EF4-FFF2-40B4-BE49-F238E27FC236}">
                <a16:creationId xmlns:a16="http://schemas.microsoft.com/office/drawing/2014/main" id="{1A96A23A-5474-4199-956A-ED51F0468F5B}"/>
              </a:ext>
            </a:extLst>
          </p:cNvPr>
          <p:cNvSpPr>
            <a:spLocks xmlns:a="http://schemas.openxmlformats.org/drawingml/2006/main" noGrp="1"/>
          </p:cNvSpPr>
          <p:nvPr/>
        </p:nvSpPr>
        <p:spPr>
          <a:xfrm xmlns:a="http://schemas.openxmlformats.org/drawingml/2006/main">
            <a:off x="3524250" y="2571750"/>
            <a:ext cx="3048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15" b="1">
                <a:solidFill>
                  <a:srgbClr val="0E9F5C"/>
                </a:solidFill>
                <a:latin typeface="Microsoft YaHei"/>
                <a:ea typeface="Microsoft YaHei"/>
                <a:cs typeface="Microsoft YaHei"/>
              </a:defRPr>
            </a:pPr>
            <a:r>
              <a:rPr sz="915" b="1">
                <a:solidFill>
                  <a:srgbClr val="0E9F5C"/>
                </a:solidFill>
                <a:latin typeface="Microsoft YaHei"/>
                <a:ea typeface="Microsoft YaHei"/>
                <a:cs typeface="Microsoft YaHei"/>
              </a:rPr>
              <a:t>材料已形成，经中心签报提交；</a:t>
            </a:r>
          </a:p>
          <a:p xmlns:a="http://schemas.openxmlformats.org/drawingml/2006/main">
            <a:pPr algn="ctr">
              <a:defRPr sz="915" b="1">
                <a:solidFill>
                  <a:srgbClr val="0E9F5C"/>
                </a:solidFill>
                <a:latin typeface="Microsoft YaHei"/>
                <a:ea typeface="Microsoft YaHei"/>
                <a:cs typeface="Microsoft YaHei"/>
              </a:defRPr>
            </a:pPr>
            <a:r>
              <a:rPr sz="915" b="1">
                <a:solidFill>
                  <a:srgbClr val="0E9F5C"/>
                </a:solidFill>
                <a:latin typeface="Microsoft YaHei"/>
                <a:ea typeface="Microsoft YaHei"/>
                <a:cs typeface="Microsoft YaHei"/>
              </a:rPr>
              <a:t>受理证明按正式流程补充</a:t>
            </a:r>
          </a:p>
        </p:txBody>
      </p:sp>
    </p:spTree>
    <p:extLst>
      <p:ext uri="{BB962C8B-B14F-4D97-AF65-F5344CB8AC3E}">
        <p14:creationId xmlns:p14="http://schemas.microsoft.com/office/powerpoint/2010/main" val="139104559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 name="Picture 1"/>
          <p:cNvPicPr>
            <a:picLocks xmlns:a="http://schemas.openxmlformats.org/drawingml/2006/main" noChangeAspect="1"/>
          </p:cNvPicPr>
          <p:nvPr/>
        </p:nvPicPr>
        <p:blipFill>
          <a:blip xmlns:r="http://schemas.openxmlformats.org/officeDocument/2006/relationships" xmlns:a="http://schemas.openxmlformats.org/drawingml/2006/main" r:embed="Re2d8219cbcf846c0"/>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62f6735cb5f647ce"/>
          <a:stretch xmlns:a="http://schemas.openxmlformats.org/drawingml/2006/main">
            <a:fillRect l="0" t="0" r="0" b="0"/>
          </a:stretch>
        </p:blipFill>
        <p:spPr>
          <a:xfrm xmlns:a="http://schemas.openxmlformats.org/drawingml/2006/main">
            <a:off x="0" y="0"/>
            <a:ext cx="12191695" cy="301752"/>
          </a:xfrm>
          <a:prstGeom xmlns:a="http://schemas.openxmlformats.org/drawingml/2006/main" prst="rect">
            <a:avLst/>
          </a:prstGeom>
        </p:spPr>
      </p:pic>
      <p:sp>
        <p:nvSpPr>
          <p:cNvPr id="4" name="Oval 3">
            <a:extLst xmlns:a="http://schemas.openxmlformats.org/drawingml/2006/main">
              <a:ext uri="{FF2B5EF4-FFF2-40B4-BE49-F238E27FC236}">
                <a16:creationId xmlns:a16="http://schemas.microsoft.com/office/drawing/2014/main" id="{EE078AC5-B619-4375-A087-52A6DCDFAAA9}"/>
              </a:ext>
            </a:extLst>
          </p:cNvPr>
          <p:cNvSpPr>
            <a:spLocks xmlns:a="http://schemas.openxmlformats.org/drawingml/2006/main" noGrp="1"/>
          </p:cNvSpPr>
          <p:nvPr/>
        </p:nvSpPr>
        <p:spPr>
          <a:xfrm xmlns:a="http://schemas.openxmlformats.org/drawingml/2006/main">
            <a:off x="256032" y="329184"/>
            <a:ext cx="438912" cy="438912"/>
          </a:xfrm>
          <a:prstGeom xmlns:a="http://schemas.openxmlformats.org/drawingml/2006/main" prst="ellipse">
            <a:avLst/>
          </a:prstGeom>
          <a:solidFill xmlns:a="http://schemas.openxmlformats.org/drawingml/2006/main">
            <a:srgbClr val="2F68EF"/>
          </a:solidFill>
          <a:ln xmlns:a="http://schemas.openxmlformats.org/drawingml/2006/main" w="25400">
            <a:solidFill>
              <a:srgbClr val="E2E8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4E945FB-B227-40DD-9177-8464A82EAFB1}"/>
              </a:ext>
            </a:extLst>
          </p:cNvPr>
          <p:cNvSpPr>
            <a:spLocks xmlns:a="http://schemas.openxmlformats.org/drawingml/2006/main" noGrp="1"/>
          </p:cNvSpPr>
          <p:nvPr/>
        </p:nvSpPr>
        <p:spPr>
          <a:xfrm xmlns:a="http://schemas.openxmlformats.org/drawingml/2006/main">
            <a:off x="256032" y="338328"/>
            <a:ext cx="438912" cy="42062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ctr">
            <a:spAutoFit/>
          </a:bodyPr>
          <a:lstStyle xmlns:a="http://schemas.openxmlformats.org/drawingml/2006/main"/>
          <a:p xmlns:a="http://schemas.openxmlformats.org/drawingml/2006/main">
            <a:pPr algn="ctr">
              <a:lnSpc>
                <a:spcPct val="105000"/>
              </a:lnSpc>
              <a:buNone/>
            </a:pPr>
            <a:r>
              <a:rPr sz="1800" b="1">
                <a:solidFill>
                  <a:srgbClr val="FFFFFF"/>
                </a:solidFill>
                <a:latin typeface="Microsoft YaHei"/>
                <a:ea typeface="Microsoft YaHei"/>
                <a:cs typeface="Microsoft YaHei"/>
              </a:rPr>
              <a:t>五</a:t>
            </a:r>
          </a:p>
        </p:txBody>
      </p:sp>
      <p:sp>
        <p:nvSpPr>
          <p:cNvPr id="6" name="TextBox 5">
            <a:extLst xmlns:a="http://schemas.openxmlformats.org/drawingml/2006/main">
              <a:ext uri="{FF2B5EF4-FFF2-40B4-BE49-F238E27FC236}">
                <a16:creationId xmlns:a16="http://schemas.microsoft.com/office/drawing/2014/main" id="{32177ED0-3DF2-4411-97E6-8156720A9CF6}"/>
              </a:ext>
            </a:extLst>
          </p:cNvPr>
          <p:cNvSpPr>
            <a:spLocks xmlns:a="http://schemas.openxmlformats.org/drawingml/2006/main" noGrp="1"/>
          </p:cNvSpPr>
          <p:nvPr/>
        </p:nvSpPr>
        <p:spPr>
          <a:xfrm xmlns:a="http://schemas.openxmlformats.org/drawingml/2006/main">
            <a:off x="841248" y="329184"/>
            <a:ext cx="1982979" cy="373757"/>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2220" b="1">
                <a:solidFill>
                  <a:srgbClr val="2F68EF"/>
                </a:solidFill>
                <a:latin typeface="Microsoft YaHei"/>
                <a:ea typeface="Microsoft YaHei"/>
                <a:cs typeface="Microsoft YaHei"/>
              </a:rPr>
              <a:t>5.1 </a:t>
            </a:r>
            <a:r>
              <a:rPr sz="2220" b="1">
                <a:solidFill>
                  <a:srgbClr val="2F68EF"/>
                </a:solidFill>
                <a:latin typeface="Microsoft YaHei"/>
                <a:ea typeface="Microsoft YaHei"/>
                <a:cs typeface="Microsoft YaHei"/>
              </a:rPr>
              <a:t>总结与后续</a:t>
            </a:r>
          </a:p>
        </p:txBody>
      </p:sp>
      <p:pic>
        <p:nvPicPr>
          <p:cNvPr id="7" name="Picture 6"/>
          <p:cNvPicPr>
            <a:picLocks xmlns:a="http://schemas.openxmlformats.org/drawingml/2006/main" noChangeAspect="1"/>
          </p:cNvPicPr>
          <p:nvPr/>
        </p:nvPicPr>
        <p:blipFill>
          <a:blip xmlns:r="http://schemas.openxmlformats.org/officeDocument/2006/relationships" xmlns:a="http://schemas.openxmlformats.org/drawingml/2006/main" r:embed="Rc5b93344a2f14af9"/>
          <a:stretch xmlns:a="http://schemas.openxmlformats.org/drawingml/2006/main">
            <a:fillRect l="0" t="0" r="0" b="0"/>
          </a:stretch>
        </p:blipFill>
        <p:spPr>
          <a:xfrm xmlns:a="http://schemas.openxmlformats.org/drawingml/2006/main">
            <a:off x="10561320" y="274320"/>
            <a:ext cx="1143000" cy="438912"/>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030A9763-20ED-4BCB-842C-551256011409}"/>
              </a:ext>
            </a:extLst>
          </p:cNvPr>
          <p:cNvSpPr>
            <a:spLocks xmlns:a="http://schemas.openxmlformats.org/drawingml/2006/main" noGrp="1"/>
          </p:cNvSpPr>
          <p:nvPr/>
        </p:nvSpPr>
        <p:spPr>
          <a:xfrm xmlns:a="http://schemas.openxmlformats.org/drawingml/2006/main">
            <a:off x="411480" y="6565392"/>
            <a:ext cx="6949440" cy="18288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800" b="0">
                <a:solidFill>
                  <a:srgbClr val="737E91"/>
                </a:solidFill>
                <a:latin typeface="Microsoft YaHei"/>
                <a:ea typeface="Microsoft YaHei"/>
                <a:cs typeface="Microsoft YaHei"/>
              </a:rPr>
              <a:t>面向互联网基础资源的大模型多智能体协作与可信认知标识技术研究</a:t>
            </a:r>
          </a:p>
        </p:txBody>
      </p:sp>
      <p:sp>
        <p:nvSpPr>
          <p:cNvPr id="9" name="TextBox 8">
            <a:extLst xmlns:a="http://schemas.openxmlformats.org/drawingml/2006/main">
              <a:ext uri="{FF2B5EF4-FFF2-40B4-BE49-F238E27FC236}">
                <a16:creationId xmlns:a16="http://schemas.microsoft.com/office/drawing/2014/main" id="{CBDE1028-082A-47EF-9326-F71FC43A6066}"/>
              </a:ext>
            </a:extLst>
          </p:cNvPr>
          <p:cNvSpPr>
            <a:spLocks xmlns:a="http://schemas.openxmlformats.org/drawingml/2006/main" noGrp="1"/>
          </p:cNvSpPr>
          <p:nvPr/>
        </p:nvSpPr>
        <p:spPr>
          <a:xfrm xmlns:a="http://schemas.openxmlformats.org/drawingml/2006/main">
            <a:off x="10378440" y="6547104"/>
            <a:ext cx="100584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0">
                <a:solidFill>
                  <a:srgbClr val="58657D"/>
                </a:solidFill>
                <a:latin typeface="Microsoft YaHei"/>
                <a:ea typeface="Microsoft YaHei"/>
                <a:cs typeface="Microsoft YaHei"/>
              </a:rPr>
              <a:t>CNNIC  中国互联网络信息中心</a:t>
            </a:r>
          </a:p>
        </p:txBody>
      </p:sp>
      <p:sp>
        <p:nvSpPr>
          <p:cNvPr id="10" name="TextBox 9">
            <a:extLst xmlns:a="http://schemas.openxmlformats.org/drawingml/2006/main">
              <a:ext uri="{FF2B5EF4-FFF2-40B4-BE49-F238E27FC236}">
                <a16:creationId xmlns:a16="http://schemas.microsoft.com/office/drawing/2014/main" id="{E5C6E6B1-DE6D-458D-BC60-00E343B26071}"/>
              </a:ext>
            </a:extLst>
          </p:cNvPr>
          <p:cNvSpPr>
            <a:spLocks xmlns:a="http://schemas.openxmlformats.org/drawingml/2006/main" noGrp="1"/>
          </p:cNvSpPr>
          <p:nvPr/>
        </p:nvSpPr>
        <p:spPr>
          <a:xfrm xmlns:a="http://schemas.openxmlformats.org/drawingml/2006/main">
            <a:off x="11475720" y="6547104"/>
            <a:ext cx="274320" cy="21031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r">
              <a:lnSpc>
                <a:spcPct val="105000"/>
              </a:lnSpc>
              <a:buNone/>
            </a:pPr>
            <a:r>
              <a:rPr sz="850" b="1">
                <a:solidFill>
                  <a:srgbClr val="58657D"/>
                </a:solidFill>
                <a:latin typeface="Microsoft YaHei"/>
                <a:ea typeface="Microsoft YaHei"/>
                <a:cs typeface="Microsoft YaHei"/>
              </a:rPr>
              <a:t>18</a:t>
            </a:r>
          </a:p>
        </p:txBody>
      </p:sp>
      <p:sp>
        <p:nvSpPr>
          <p:cNvPr id="11" name="Rounded Rectangle 10">
            <a:extLst xmlns:a="http://schemas.openxmlformats.org/drawingml/2006/main">
              <a:ext uri="{FF2B5EF4-FFF2-40B4-BE49-F238E27FC236}">
                <a16:creationId xmlns:a16="http://schemas.microsoft.com/office/drawing/2014/main" id="{F1498731-EF46-40ED-9058-B7A6450E4EBB}"/>
              </a:ext>
            </a:extLst>
          </p:cNvPr>
          <p:cNvSpPr>
            <a:spLocks xmlns:a="http://schemas.openxmlformats.org/drawingml/2006/main" noGrp="1"/>
          </p:cNvSpPr>
          <p:nvPr/>
        </p:nvSpPr>
        <p:spPr>
          <a:xfrm xmlns:a="http://schemas.openxmlformats.org/drawingml/2006/main">
            <a:off x="777240"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B69BE75-A854-4E3F-A54F-821299EE7D34}"/>
              </a:ext>
            </a:extLst>
          </p:cNvPr>
          <p:cNvSpPr>
            <a:spLocks xmlns:a="http://schemas.openxmlformats.org/drawingml/2006/main" noGrp="1"/>
          </p:cNvSpPr>
          <p:nvPr/>
        </p:nvSpPr>
        <p:spPr>
          <a:xfrm xmlns:a="http://schemas.openxmlformats.org/drawingml/2006/main">
            <a:off x="91440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2F68EF"/>
                </a:solidFill>
                <a:latin typeface="Microsoft YaHei"/>
                <a:ea typeface="Microsoft YaHei"/>
                <a:cs typeface="Microsoft YaHei"/>
              </a:rPr>
              <a:t>完成验收指标</a:t>
            </a:r>
          </a:p>
        </p:txBody>
      </p:sp>
      <p:sp>
        <p:nvSpPr>
          <p:cNvPr id="13" name="TextBox 12">
            <a:extLst xmlns:a="http://schemas.openxmlformats.org/drawingml/2006/main">
              <a:ext uri="{FF2B5EF4-FFF2-40B4-BE49-F238E27FC236}">
                <a16:creationId xmlns:a16="http://schemas.microsoft.com/office/drawing/2014/main" id="{75890C4B-647E-4C2E-BE86-BA812CD2660B}"/>
              </a:ext>
            </a:extLst>
          </p:cNvPr>
          <p:cNvSpPr>
            <a:spLocks xmlns:a="http://schemas.openxmlformats.org/drawingml/2006/main" noGrp="1"/>
          </p:cNvSpPr>
          <p:nvPr/>
        </p:nvSpPr>
        <p:spPr>
          <a:xfrm xmlns:a="http://schemas.openxmlformats.org/drawingml/2006/main">
            <a:off x="1274312" y="2125546"/>
            <a:ext cx="2343416" cy="59734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原型系统、技术报告、论文稿、专利材料、数据实验和成果汇编均已形成</a:t>
            </a:r>
            <a:r>
              <a:rPr sz="1180" b="0">
                <a:solidFill>
                  <a:srgbClr val="1C2536"/>
                </a:solidFill>
                <a:latin typeface="Microsoft YaHei"/>
                <a:ea typeface="Microsoft YaHei"/>
                <a:cs typeface="Microsoft YaHei"/>
              </a:rPr>
              <a:t>。</a:t>
            </a:r>
          </a:p>
        </p:txBody>
      </p:sp>
      <p:sp>
        <p:nvSpPr>
          <p:cNvPr id="14" name="Rounded Rectangle 13">
            <a:extLst xmlns:a="http://schemas.openxmlformats.org/drawingml/2006/main">
              <a:ext uri="{FF2B5EF4-FFF2-40B4-BE49-F238E27FC236}">
                <a16:creationId xmlns:a16="http://schemas.microsoft.com/office/drawing/2014/main" id="{86BC68AA-4705-4574-8E6B-15A39A9E16E9}"/>
              </a:ext>
            </a:extLst>
          </p:cNvPr>
          <p:cNvSpPr>
            <a:spLocks xmlns:a="http://schemas.openxmlformats.org/drawingml/2006/main" noGrp="1"/>
          </p:cNvSpPr>
          <p:nvPr/>
        </p:nvSpPr>
        <p:spPr>
          <a:xfrm xmlns:a="http://schemas.openxmlformats.org/drawingml/2006/main">
            <a:off x="4526279"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CB17BAA1-665B-452F-8F92-CA04FC5537AD}"/>
              </a:ext>
            </a:extLst>
          </p:cNvPr>
          <p:cNvSpPr>
            <a:spLocks xmlns:a="http://schemas.openxmlformats.org/drawingml/2006/main" noGrp="1"/>
          </p:cNvSpPr>
          <p:nvPr/>
        </p:nvSpPr>
        <p:spPr>
          <a:xfrm xmlns:a="http://schemas.openxmlformats.org/drawingml/2006/main">
            <a:off x="466344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1AA859"/>
                </a:solidFill>
                <a:latin typeface="Microsoft YaHei"/>
                <a:ea typeface="Microsoft YaHei"/>
                <a:cs typeface="Microsoft YaHei"/>
              </a:rPr>
              <a:t>形成技术闭环</a:t>
            </a:r>
          </a:p>
        </p:txBody>
      </p:sp>
      <p:sp>
        <p:nvSpPr>
          <p:cNvPr id="16" name="TextBox 15">
            <a:extLst xmlns:a="http://schemas.openxmlformats.org/drawingml/2006/main">
              <a:ext uri="{FF2B5EF4-FFF2-40B4-BE49-F238E27FC236}">
                <a16:creationId xmlns:a16="http://schemas.microsoft.com/office/drawing/2014/main" id="{91C42E8A-8952-4BE2-83D4-BABA58A3694B}"/>
              </a:ext>
            </a:extLst>
          </p:cNvPr>
          <p:cNvSpPr>
            <a:spLocks xmlns:a="http://schemas.openxmlformats.org/drawingml/2006/main" noGrp="1"/>
          </p:cNvSpPr>
          <p:nvPr/>
        </p:nvSpPr>
        <p:spPr>
          <a:xfrm xmlns:a="http://schemas.openxmlformats.org/drawingml/2006/main">
            <a:off x="5014314" y="2125551"/>
            <a:ext cx="2361490" cy="597343"/>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能力命名、结构化判别、职责化协作复核、可信留痕和执行映射贯通</a:t>
            </a:r>
            <a:r>
              <a:rPr sz="1180" b="0">
                <a:solidFill>
                  <a:srgbClr val="1C2536"/>
                </a:solidFill>
                <a:latin typeface="Microsoft YaHei"/>
                <a:ea typeface="Microsoft YaHei"/>
                <a:cs typeface="Microsoft YaHei"/>
              </a:rPr>
              <a:t>。</a:t>
            </a:r>
          </a:p>
        </p:txBody>
      </p:sp>
      <p:sp>
        <p:nvSpPr>
          <p:cNvPr id="17" name="Rounded Rectangle 16">
            <a:extLst xmlns:a="http://schemas.openxmlformats.org/drawingml/2006/main">
              <a:ext uri="{FF2B5EF4-FFF2-40B4-BE49-F238E27FC236}">
                <a16:creationId xmlns:a16="http://schemas.microsoft.com/office/drawing/2014/main" id="{F75670FF-6E03-48B9-B966-487F30A4BABD}"/>
              </a:ext>
            </a:extLst>
          </p:cNvPr>
          <p:cNvSpPr>
            <a:spLocks xmlns:a="http://schemas.openxmlformats.org/drawingml/2006/main" noGrp="1"/>
          </p:cNvSpPr>
          <p:nvPr/>
        </p:nvSpPr>
        <p:spPr>
          <a:xfrm xmlns:a="http://schemas.openxmlformats.org/drawingml/2006/main">
            <a:off x="8275319" y="1417320"/>
            <a:ext cx="3337560" cy="141732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B9CA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754FCCBF-ABEB-48BE-8237-A7018CE15777}"/>
              </a:ext>
            </a:extLst>
          </p:cNvPr>
          <p:cNvSpPr>
            <a:spLocks xmlns:a="http://schemas.openxmlformats.org/drawingml/2006/main" noGrp="1"/>
          </p:cNvSpPr>
          <p:nvPr/>
        </p:nvSpPr>
        <p:spPr>
          <a:xfrm xmlns:a="http://schemas.openxmlformats.org/drawingml/2006/main">
            <a:off x="8412480" y="1691640"/>
            <a:ext cx="3063240" cy="292608"/>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700" b="1">
                <a:solidFill>
                  <a:srgbClr val="F7961E"/>
                </a:solidFill>
                <a:latin typeface="Microsoft YaHei"/>
                <a:ea typeface="Microsoft YaHei"/>
                <a:cs typeface="Microsoft YaHei"/>
              </a:rPr>
              <a:t>具备延展价值</a:t>
            </a:r>
          </a:p>
        </p:txBody>
      </p:sp>
      <p:sp>
        <p:nvSpPr>
          <p:cNvPr id="19" name="TextBox 18">
            <a:extLst xmlns:a="http://schemas.openxmlformats.org/drawingml/2006/main">
              <a:ext uri="{FF2B5EF4-FFF2-40B4-BE49-F238E27FC236}">
                <a16:creationId xmlns:a16="http://schemas.microsoft.com/office/drawing/2014/main" id="{5195E6DA-3D93-4235-996F-103EB925865F}"/>
              </a:ext>
            </a:extLst>
          </p:cNvPr>
          <p:cNvSpPr>
            <a:spLocks xmlns:a="http://schemas.openxmlformats.org/drawingml/2006/main" noGrp="1"/>
          </p:cNvSpPr>
          <p:nvPr/>
        </p:nvSpPr>
        <p:spPr>
          <a:xfrm xmlns:a="http://schemas.openxmlformats.org/drawingml/2006/main">
            <a:off x="8665535" y="2139696"/>
            <a:ext cx="2718743" cy="406650"/>
          </a:xfrm>
          <a:prstGeom xmlns:a="http://schemas.openxmlformats.org/drawingml/2006/main" prst="rect">
            <a:avLst/>
          </a:prstGeom>
          <a:noFill xmlns:a="http://schemas.openxmlformats.org/drawingml/2006/main"/>
        </p:spPr>
        <p:txBody>
          <a:bodyPr xmlns:a="http://schemas.openxmlformats.org/drawingml/2006/main" wrap="square" lIns="18288" tIns="18288" rIns="18288" bIns="18288" anchor="t">
            <a:spAutoFit/>
          </a:bodyPr>
          <a:lstStyle xmlns:a="http://schemas.openxmlformats.org/drawingml/2006/main"/>
          <a:p xmlns:a="http://schemas.openxmlformats.org/drawingml/2006/main">
            <a:pPr algn="ctr">
              <a:lnSpc>
                <a:spcPct val="105000"/>
              </a:lnSpc>
              <a:buNone/>
            </a:pPr>
            <a:r>
              <a:rPr sz="1180" b="0">
                <a:solidFill>
                  <a:srgbClr val="1C2536"/>
                </a:solidFill>
                <a:latin typeface="Microsoft YaHei"/>
                <a:ea typeface="Microsoft YaHei"/>
                <a:cs typeface="Microsoft YaHei"/>
              </a:rPr>
              <a:t>可支撑后续 AgentDNS、智能体服务发现、可信调用和治理审计方向深化。</a:t>
            </a:r>
          </a:p>
        </p:txBody>
      </p:sp>
      <p:sp>
        <p:nvSpPr>
          <p:cNvPr id="20" name="TextBox 19">
            <a:extLst xmlns:a="http://schemas.openxmlformats.org/drawingml/2006/main">
              <a:ext uri="{FF2B5EF4-FFF2-40B4-BE49-F238E27FC236}">
                <a16:creationId xmlns:a16="http://schemas.microsoft.com/office/drawing/2014/main" id="{A8DD8111-8DD0-417F-8FA0-87F8A529B332}"/>
              </a:ext>
            </a:extLst>
          </p:cNvPr>
          <p:cNvSpPr>
            <a:spLocks xmlns:a="http://schemas.openxmlformats.org/drawingml/2006/main" noGrp="1"/>
          </p:cNvSpPr>
          <p:nvPr/>
        </p:nvSpPr>
        <p:spPr>
          <a:xfrm xmlns:a="http://schemas.openxmlformats.org/drawingml/2006/main">
            <a:off x="868680" y="3337560"/>
            <a:ext cx="2926080" cy="274320"/>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700" b="1">
                <a:solidFill>
                  <a:srgbClr val="2F68EF"/>
                </a:solidFill>
                <a:latin typeface="Microsoft YaHei"/>
                <a:ea typeface="Microsoft YaHei"/>
                <a:cs typeface="Microsoft YaHei"/>
              </a:rPr>
              <a:t>后续深化方向</a:t>
            </a:r>
          </a:p>
        </p:txBody>
      </p:sp>
      <p:sp>
        <p:nvSpPr>
          <p:cNvPr id="21" name="Rectangle 20">
            <a:extLst xmlns:a="http://schemas.openxmlformats.org/drawingml/2006/main">
              <a:ext uri="{FF2B5EF4-FFF2-40B4-BE49-F238E27FC236}">
                <a16:creationId xmlns:a16="http://schemas.microsoft.com/office/drawing/2014/main" id="{EEF9571F-9843-45E7-965E-D513366D6F5C}"/>
              </a:ext>
            </a:extLst>
          </p:cNvPr>
          <p:cNvSpPr>
            <a:spLocks xmlns:a="http://schemas.openxmlformats.org/drawingml/2006/main" noGrp="1"/>
          </p:cNvSpPr>
          <p:nvPr/>
        </p:nvSpPr>
        <p:spPr>
          <a:xfrm xmlns:a="http://schemas.openxmlformats.org/drawingml/2006/main">
            <a:off x="914400" y="3749039"/>
            <a:ext cx="10424160" cy="347472"/>
          </a:xfrm>
          <a:prstGeom xmlns:a="http://schemas.openxmlformats.org/drawingml/2006/main" prst="rect">
            <a:avLst/>
          </a:prstGeom>
          <a:solidFill xmlns:a="http://schemas.openxmlformats.org/drawingml/2006/main">
            <a:srgbClr val="E5E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28C36A87-A848-459C-AE7F-BA9264594C74}"/>
              </a:ext>
            </a:extLst>
          </p:cNvPr>
          <p:cNvSpPr>
            <a:spLocks xmlns:a="http://schemas.openxmlformats.org/drawingml/2006/main" noGrp="1"/>
          </p:cNvSpPr>
          <p:nvPr/>
        </p:nvSpPr>
        <p:spPr>
          <a:xfrm xmlns:a="http://schemas.openxmlformats.org/drawingml/2006/main">
            <a:off x="1143000" y="3822191"/>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规模扩展</a:t>
            </a:r>
          </a:p>
        </p:txBody>
      </p:sp>
      <p:sp>
        <p:nvSpPr>
          <p:cNvPr id="23" name="TextBox 22">
            <a:extLst xmlns:a="http://schemas.openxmlformats.org/drawingml/2006/main">
              <a:ext uri="{FF2B5EF4-FFF2-40B4-BE49-F238E27FC236}">
                <a16:creationId xmlns:a16="http://schemas.microsoft.com/office/drawing/2014/main" id="{AC9F8CE7-4083-4194-B70B-C3F73BE919B7}"/>
              </a:ext>
            </a:extLst>
          </p:cNvPr>
          <p:cNvSpPr>
            <a:spLocks xmlns:a="http://schemas.openxmlformats.org/drawingml/2006/main" noGrp="1"/>
          </p:cNvSpPr>
          <p:nvPr/>
        </p:nvSpPr>
        <p:spPr>
          <a:xfrm xmlns:a="http://schemas.openxmlformats.org/drawingml/2006/main">
            <a:off x="2468880" y="3822191"/>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更大规模独立样本与跨命名空间验证</a:t>
            </a:r>
          </a:p>
        </p:txBody>
      </p:sp>
      <p:sp>
        <p:nvSpPr>
          <p:cNvPr id="24" name="Rectangle 23">
            <a:extLst xmlns:a="http://schemas.openxmlformats.org/drawingml/2006/main">
              <a:ext uri="{FF2B5EF4-FFF2-40B4-BE49-F238E27FC236}">
                <a16:creationId xmlns:a16="http://schemas.microsoft.com/office/drawing/2014/main" id="{320632E5-A376-4A0F-8995-0E09C4455C95}"/>
              </a:ext>
            </a:extLst>
          </p:cNvPr>
          <p:cNvSpPr>
            <a:spLocks xmlns:a="http://schemas.openxmlformats.org/drawingml/2006/main" noGrp="1"/>
          </p:cNvSpPr>
          <p:nvPr/>
        </p:nvSpPr>
        <p:spPr>
          <a:xfrm xmlns:a="http://schemas.openxmlformats.org/drawingml/2006/main">
            <a:off x="914400" y="4224527"/>
            <a:ext cx="10424160" cy="347472"/>
          </a:xfrm>
          <a:prstGeom xmlns:a="http://schemas.openxmlformats.org/drawingml/2006/main" prst="rect">
            <a:avLst/>
          </a:prstGeom>
          <a:solidFill xmlns:a="http://schemas.openxmlformats.org/drawingml/2006/main">
            <a:srgbClr val="FFF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78F681C8-B751-49A8-89C1-D974638BD450}"/>
              </a:ext>
            </a:extLst>
          </p:cNvPr>
          <p:cNvSpPr>
            <a:spLocks xmlns:a="http://schemas.openxmlformats.org/drawingml/2006/main" noGrp="1"/>
          </p:cNvSpPr>
          <p:nvPr/>
        </p:nvSpPr>
        <p:spPr>
          <a:xfrm xmlns:a="http://schemas.openxmlformats.org/drawingml/2006/main">
            <a:off x="1143000" y="4297679"/>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在线指标</a:t>
            </a:r>
          </a:p>
        </p:txBody>
      </p:sp>
      <p:sp>
        <p:nvSpPr>
          <p:cNvPr id="26" name="TextBox 25">
            <a:extLst xmlns:a="http://schemas.openxmlformats.org/drawingml/2006/main">
              <a:ext uri="{FF2B5EF4-FFF2-40B4-BE49-F238E27FC236}">
                <a16:creationId xmlns:a16="http://schemas.microsoft.com/office/drawing/2014/main" id="{58D5EBD9-6BBD-403D-B491-DA2C899B6A04}"/>
              </a:ext>
            </a:extLst>
          </p:cNvPr>
          <p:cNvSpPr>
            <a:spLocks xmlns:a="http://schemas.openxmlformats.org/drawingml/2006/main" noGrp="1"/>
          </p:cNvSpPr>
          <p:nvPr/>
        </p:nvSpPr>
        <p:spPr>
          <a:xfrm xmlns:a="http://schemas.openxmlformats.org/drawingml/2006/main">
            <a:off x="2468880" y="4297679"/>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补充时延、调用成本、失败恢复和稳定性日志</a:t>
            </a:r>
          </a:p>
        </p:txBody>
      </p:sp>
      <p:sp>
        <p:nvSpPr>
          <p:cNvPr id="27" name="Rectangle 26">
            <a:extLst xmlns:a="http://schemas.openxmlformats.org/drawingml/2006/main">
              <a:ext uri="{FF2B5EF4-FFF2-40B4-BE49-F238E27FC236}">
                <a16:creationId xmlns:a16="http://schemas.microsoft.com/office/drawing/2014/main" id="{D2654F5D-6200-49A1-9353-A0B7354C9826}"/>
              </a:ext>
            </a:extLst>
          </p:cNvPr>
          <p:cNvSpPr>
            <a:spLocks xmlns:a="http://schemas.openxmlformats.org/drawingml/2006/main" noGrp="1"/>
          </p:cNvSpPr>
          <p:nvPr/>
        </p:nvSpPr>
        <p:spPr>
          <a:xfrm xmlns:a="http://schemas.openxmlformats.org/drawingml/2006/main">
            <a:off x="914400" y="4700016"/>
            <a:ext cx="10424160" cy="347472"/>
          </a:xfrm>
          <a:prstGeom xmlns:a="http://schemas.openxmlformats.org/drawingml/2006/main" prst="rect">
            <a:avLst/>
          </a:prstGeom>
          <a:solidFill xmlns:a="http://schemas.openxmlformats.org/drawingml/2006/main">
            <a:srgbClr val="E5E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F92A990E-8276-405C-980F-E02D997DEBBC}"/>
              </a:ext>
            </a:extLst>
          </p:cNvPr>
          <p:cNvSpPr>
            <a:spLocks xmlns:a="http://schemas.openxmlformats.org/drawingml/2006/main" noGrp="1"/>
          </p:cNvSpPr>
          <p:nvPr/>
        </p:nvSpPr>
        <p:spPr>
          <a:xfrm xmlns:a="http://schemas.openxmlformats.org/drawingml/2006/main">
            <a:off x="1143000" y="4773168"/>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业务联调</a:t>
            </a:r>
          </a:p>
        </p:txBody>
      </p:sp>
      <p:sp>
        <p:nvSpPr>
          <p:cNvPr id="29" name="TextBox 28">
            <a:extLst xmlns:a="http://schemas.openxmlformats.org/drawingml/2006/main">
              <a:ext uri="{FF2B5EF4-FFF2-40B4-BE49-F238E27FC236}">
                <a16:creationId xmlns:a16="http://schemas.microsoft.com/office/drawing/2014/main" id="{588C630B-918B-489D-90E7-126442950784}"/>
              </a:ext>
            </a:extLst>
          </p:cNvPr>
          <p:cNvSpPr>
            <a:spLocks xmlns:a="http://schemas.openxmlformats.org/drawingml/2006/main" noGrp="1"/>
          </p:cNvSpPr>
          <p:nvPr/>
        </p:nvSpPr>
        <p:spPr>
          <a:xfrm xmlns:a="http://schemas.openxmlformats.org/drawingml/2006/main">
            <a:off x="2468880" y="4773168"/>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推进真实业务系统、可信审计和标准化接口联动</a:t>
            </a:r>
          </a:p>
        </p:txBody>
      </p:sp>
      <p:sp>
        <p:nvSpPr>
          <p:cNvPr id="30" name="Rectangle 29">
            <a:extLst xmlns:a="http://schemas.openxmlformats.org/drawingml/2006/main">
              <a:ext uri="{FF2B5EF4-FFF2-40B4-BE49-F238E27FC236}">
                <a16:creationId xmlns:a16="http://schemas.microsoft.com/office/drawing/2014/main" id="{C8D5E17B-DFB4-43F9-83D4-91CB4F7D5CAB}"/>
              </a:ext>
            </a:extLst>
          </p:cNvPr>
          <p:cNvSpPr>
            <a:spLocks xmlns:a="http://schemas.openxmlformats.org/drawingml/2006/main" noGrp="1"/>
          </p:cNvSpPr>
          <p:nvPr/>
        </p:nvSpPr>
        <p:spPr>
          <a:xfrm xmlns:a="http://schemas.openxmlformats.org/drawingml/2006/main">
            <a:off x="914400" y="5175504"/>
            <a:ext cx="10424160" cy="347472"/>
          </a:xfrm>
          <a:prstGeom xmlns:a="http://schemas.openxmlformats.org/drawingml/2006/main" prst="rect">
            <a:avLst/>
          </a:prstGeom>
          <a:solidFill xmlns:a="http://schemas.openxmlformats.org/drawingml/2006/main">
            <a:srgbClr val="FFFFFF"/>
          </a:solidFill>
          <a:ln xmlns:a="http://schemas.openxmlformats.org/drawingml/2006/main" w="7620">
            <a:solidFill>
              <a:srgbClr val="D2DC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A67672C0-28FF-4E9D-A4DF-D71F6B883561}"/>
              </a:ext>
            </a:extLst>
          </p:cNvPr>
          <p:cNvSpPr>
            <a:spLocks xmlns:a="http://schemas.openxmlformats.org/drawingml/2006/main" noGrp="1"/>
          </p:cNvSpPr>
          <p:nvPr/>
        </p:nvSpPr>
        <p:spPr>
          <a:xfrm xmlns:a="http://schemas.openxmlformats.org/drawingml/2006/main">
            <a:off x="1143000" y="5248656"/>
            <a:ext cx="11887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150" b="1">
                <a:solidFill>
                  <a:srgbClr val="2F68EF"/>
                </a:solidFill>
                <a:latin typeface="Microsoft YaHei"/>
                <a:ea typeface="Microsoft YaHei"/>
                <a:cs typeface="Microsoft YaHei"/>
              </a:rPr>
              <a:t>试点转化</a:t>
            </a:r>
          </a:p>
        </p:txBody>
      </p:sp>
      <p:sp>
        <p:nvSpPr>
          <p:cNvPr id="32" name="TextBox 31">
            <a:extLst xmlns:a="http://schemas.openxmlformats.org/drawingml/2006/main">
              <a:ext uri="{FF2B5EF4-FFF2-40B4-BE49-F238E27FC236}">
                <a16:creationId xmlns:a16="http://schemas.microsoft.com/office/drawing/2014/main" id="{C847CF42-CB7C-4A32-90F1-F56AA3BF163E}"/>
              </a:ext>
            </a:extLst>
          </p:cNvPr>
          <p:cNvSpPr>
            <a:spLocks xmlns:a="http://schemas.openxmlformats.org/drawingml/2006/main" noGrp="1"/>
          </p:cNvSpPr>
          <p:nvPr/>
        </p:nvSpPr>
        <p:spPr>
          <a:xfrm xmlns:a="http://schemas.openxmlformats.org/drawingml/2006/main">
            <a:off x="2468880" y="5248656"/>
            <a:ext cx="8503920" cy="146304"/>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l">
              <a:lnSpc>
                <a:spcPct val="105000"/>
              </a:lnSpc>
              <a:buNone/>
            </a:pPr>
            <a:r>
              <a:rPr sz="1120" b="0">
                <a:solidFill>
                  <a:srgbClr val="1C2536"/>
                </a:solidFill>
                <a:latin typeface="Microsoft YaHei"/>
                <a:ea typeface="Microsoft YaHei"/>
                <a:cs typeface="Microsoft YaHei"/>
              </a:rPr>
              <a:t>面向智能体服务发现与治理审计开展场景试点</a:t>
            </a:r>
          </a:p>
        </p:txBody>
      </p:sp>
      <p:sp>
        <p:nvSpPr>
          <p:cNvPr id="33" name="Rounded Rectangle 32">
            <a:extLst xmlns:a="http://schemas.openxmlformats.org/drawingml/2006/main">
              <a:ext uri="{FF2B5EF4-FFF2-40B4-BE49-F238E27FC236}">
                <a16:creationId xmlns:a16="http://schemas.microsoft.com/office/drawing/2014/main" id="{2EF5259B-FAEA-4098-BE56-D26C9E559B37}"/>
              </a:ext>
            </a:extLst>
          </p:cNvPr>
          <p:cNvSpPr>
            <a:spLocks xmlns:a="http://schemas.openxmlformats.org/drawingml/2006/main" noGrp="1"/>
          </p:cNvSpPr>
          <p:nvPr/>
        </p:nvSpPr>
        <p:spPr>
          <a:xfrm xmlns:a="http://schemas.openxmlformats.org/drawingml/2006/main">
            <a:off x="1005840" y="5806440"/>
            <a:ext cx="10149840" cy="411480"/>
          </a:xfrm>
          <a:prstGeom xmlns:a="http://schemas.openxmlformats.org/drawingml/2006/main" prst="roundRect">
            <a:avLst/>
          </a:prstGeom>
          <a:solidFill xmlns:a="http://schemas.openxmlformats.org/drawingml/2006/main">
            <a:srgbClr val="377BF5"/>
          </a:solidFill>
          <a:ln xmlns:a="http://schemas.openxmlformats.org/drawingml/2006/main" w="15240">
            <a:solidFill>
              <a:srgbClr val="377B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1AC3969C-4345-4764-98C0-A9650F81F5AB}"/>
              </a:ext>
            </a:extLst>
          </p:cNvPr>
          <p:cNvSpPr>
            <a:spLocks xmlns:a="http://schemas.openxmlformats.org/drawingml/2006/main" noGrp="1"/>
          </p:cNvSpPr>
          <p:nvPr/>
        </p:nvSpPr>
        <p:spPr>
          <a:xfrm xmlns:a="http://schemas.openxmlformats.org/drawingml/2006/main">
            <a:off x="1097280" y="5916168"/>
            <a:ext cx="9966960" cy="164592"/>
          </a:xfrm>
          <a:prstGeom xmlns:a="http://schemas.openxmlformats.org/drawingml/2006/main" prst="rect">
            <a:avLst/>
          </a:prstGeom>
          <a:noFill xmlns:a="http://schemas.openxmlformats.org/drawingml/2006/main"/>
        </p:spPr>
        <p:txBody>
          <a:bodyPr xmlns:a="http://schemas.openxmlformats.org/drawingml/2006/main" wrap="none" lIns="18288" tIns="18288" rIns="18288" bIns="18288" anchor="t">
            <a:spAutoFit/>
          </a:bodyPr>
          <a:lstStyle xmlns:a="http://schemas.openxmlformats.org/drawingml/2006/main"/>
          <a:p xmlns:a="http://schemas.openxmlformats.org/drawingml/2006/main">
            <a:pPr algn="ctr">
              <a:lnSpc>
                <a:spcPct val="105000"/>
              </a:lnSpc>
              <a:buNone/>
            </a:pPr>
            <a:r>
              <a:rPr sz="1600" b="1">
                <a:solidFill>
                  <a:srgbClr val="FFFFFF"/>
                </a:solidFill>
                <a:latin typeface="Microsoft YaHei"/>
                <a:ea typeface="Microsoft YaHei"/>
                <a:cs typeface="Microsoft YaHei"/>
              </a:rPr>
              <a:t>谢谢各位专家，请批评指正。</a:t>
            </a:r>
          </a:p>
        </p:txBody>
      </p:sp>
    </p:spTree>
    <p:extLst>
      <p:ext uri="{BB962C8B-B14F-4D97-AF65-F5344CB8AC3E}">
        <p14:creationId xmlns:p14="http://schemas.microsoft.com/office/powerpoint/2010/main" val="7815755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E2DDD17-464D-4970-B51E-487519A0081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D62015E-3EBC-49C5-85BD-FC33FFC20A86}"/>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A10024A-A65F-4E00-AECE-DD7EB97AE835}"/>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A：不同协作配置下的训练集 / 测试集表现</a:t>
            </a:r>
          </a:p>
        </p:txBody>
      </p:sp>
      <p:sp>
        <p:nvSpPr>
          <p:cNvPr id="5" name="Rounded Rectangle 4">
            <a:extLst xmlns:a="http://schemas.openxmlformats.org/drawingml/2006/main">
              <a:ext uri="{FF2B5EF4-FFF2-40B4-BE49-F238E27FC236}">
                <a16:creationId xmlns:a16="http://schemas.microsoft.com/office/drawing/2014/main" id="{4741D138-9966-4518-9663-84CFE38DA845}"/>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4d6624f40b3e4170"/>
          <a:stretch xmlns:a="http://schemas.openxmlformats.org/drawingml/2006/main">
            <a:fillRect l="0" t="0" r="0" b="0"/>
          </a:stretch>
        </p:blipFill>
        <p:spPr>
          <a:xfrm xmlns:a="http://schemas.openxmlformats.org/drawingml/2006/main">
            <a:off x="2451705" y="1188720"/>
            <a:ext cx="7258108"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0FC3A8F7-B485-4393-8AD8-B7A037193999}"/>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88783C8-71F7-44CB-B986-F32980350151}"/>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可在专家追问“为什么有默认/选择性/扩展配置”时使用。</a:t>
            </a:r>
          </a:p>
        </p:txBody>
      </p:sp>
      <p:sp>
        <p:nvSpPr>
          <p:cNvPr id="9" name="TextBox 8">
            <a:extLst xmlns:a="http://schemas.openxmlformats.org/drawingml/2006/main">
              <a:ext uri="{FF2B5EF4-FFF2-40B4-BE49-F238E27FC236}">
                <a16:creationId xmlns:a16="http://schemas.microsoft.com/office/drawing/2014/main" id="{B7CA4ACE-A87E-4A53-8F44-30A9E64A8058}"/>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8AB6FC2D-043F-4E74-8510-390E6E47C950}"/>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A</a:t>
            </a:r>
          </a:p>
        </p:txBody>
      </p:sp>
    </p:spTree>
    <p:extLst>
      <p:ext uri="{BB962C8B-B14F-4D97-AF65-F5344CB8AC3E}">
        <p14:creationId xmlns:p14="http://schemas.microsoft.com/office/powerpoint/2010/main" val="212681574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A217820-AD5B-4FE2-978C-81E1ACDDDBD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3F915C7-6D42-4BE7-BB50-41D4CFF65003}"/>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2FD9C00-4AB6-43B1-AB00-951A25D78330}"/>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B：执行实例过滤与排序流程</a:t>
            </a:r>
          </a:p>
        </p:txBody>
      </p:sp>
      <p:sp>
        <p:nvSpPr>
          <p:cNvPr id="5" name="Rounded Rectangle 4">
            <a:extLst xmlns:a="http://schemas.openxmlformats.org/drawingml/2006/main">
              <a:ext uri="{FF2B5EF4-FFF2-40B4-BE49-F238E27FC236}">
                <a16:creationId xmlns:a16="http://schemas.microsoft.com/office/drawing/2014/main" id="{DAFFB4DD-0DD3-4C4C-9229-0B6E4FC1DC87}"/>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97ecd0f68ae44c8f"/>
          <a:stretch xmlns:a="http://schemas.openxmlformats.org/drawingml/2006/main">
            <a:fillRect l="0" t="0" r="0" b="0"/>
          </a:stretch>
        </p:blipFill>
        <p:spPr>
          <a:xfrm xmlns:a="http://schemas.openxmlformats.org/drawingml/2006/main">
            <a:off x="2075392" y="1188720"/>
            <a:ext cx="8010734"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A4129605-913A-4F79-A88D-CDE1C1B9EB18}"/>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B9E5AFC-19C0-44C5-AB39-6C3B355B7A15}"/>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 Stage C 如何从能力地址落到具体 Agent 时使用。</a:t>
            </a:r>
          </a:p>
        </p:txBody>
      </p:sp>
      <p:sp>
        <p:nvSpPr>
          <p:cNvPr id="9" name="TextBox 8">
            <a:extLst xmlns:a="http://schemas.openxmlformats.org/drawingml/2006/main">
              <a:ext uri="{FF2B5EF4-FFF2-40B4-BE49-F238E27FC236}">
                <a16:creationId xmlns:a16="http://schemas.microsoft.com/office/drawing/2014/main" id="{753E2C4D-04B5-4266-A803-46B772016ABF}"/>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B399589F-60BB-454C-BF22-0BE8D100FF32}"/>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B</a:t>
            </a:r>
          </a:p>
        </p:txBody>
      </p:sp>
    </p:spTree>
    <p:extLst>
      <p:ext uri="{BB962C8B-B14F-4D97-AF65-F5344CB8AC3E}">
        <p14:creationId xmlns:p14="http://schemas.microsoft.com/office/powerpoint/2010/main" val="198977876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EDE470C-D27D-4D92-9C55-12236826317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292282D-6ADE-46E6-A817-62A94EC88EDE}"/>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48658B3-0764-43E2-8784-7E436331B0FC}"/>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C：结构化决策轨迹字段组</a:t>
            </a:r>
          </a:p>
        </p:txBody>
      </p:sp>
      <p:sp>
        <p:nvSpPr>
          <p:cNvPr id="5" name="Rounded Rectangle 4">
            <a:extLst xmlns:a="http://schemas.openxmlformats.org/drawingml/2006/main">
              <a:ext uri="{FF2B5EF4-FFF2-40B4-BE49-F238E27FC236}">
                <a16:creationId xmlns:a16="http://schemas.microsoft.com/office/drawing/2014/main" id="{9A176364-EAD1-4155-B087-0BE5AA9ABFDC}"/>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9eb9de26e6314eb4"/>
          <a:stretch xmlns:a="http://schemas.openxmlformats.org/drawingml/2006/main">
            <a:fillRect l="0" t="0" r="0" b="0"/>
          </a:stretch>
        </p:blipFill>
        <p:spPr>
          <a:xfrm xmlns:a="http://schemas.openxmlformats.org/drawingml/2006/main">
            <a:off x="4273450" y="1188720"/>
            <a:ext cx="3614619"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7CEC0E04-5D67-424A-8AED-BC72C3C18B88}"/>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A5AB4680-ACC1-43E7-B7A9-470F58EF231F}"/>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可在专家追问过程留痕的字段细节时使用。</a:t>
            </a:r>
          </a:p>
        </p:txBody>
      </p:sp>
      <p:sp>
        <p:nvSpPr>
          <p:cNvPr id="9" name="TextBox 8">
            <a:extLst xmlns:a="http://schemas.openxmlformats.org/drawingml/2006/main">
              <a:ext uri="{FF2B5EF4-FFF2-40B4-BE49-F238E27FC236}">
                <a16:creationId xmlns:a16="http://schemas.microsoft.com/office/drawing/2014/main" id="{07EBA55D-2A91-4EC2-806A-2119F09911BD}"/>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6E79DE99-4741-4EC8-B00A-366C0F08EFC3}"/>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C</a:t>
            </a:r>
          </a:p>
        </p:txBody>
      </p:sp>
    </p:spTree>
    <p:extLst>
      <p:ext uri="{BB962C8B-B14F-4D97-AF65-F5344CB8AC3E}">
        <p14:creationId xmlns:p14="http://schemas.microsoft.com/office/powerpoint/2010/main" val="135987781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3F877C1-2BE0-45AF-8623-A1613D9EE58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EF6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D2FDF7C-F755-4310-BDBD-F2A05E8D4EC0}"/>
              </a:ext>
            </a:extLst>
          </p:cNvPr>
          <p:cNvSpPr>
            <a:spLocks xmlns:a="http://schemas.openxmlformats.org/drawingml/2006/main" noGrp="1"/>
          </p:cNvSpPr>
          <p:nvPr/>
        </p:nvSpPr>
        <p:spPr>
          <a:xfrm xmlns:a="http://schemas.openxmlformats.org/drawingml/2006/main">
            <a:off x="0" y="0"/>
            <a:ext cx="12191695" cy="384048"/>
          </a:xfrm>
          <a:prstGeom xmlns:a="http://schemas.openxmlformats.org/drawingml/2006/main" prst="rect">
            <a:avLst/>
          </a:prstGeom>
          <a:solidFill xmlns:a="http://schemas.openxmlformats.org/drawingml/2006/main">
            <a:srgbClr val="255F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24208E81-15AA-4A54-9EA9-68518D858677}"/>
              </a:ext>
            </a:extLst>
          </p:cNvPr>
          <p:cNvSpPr>
            <a:spLocks xmlns:a="http://schemas.openxmlformats.org/drawingml/2006/main" noGrp="1"/>
          </p:cNvSpPr>
          <p:nvPr/>
        </p:nvSpPr>
        <p:spPr>
          <a:xfrm xmlns:a="http://schemas.openxmlformats.org/drawingml/2006/main">
            <a:off x="502920" y="530352"/>
            <a:ext cx="1078992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400" b="1">
                <a:solidFill>
                  <a:srgbClr val="255FE0"/>
                </a:solidFill>
                <a:latin typeface="Microsoft YaHei"/>
                <a:ea typeface="Microsoft YaHei"/>
                <a:cs typeface="Microsoft YaHei"/>
              </a:rPr>
              <a:t>备份图 D：语义能力地址与实例地址两层关系</a:t>
            </a:r>
          </a:p>
        </p:txBody>
      </p:sp>
      <p:sp>
        <p:nvSpPr>
          <p:cNvPr id="5" name="Rounded Rectangle 4">
            <a:extLst xmlns:a="http://schemas.openxmlformats.org/drawingml/2006/main">
              <a:ext uri="{FF2B5EF4-FFF2-40B4-BE49-F238E27FC236}">
                <a16:creationId xmlns:a16="http://schemas.microsoft.com/office/drawing/2014/main" id="{65DEA1DA-74C3-497C-94EC-75714CC149D1}"/>
              </a:ext>
            </a:extLst>
          </p:cNvPr>
          <p:cNvSpPr>
            <a:spLocks xmlns:a="http://schemas.openxmlformats.org/drawingml/2006/main" noGrp="1"/>
          </p:cNvSpPr>
          <p:nvPr/>
        </p:nvSpPr>
        <p:spPr>
          <a:xfrm xmlns:a="http://schemas.openxmlformats.org/drawingml/2006/main">
            <a:off x="594360" y="1188720"/>
            <a:ext cx="10972800" cy="4343400"/>
          </a:xfrm>
          <a:prstGeom xmlns:a="http://schemas.openxmlformats.org/drawingml/2006/main" prst="roundRect">
            <a:avLst/>
          </a:prstGeom>
          <a:solidFill xmlns:a="http://schemas.openxmlformats.org/drawingml/2006/main">
            <a:srgbClr val="FFFFFF"/>
          </a:solidFill>
          <a:ln xmlns:a="http://schemas.openxmlformats.org/drawingml/2006/main" w="15240">
            <a:solidFill>
              <a:srgbClr val="A0BE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6" name="Picture 5"/>
          <p:cNvPicPr>
            <a:picLocks xmlns:a="http://schemas.openxmlformats.org/drawingml/2006/main" noChangeAspect="1"/>
          </p:cNvPicPr>
          <p:nvPr/>
        </p:nvPicPr>
        <p:blipFill>
          <a:blip xmlns:r="http://schemas.openxmlformats.org/officeDocument/2006/relationships" xmlns:a="http://schemas.openxmlformats.org/drawingml/2006/main" r:embed="R2286a6bd16d5469d"/>
          <a:stretch xmlns:a="http://schemas.openxmlformats.org/drawingml/2006/main">
            <a:fillRect l="0" t="0" r="0" b="0"/>
          </a:stretch>
        </p:blipFill>
        <p:spPr>
          <a:xfrm xmlns:a="http://schemas.openxmlformats.org/drawingml/2006/main">
            <a:off x="2655021" y="1188720"/>
            <a:ext cx="6851477" cy="4343400"/>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8C4445B7-E59E-408A-BABB-965F69AAB34F}"/>
              </a:ext>
            </a:extLst>
          </p:cNvPr>
          <p:cNvSpPr>
            <a:spLocks xmlns:a="http://schemas.openxmlformats.org/drawingml/2006/main" noGrp="1"/>
          </p:cNvSpPr>
          <p:nvPr/>
        </p:nvSpPr>
        <p:spPr>
          <a:xfrm xmlns:a="http://schemas.openxmlformats.org/drawingml/2006/main">
            <a:off x="777240" y="5715000"/>
            <a:ext cx="10607040" cy="594360"/>
          </a:xfrm>
          <a:prstGeom xmlns:a="http://schemas.openxmlformats.org/drawingml/2006/main" prst="roundRect">
            <a:avLst/>
          </a:prstGeom>
          <a:solidFill xmlns:a="http://schemas.openxmlformats.org/drawingml/2006/main">
            <a:srgbClr val="EBF3FF"/>
          </a:solidFill>
          <a:ln xmlns:a="http://schemas.openxmlformats.org/drawingml/2006/main" w="15240">
            <a:solidFill>
              <a:srgbClr val="5D91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A1DBDDE-5FFB-4E3B-95C9-76CDD0130748}"/>
              </a:ext>
            </a:extLst>
          </p:cNvPr>
          <p:cNvSpPr>
            <a:spLocks xmlns:a="http://schemas.openxmlformats.org/drawingml/2006/main" noGrp="1"/>
          </p:cNvSpPr>
          <p:nvPr/>
        </p:nvSpPr>
        <p:spPr>
          <a:xfrm xmlns:a="http://schemas.openxmlformats.org/drawingml/2006/main">
            <a:off x="1005840" y="5824728"/>
            <a:ext cx="1014984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1">
                <a:solidFill>
                  <a:srgbClr val="0D254B"/>
                </a:solidFill>
                <a:latin typeface="Microsoft YaHei"/>
                <a:ea typeface="Microsoft YaHei"/>
                <a:cs typeface="Microsoft YaHei"/>
              </a:rPr>
              <a:t>可在专家追问“地址/发现/命名”边界时使用，说明其限定在原型逻辑地址层。</a:t>
            </a:r>
          </a:p>
        </p:txBody>
      </p:sp>
      <p:sp>
        <p:nvSpPr>
          <p:cNvPr id="9" name="TextBox 8">
            <a:extLst xmlns:a="http://schemas.openxmlformats.org/drawingml/2006/main">
              <a:ext uri="{FF2B5EF4-FFF2-40B4-BE49-F238E27FC236}">
                <a16:creationId xmlns:a16="http://schemas.microsoft.com/office/drawing/2014/main" id="{80202DE8-6F6A-4722-8AC1-A1BCCC5DFFFA}"/>
              </a:ext>
            </a:extLst>
          </p:cNvPr>
          <p:cNvSpPr>
            <a:spLocks xmlns:a="http://schemas.openxmlformats.org/drawingml/2006/main" noGrp="1"/>
          </p:cNvSpPr>
          <p:nvPr/>
        </p:nvSpPr>
        <p:spPr>
          <a:xfrm xmlns:a="http://schemas.openxmlformats.org/drawingml/2006/main">
            <a:off x="411480" y="6565392"/>
            <a:ext cx="713232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750" b="0">
                <a:solidFill>
                  <a:srgbClr val="556273"/>
                </a:solidFill>
                <a:latin typeface="Microsoft YaHei"/>
                <a:ea typeface="Microsoft YaHei"/>
                <a:cs typeface="Microsoft YaHei"/>
              </a:rPr>
              <a:t>面向互联网基础资源的大模型多智能体协作与可信认知标识技术研究</a:t>
            </a:r>
          </a:p>
        </p:txBody>
      </p:sp>
      <p:sp>
        <p:nvSpPr>
          <p:cNvPr id="10" name="TextBox 9">
            <a:extLst xmlns:a="http://schemas.openxmlformats.org/drawingml/2006/main">
              <a:ext uri="{FF2B5EF4-FFF2-40B4-BE49-F238E27FC236}">
                <a16:creationId xmlns:a16="http://schemas.microsoft.com/office/drawing/2014/main" id="{5863A17B-052A-4968-AE33-6FF5F17A78CB}"/>
              </a:ext>
            </a:extLst>
          </p:cNvPr>
          <p:cNvSpPr>
            <a:spLocks xmlns:a="http://schemas.openxmlformats.org/drawingml/2006/main" noGrp="1"/>
          </p:cNvSpPr>
          <p:nvPr/>
        </p:nvSpPr>
        <p:spPr>
          <a:xfrm xmlns:a="http://schemas.openxmlformats.org/drawingml/2006/main">
            <a:off x="11155680" y="6565392"/>
            <a:ext cx="64008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800" b="0">
                <a:solidFill>
                  <a:srgbClr val="556273"/>
                </a:solidFill>
                <a:latin typeface="Microsoft YaHei"/>
                <a:ea typeface="Microsoft YaHei"/>
                <a:cs typeface="Microsoft YaHei"/>
              </a:rPr>
              <a:t>备份 D</a:t>
            </a:r>
          </a:p>
        </p:txBody>
      </p:sp>
    </p:spTree>
    <p:extLst>
      <p:ext uri="{BB962C8B-B14F-4D97-AF65-F5344CB8AC3E}">
        <p14:creationId xmlns:p14="http://schemas.microsoft.com/office/powerpoint/2010/main" val="10443113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2026-06-02T08:46:23.2340000Z</dcterms:created>
  <dcterms:modified xsi:type="dcterms:W3CDTF">2026-06-02T08:46:23.2340000Z</dcterms:modified>
</coreProperties>
</file>